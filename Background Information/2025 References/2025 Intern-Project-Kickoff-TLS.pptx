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comments/modernComment_7FFFE0C3_78110647.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7FFFE0C9_9750FFB2.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6" r:id="rId5"/>
  </p:sldMasterIdLst>
  <p:notesMasterIdLst>
    <p:notesMasterId r:id="rId30"/>
  </p:notesMasterIdLst>
  <p:sldIdLst>
    <p:sldId id="300" r:id="rId6"/>
    <p:sldId id="319" r:id="rId7"/>
    <p:sldId id="303" r:id="rId8"/>
    <p:sldId id="330" r:id="rId9"/>
    <p:sldId id="322" r:id="rId10"/>
    <p:sldId id="2147475660" r:id="rId11"/>
    <p:sldId id="2147475652" r:id="rId12"/>
    <p:sldId id="2147475651" r:id="rId13"/>
    <p:sldId id="259" r:id="rId14"/>
    <p:sldId id="2147475647" r:id="rId15"/>
    <p:sldId id="2147475646" r:id="rId16"/>
    <p:sldId id="327" r:id="rId17"/>
    <p:sldId id="328" r:id="rId18"/>
    <p:sldId id="2147475654" r:id="rId19"/>
    <p:sldId id="2147475653" r:id="rId20"/>
    <p:sldId id="2147475657" r:id="rId21"/>
    <p:sldId id="2147475661" r:id="rId22"/>
    <p:sldId id="2147475664" r:id="rId23"/>
    <p:sldId id="2147475665" r:id="rId24"/>
    <p:sldId id="2147475662" r:id="rId25"/>
    <p:sldId id="2147475663" r:id="rId26"/>
    <p:sldId id="2147475659" r:id="rId27"/>
    <p:sldId id="312" r:id="rId28"/>
    <p:sldId id="26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68CD5D-DD19-4719-9058-009B11A2C198}">
          <p14:sldIdLst>
            <p14:sldId id="300"/>
            <p14:sldId id="319"/>
            <p14:sldId id="303"/>
            <p14:sldId id="330"/>
            <p14:sldId id="322"/>
            <p14:sldId id="2147475660"/>
          </p14:sldIdLst>
        </p14:section>
        <p14:section name="Project Overview" id="{8991966C-0025-4849-8466-0250F8B77101}">
          <p14:sldIdLst>
            <p14:sldId id="2147475652"/>
            <p14:sldId id="2147475651"/>
            <p14:sldId id="259"/>
            <p14:sldId id="2147475647"/>
            <p14:sldId id="2147475646"/>
          </p14:sldIdLst>
        </p14:section>
        <p14:section name="Project Execution" id="{2A36292C-EC22-4754-9D97-8BB63D9FDFC0}">
          <p14:sldIdLst>
            <p14:sldId id="327"/>
            <p14:sldId id="328"/>
          </p14:sldIdLst>
        </p14:section>
        <p14:section name="Engagement" id="{42FDF574-6502-47A4-922B-8637809E3094}">
          <p14:sldIdLst>
            <p14:sldId id="2147475654"/>
            <p14:sldId id="2147475653"/>
            <p14:sldId id="2147475657"/>
            <p14:sldId id="2147475661"/>
          </p14:sldIdLst>
        </p14:section>
        <p14:section name="Charging Guidance" id="{7FD70D94-DDC2-4174-8B14-DBD000E4DAB6}">
          <p14:sldIdLst>
            <p14:sldId id="2147475664"/>
            <p14:sldId id="2147475665"/>
          </p14:sldIdLst>
        </p14:section>
        <p14:section name="First Deliverable" id="{D60C676A-92DF-43E9-B945-81233FB447AD}">
          <p14:sldIdLst>
            <p14:sldId id="2147475662"/>
            <p14:sldId id="2147475663"/>
            <p14:sldId id="2147475659"/>
          </p14:sldIdLst>
        </p14:section>
        <p14:section name="Q/A" id="{7C5827EA-78C7-455C-A2E9-7FA2EEC492C5}">
          <p14:sldIdLst>
            <p14:sldId id="312"/>
            <p14:sldId id="26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6BF20D-C79B-C74E-EBA3-EFDF8F1DFF6D}" name="Walker, Daejah E (US)" initials="WDE(" userId="Walker, Daejah E (US)" providerId="None"/>
  <p188:author id="{EF9D1340-367A-A029-80F5-920249645F92}" name="Merlock, Eli T (US)" initials="MET(" userId="Merlock, Eli T (US)" providerId="None"/>
  <p188:author id="{795B2F75-E83F-FF69-3997-DE19D90DBD10}" name="Walker, Daejah E (US)" initials="W(" userId="S::e389055@us.lmco.com::f03e7201-0076-4cb4-97dc-6a48a4a49ec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891631-B518-851D-C274-99F376A01320}" v="1" dt="2025-07-07T18:17:43.5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nzalez Henao, Sara (US)" userId="S::e441894@us.lmco.com::dcd99e07-815b-4b51-837e-43f233e94c1c" providerId="AD" clId="Web-{6A891631-B518-851D-C274-99F376A01320}"/>
    <pc:docChg chg="sldOrd">
      <pc:chgData name="Gonzalez Henao, Sara (US)" userId="S::e441894@us.lmco.com::dcd99e07-815b-4b51-837e-43f233e94c1c" providerId="AD" clId="Web-{6A891631-B518-851D-C274-99F376A01320}" dt="2025-07-07T18:17:43.562" v="0"/>
      <pc:docMkLst>
        <pc:docMk/>
      </pc:docMkLst>
      <pc:sldChg chg="ord">
        <pc:chgData name="Gonzalez Henao, Sara (US)" userId="S::e441894@us.lmco.com::dcd99e07-815b-4b51-837e-43f233e94c1c" providerId="AD" clId="Web-{6A891631-B518-851D-C274-99F376A01320}" dt="2025-07-07T18:17:43.562" v="0"/>
        <pc:sldMkLst>
          <pc:docMk/>
          <pc:sldMk cId="3124587834" sldId="2147475647"/>
        </pc:sldMkLst>
      </pc:sldChg>
    </pc:docChg>
  </pc:docChgLst>
  <pc:docChgLst>
    <pc:chgData name="Gonzalez Henao, Sara (US)" userId="dcd99e07-815b-4b51-837e-43f233e94c1c" providerId="ADAL" clId="{39DCC127-61AB-4798-A670-F7C4D2C77785}"/>
    <pc:docChg chg="custSel modSld">
      <pc:chgData name="Gonzalez Henao, Sara (US)" userId="dcd99e07-815b-4b51-837e-43f233e94c1c" providerId="ADAL" clId="{39DCC127-61AB-4798-A670-F7C4D2C77785}" dt="2025-06-10T14:46:17.502" v="3" actId="478"/>
      <pc:docMkLst>
        <pc:docMk/>
      </pc:docMkLst>
      <pc:sldChg chg="addSp delSp modSp mod">
        <pc:chgData name="Gonzalez Henao, Sara (US)" userId="dcd99e07-815b-4b51-837e-43f233e94c1c" providerId="ADAL" clId="{39DCC127-61AB-4798-A670-F7C4D2C77785}" dt="2025-06-10T14:46:17.502" v="3" actId="478"/>
        <pc:sldMkLst>
          <pc:docMk/>
          <pc:sldMk cId="2498576639" sldId="300"/>
        </pc:sldMkLst>
      </pc:sldChg>
      <pc:sldChg chg="modSp mod">
        <pc:chgData name="Gonzalez Henao, Sara (US)" userId="dcd99e07-815b-4b51-837e-43f233e94c1c" providerId="ADAL" clId="{39DCC127-61AB-4798-A670-F7C4D2C77785}" dt="2025-06-10T14:45:59.503" v="1" actId="20577"/>
        <pc:sldMkLst>
          <pc:docMk/>
          <pc:sldMk cId="823194080" sldId="2147475664"/>
        </pc:sldMkLst>
        <pc:graphicFrameChg chg="modGraphic">
          <ac:chgData name="Gonzalez Henao, Sara (US)" userId="dcd99e07-815b-4b51-837e-43f233e94c1c" providerId="ADAL" clId="{39DCC127-61AB-4798-A670-F7C4D2C77785}" dt="2025-06-10T14:45:59.503" v="1" actId="20577"/>
          <ac:graphicFrameMkLst>
            <pc:docMk/>
            <pc:sldMk cId="823194080" sldId="2147475664"/>
            <ac:graphicFrameMk id="5" creationId="{9AED7CB3-7E93-84A7-7230-0FA816E32392}"/>
          </ac:graphicFrameMkLst>
        </pc:graphicFrameChg>
      </pc:sldChg>
    </pc:docChg>
  </pc:docChgLst>
  <pc:docChgLst>
    <pc:chgData name="Gonzalez Henao, Sara (US)" userId="S::e441894@us.lmco.com::dcd99e07-815b-4b51-837e-43f233e94c1c" providerId="AD" clId="Web-{8C7377FC-23F8-1E47-BBC8-E32098F065FD}"/>
    <pc:docChg chg="sldOrd">
      <pc:chgData name="Gonzalez Henao, Sara (US)" userId="S::e441894@us.lmco.com::dcd99e07-815b-4b51-837e-43f233e94c1c" providerId="AD" clId="Web-{8C7377FC-23F8-1E47-BBC8-E32098F065FD}" dt="2025-06-09T18:45:41.655" v="1"/>
      <pc:docMkLst>
        <pc:docMk/>
      </pc:docMkLst>
      <pc:sldChg chg="ord">
        <pc:chgData name="Gonzalez Henao, Sara (US)" userId="S::e441894@us.lmco.com::dcd99e07-815b-4b51-837e-43f233e94c1c" providerId="AD" clId="Web-{8C7377FC-23F8-1E47-BBC8-E32098F065FD}" dt="2025-06-09T18:38:28.996" v="0"/>
        <pc:sldMkLst>
          <pc:docMk/>
          <pc:sldMk cId="4044962665" sldId="303"/>
        </pc:sldMkLst>
      </pc:sldChg>
      <pc:sldChg chg="ord">
        <pc:chgData name="Gonzalez Henao, Sara (US)" userId="S::e441894@us.lmco.com::dcd99e07-815b-4b51-837e-43f233e94c1c" providerId="AD" clId="Web-{8C7377FC-23F8-1E47-BBC8-E32098F065FD}" dt="2025-06-09T18:45:41.655" v="1"/>
        <pc:sldMkLst>
          <pc:docMk/>
          <pc:sldMk cId="4153321563" sldId="2147475652"/>
        </pc:sldMkLst>
      </pc:sldChg>
    </pc:docChg>
  </pc:docChgLst>
  <pc:docChgLst>
    <pc:chgData name="Gonzalez Henao, Sara (US)" userId="S::e441894@us.lmco.com::dcd99e07-815b-4b51-837e-43f233e94c1c" providerId="AD" clId="Web-{C5D85A5F-5095-37B5-1FDA-83EC9F81C34C}"/>
    <pc:docChg chg="modSld">
      <pc:chgData name="Gonzalez Henao, Sara (US)" userId="S::e441894@us.lmco.com::dcd99e07-815b-4b51-837e-43f233e94c1c" providerId="AD" clId="Web-{C5D85A5F-5095-37B5-1FDA-83EC9F81C34C}" dt="2025-06-10T12:57:59.204" v="202"/>
      <pc:docMkLst>
        <pc:docMk/>
      </pc:docMkLst>
      <pc:sldChg chg="modSp">
        <pc:chgData name="Gonzalez Henao, Sara (US)" userId="S::e441894@us.lmco.com::dcd99e07-815b-4b51-837e-43f233e94c1c" providerId="AD" clId="Web-{C5D85A5F-5095-37B5-1FDA-83EC9F81C34C}" dt="2025-06-10T12:57:59.204" v="202"/>
        <pc:sldMkLst>
          <pc:docMk/>
          <pc:sldMk cId="3261354799" sldId="2147475653"/>
        </pc:sldMkLst>
        <pc:graphicFrameChg chg="mod modGraphic">
          <ac:chgData name="Gonzalez Henao, Sara (US)" userId="S::e441894@us.lmco.com::dcd99e07-815b-4b51-837e-43f233e94c1c" providerId="AD" clId="Web-{C5D85A5F-5095-37B5-1FDA-83EC9F81C34C}" dt="2025-06-10T12:56:24.203" v="199"/>
          <ac:graphicFrameMkLst>
            <pc:docMk/>
            <pc:sldMk cId="3261354799" sldId="2147475653"/>
            <ac:graphicFrameMk id="6" creationId="{80BC41EF-69F4-F0F8-2E00-3D6132774295}"/>
          </ac:graphicFrameMkLst>
        </pc:graphicFrameChg>
        <pc:graphicFrameChg chg="mod modGraphic">
          <ac:chgData name="Gonzalez Henao, Sara (US)" userId="S::e441894@us.lmco.com::dcd99e07-815b-4b51-837e-43f233e94c1c" providerId="AD" clId="Web-{C5D85A5F-5095-37B5-1FDA-83EC9F81C34C}" dt="2025-06-10T12:57:59.204" v="202"/>
          <ac:graphicFrameMkLst>
            <pc:docMk/>
            <pc:sldMk cId="3261354799" sldId="2147475653"/>
            <ac:graphicFrameMk id="7" creationId="{9C55AE28-7C34-118B-D4AD-29B433BC49F7}"/>
          </ac:graphicFrameMkLst>
        </pc:graphicFrameChg>
        <pc:graphicFrameChg chg="mod modGraphic">
          <ac:chgData name="Gonzalez Henao, Sara (US)" userId="S::e441894@us.lmco.com::dcd99e07-815b-4b51-837e-43f233e94c1c" providerId="AD" clId="Web-{C5D85A5F-5095-37B5-1FDA-83EC9F81C34C}" dt="2025-06-10T12:56:43.187" v="200" actId="1076"/>
          <ac:graphicFrameMkLst>
            <pc:docMk/>
            <pc:sldMk cId="3261354799" sldId="2147475653"/>
            <ac:graphicFrameMk id="9" creationId="{D0E272EB-828E-4D02-5622-DE159CEED58B}"/>
          </ac:graphicFrameMkLst>
        </pc:graphicFrameChg>
      </pc:sldChg>
    </pc:docChg>
  </pc:docChgLst>
</pc:chgInfo>
</file>

<file path=ppt/comments/modernComment_7FFFE0C3_78110647.xml><?xml version="1.0" encoding="utf-8"?>
<p188:cmLst xmlns:a="http://schemas.openxmlformats.org/drawingml/2006/main" xmlns:r="http://schemas.openxmlformats.org/officeDocument/2006/relationships" xmlns:p188="http://schemas.microsoft.com/office/powerpoint/2018/8/main">
  <p188:cm id="{180C04CF-9FD7-41EC-AAF9-A17D72A39D91}" authorId="{EF9D1340-367A-A029-80F5-920249645F92}" status="resolved" created="2025-05-28T14:43:40.393" complete="100000">
    <ac:txMkLst xmlns:ac="http://schemas.microsoft.com/office/drawing/2013/main/command">
      <pc:docMk xmlns:pc="http://schemas.microsoft.com/office/powerpoint/2013/main/command"/>
      <pc:sldMk xmlns:pc="http://schemas.microsoft.com/office/powerpoint/2013/main/command" cId="2014381639" sldId="2147475651"/>
      <ac:spMk id="22" creationId="{B2322CD3-B1B9-7349-E5D7-3657692603DA}"/>
      <ac:txMk cp="135">
        <ac:context len="136" hash="2440612156"/>
      </ac:txMk>
    </ac:txMkLst>
    <p188:pos x="5604243" y="996295"/>
    <p188:txBody>
      <a:bodyPr/>
      <a:lstStyle/>
      <a:p>
        <a:r>
          <a:rPr lang="en-US"/>
          <a:t>Chris is not mentioned earlier. Is he still involved? If so, add him earlier, if not, please remove him from this list.
Given the audience and previous introduction, we do not think you need to list your names as LOB leads here.</a:t>
        </a:r>
      </a:p>
    </p188:txBody>
    <p188:extLst>
      <p:ext xmlns:p="http://schemas.openxmlformats.org/presentationml/2006/main" uri="{57CB4572-C831-44C2-8A1C-0ADB6CCDFE69}">
        <p223:reactions xmlns:p223="http://schemas.microsoft.com/office/powerpoint/2022/03/main">
          <p223:rxn type="👍">
            <p223:instance time="2025-05-28T14:50:13.302" authorId="{795B2F75-E83F-FF69-3997-DE19D90DBD10}"/>
          </p223:rxn>
        </p223:reactions>
      </p:ext>
    </p188:extLst>
  </p188:cm>
  <p188:cm id="{5634D20D-2288-42D2-9351-E5F6B007E12D}" authorId="{EF9D1340-367A-A029-80F5-920249645F92}" status="resolved" created="2025-05-28T14:44:00.678" complete="100000">
    <ac:txMkLst xmlns:ac="http://schemas.microsoft.com/office/drawing/2013/main/command">
      <pc:docMk xmlns:pc="http://schemas.microsoft.com/office/powerpoint/2013/main/command"/>
      <pc:sldMk xmlns:pc="http://schemas.microsoft.com/office/powerpoint/2013/main/command" cId="2014381639" sldId="2147475651"/>
      <ac:spMk id="23" creationId="{D0729847-0738-5876-E759-1400C123B75B}"/>
      <ac:txMk cp="38" len="15">
        <ac:context len="375" hash="676547531"/>
      </ac:txMk>
    </ac:txMkLst>
    <p188:pos x="5404216" y="268683"/>
    <p188:txBody>
      <a:bodyPr/>
      <a:lstStyle/>
      <a:p>
        <a:r>
          <a:rPr lang="en-US"/>
          <a:t>Update with kickoff date and demonstration date</a:t>
        </a:r>
      </a:p>
    </p188:txBody>
  </p188:cm>
</p188:cmLst>
</file>

<file path=ppt/comments/modernComment_7FFFE0C9_9750FFB2.xml><?xml version="1.0" encoding="utf-8"?>
<p188:cmLst xmlns:a="http://schemas.openxmlformats.org/drawingml/2006/main" xmlns:r="http://schemas.openxmlformats.org/officeDocument/2006/relationships" xmlns:p188="http://schemas.microsoft.com/office/powerpoint/2018/8/main">
  <p188:cm id="{A06935BC-D28A-47AF-AC8D-B05F68916539}" authorId="{EF9D1340-367A-A029-80F5-920249645F92}" status="resolved" created="2025-05-28T14:53:17.478" complete="100000">
    <ac:txMkLst xmlns:ac="http://schemas.microsoft.com/office/drawing/2013/main/command">
      <pc:docMk xmlns:pc="http://schemas.microsoft.com/office/powerpoint/2013/main/command"/>
      <pc:sldMk xmlns:pc="http://schemas.microsoft.com/office/powerpoint/2013/main/command" cId="2538667954" sldId="2147475657"/>
      <ac:spMk id="4" creationId="{F78E2892-F2E3-3351-35F2-4C3AD6E04401}"/>
      <ac:txMk cp="44" len="5">
        <ac:context len="404" hash="1246265272"/>
      </ac:txMk>
    </ac:txMkLst>
    <p188:pos x="4185616" y="270704"/>
    <p188:replyLst>
      <p188:reply id="{720FC69D-C217-4EBD-8F82-C64545DF8625}" authorId="{795B2F75-E83F-FF69-3997-DE19D90DBD10}" created="2025-05-28T20:34:20.192">
        <p188:txBody>
          <a:bodyPr/>
          <a:lstStyle/>
          <a:p>
            <a:r>
              <a:rPr lang="en-US"/>
              <a:t>Yes private folders, they have already been assigned to their folders for now. Will send each individual group the link for them to bookmark after kickoff.</a:t>
            </a:r>
          </a:p>
        </p188:txBody>
      </p188:reply>
    </p188:replyLst>
    <p188:txBody>
      <a:bodyPr/>
      <a:lstStyle/>
      <a:p>
        <a:r>
          <a:rPr lang="en-US"/>
          <a:t>These are the private folders, correct? If you can create these ahead of time and add links, that may be helpful. Definitely can add the TLS Teams channel link here.</a:t>
        </a:r>
      </a:p>
    </p188:txBody>
  </p188:cm>
  <p188:cm id="{6AD8F28A-CF69-45B9-993C-2666947B2612}" authorId="{EF9D1340-367A-A029-80F5-920249645F92}" status="resolved" created="2025-05-28T14:54:12.016" complete="100000">
    <ac:txMkLst xmlns:ac="http://schemas.microsoft.com/office/drawing/2013/main/command">
      <pc:docMk xmlns:pc="http://schemas.microsoft.com/office/powerpoint/2013/main/command"/>
      <pc:sldMk xmlns:pc="http://schemas.microsoft.com/office/powerpoint/2013/main/command" cId="2538667954" sldId="2147475657"/>
      <ac:spMk id="4" creationId="{F78E2892-F2E3-3351-35F2-4C3AD6E04401}"/>
      <ac:txMk cp="132" len="167">
        <ac:context len="404" hash="1246265272"/>
      </ac:txMk>
    </ac:txMkLst>
    <p188:pos x="5414341" y="823154"/>
    <p188:replyLst>
      <p188:reply id="{8CEE74BD-48AC-4722-BEE5-A334E4D95B5D}" authorId="{795B2F75-E83F-FF69-3997-DE19D90DBD10}" created="2025-05-28T20:34:59.021">
        <p188:txBody>
          <a:bodyPr/>
          <a:lstStyle/>
          <a:p>
            <a:r>
              <a:rPr lang="en-US"/>
              <a:t>updated</a:t>
            </a:r>
          </a:p>
        </p188:txBody>
      </p188:reply>
    </p188:replyLst>
    <p188:txBody>
      <a:bodyPr/>
      <a:lstStyle/>
      <a:p>
        <a:r>
          <a:rPr lang="en-US"/>
          <a:t>Be clear as to how deliverables are sent - either in this collaboration space or sent to your directly by other means.</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B5598C-ED5D-4DDA-8E9F-1EF79CECFE59}" type="doc">
      <dgm:prSet loTypeId="urn:microsoft.com/office/officeart/2005/8/layout/matrix1" loCatId="matrix" qsTypeId="urn:microsoft.com/office/officeart/2005/8/quickstyle/simple1" qsCatId="simple" csTypeId="urn:microsoft.com/office/officeart/2005/8/colors/colorful1" csCatId="colorful" phldr="1"/>
      <dgm:spPr/>
      <dgm:t>
        <a:bodyPr/>
        <a:lstStyle/>
        <a:p>
          <a:endParaRPr lang="en-US"/>
        </a:p>
      </dgm:t>
    </dgm:pt>
    <dgm:pt modelId="{8B9157A9-83EE-451F-A822-B2DEDEF2418D}">
      <dgm:prSet phldrT="[Text]" custT="1"/>
      <dgm:spPr>
        <a:solidFill>
          <a:srgbClr val="002F6C"/>
        </a:solidFill>
      </dgm:spPr>
      <dgm:t>
        <a:bodyPr tIns="365760"/>
        <a:lstStyle/>
        <a:p>
          <a:pPr algn="ctr"/>
          <a:r>
            <a:rPr lang="en-US" sz="1800" b="1"/>
            <a:t>IWSS</a:t>
          </a:r>
        </a:p>
      </dgm:t>
    </dgm:pt>
    <dgm:pt modelId="{8C245791-AB53-4607-AC1C-FFEF80855BAB}" type="parTrans" cxnId="{63F3C322-0C86-4F1D-A348-B6F2F4171E6E}">
      <dgm:prSet/>
      <dgm:spPr/>
      <dgm:t>
        <a:bodyPr/>
        <a:lstStyle/>
        <a:p>
          <a:endParaRPr lang="en-US"/>
        </a:p>
      </dgm:t>
    </dgm:pt>
    <dgm:pt modelId="{154B17BC-75AE-408C-96FE-AB467FE36480}" type="sibTrans" cxnId="{63F3C322-0C86-4F1D-A348-B6F2F4171E6E}">
      <dgm:prSet/>
      <dgm:spPr/>
      <dgm:t>
        <a:bodyPr/>
        <a:lstStyle/>
        <a:p>
          <a:endParaRPr lang="en-US"/>
        </a:p>
      </dgm:t>
    </dgm:pt>
    <dgm:pt modelId="{F431202F-5BFF-4A57-A837-4CDB59D447BB}">
      <dgm:prSet phldrT="[Text]" custT="1"/>
      <dgm:spPr>
        <a:solidFill>
          <a:schemeClr val="accent1">
            <a:lumMod val="75000"/>
          </a:schemeClr>
        </a:solidFill>
      </dgm:spPr>
      <dgm:t>
        <a:bodyPr tIns="0" bIns="128016" anchor="t"/>
        <a:lstStyle/>
        <a:p>
          <a:pPr algn="ctr"/>
          <a:r>
            <a:rPr lang="en-US" sz="1800" b="1"/>
            <a:t>SAC</a:t>
          </a:r>
        </a:p>
      </dgm:t>
    </dgm:pt>
    <dgm:pt modelId="{93FB2727-3DBB-4D5C-945C-978EEF58F5BA}" type="parTrans" cxnId="{CA598F8F-95AA-4A07-97FD-DABFFE3148D1}">
      <dgm:prSet/>
      <dgm:spPr/>
      <dgm:t>
        <a:bodyPr/>
        <a:lstStyle/>
        <a:p>
          <a:endParaRPr lang="en-US"/>
        </a:p>
      </dgm:t>
    </dgm:pt>
    <dgm:pt modelId="{CF010D2A-0FF7-427C-A536-F0C8DF442F96}" type="sibTrans" cxnId="{CA598F8F-95AA-4A07-97FD-DABFFE3148D1}">
      <dgm:prSet/>
      <dgm:spPr/>
      <dgm:t>
        <a:bodyPr/>
        <a:lstStyle/>
        <a:p>
          <a:endParaRPr lang="en-US"/>
        </a:p>
      </dgm:t>
    </dgm:pt>
    <dgm:pt modelId="{63AACAC1-0FAF-4749-9227-D851B7569B18}">
      <dgm:prSet phldrT="[Text]" custT="1"/>
      <dgm:spPr>
        <a:solidFill>
          <a:srgbClr val="002060"/>
        </a:solidFill>
      </dgm:spPr>
      <dgm:t>
        <a:bodyPr tIns="0"/>
        <a:lstStyle/>
        <a:p>
          <a:pPr algn="ctr"/>
          <a:r>
            <a:rPr lang="en-US" sz="1800" b="1"/>
            <a:t>TLS</a:t>
          </a:r>
        </a:p>
      </dgm:t>
    </dgm:pt>
    <dgm:pt modelId="{35CE0EBF-4DF0-42BC-A99E-2E57B3C23553}" type="parTrans" cxnId="{BC18EE22-CA50-4BFF-A74F-0ECE6C2E2F77}">
      <dgm:prSet/>
      <dgm:spPr/>
      <dgm:t>
        <a:bodyPr/>
        <a:lstStyle/>
        <a:p>
          <a:endParaRPr lang="en-US"/>
        </a:p>
      </dgm:t>
    </dgm:pt>
    <dgm:pt modelId="{9EECAF1B-8947-4DC6-B3E3-D815EF4AA7BF}" type="sibTrans" cxnId="{BC18EE22-CA50-4BFF-A74F-0ECE6C2E2F77}">
      <dgm:prSet/>
      <dgm:spPr/>
      <dgm:t>
        <a:bodyPr/>
        <a:lstStyle/>
        <a:p>
          <a:endParaRPr lang="en-US"/>
        </a:p>
      </dgm:t>
    </dgm:pt>
    <dgm:pt modelId="{A4D9DFEC-189C-47DD-AE0E-5E1163C6D968}">
      <dgm:prSet phldrT="[Text]" custT="1"/>
      <dgm:spPr>
        <a:solidFill>
          <a:srgbClr val="002F6C"/>
        </a:solidFill>
      </dgm:spPr>
      <dgm:t>
        <a:bodyPr tIns="365760"/>
        <a:lstStyle/>
        <a:p>
          <a:pPr algn="l"/>
          <a:r>
            <a:rPr lang="en-US" sz="1400" b="1"/>
            <a:t>Hypersonic Threat Mitigation System</a:t>
          </a:r>
        </a:p>
      </dgm:t>
    </dgm:pt>
    <dgm:pt modelId="{6C4B1ACB-2269-4123-B8F9-66219E5087FC}" type="parTrans" cxnId="{BBF4112F-7D84-426D-904A-5B4768D0DF9A}">
      <dgm:prSet/>
      <dgm:spPr/>
      <dgm:t>
        <a:bodyPr/>
        <a:lstStyle/>
        <a:p>
          <a:endParaRPr lang="en-US"/>
        </a:p>
      </dgm:t>
    </dgm:pt>
    <dgm:pt modelId="{EFEE6331-0F35-461E-8688-AC5EE2995BB9}" type="sibTrans" cxnId="{BBF4112F-7D84-426D-904A-5B4768D0DF9A}">
      <dgm:prSet/>
      <dgm:spPr/>
      <dgm:t>
        <a:bodyPr/>
        <a:lstStyle/>
        <a:p>
          <a:endParaRPr lang="en-US"/>
        </a:p>
      </dgm:t>
    </dgm:pt>
    <dgm:pt modelId="{621FD63E-94D1-47E6-A5D0-9874B6B2CEE3}">
      <dgm:prSet phldrT="[Text]" custT="1"/>
      <dgm:spPr>
        <a:solidFill>
          <a:srgbClr val="002060"/>
        </a:solidFill>
      </dgm:spPr>
      <dgm:t>
        <a:bodyPr tIns="0"/>
        <a:lstStyle/>
        <a:p>
          <a:r>
            <a:rPr lang="en-US" sz="1400" b="1"/>
            <a:t>Multi-Use Environment Sensor</a:t>
          </a:r>
        </a:p>
      </dgm:t>
    </dgm:pt>
    <dgm:pt modelId="{8613BBF0-4EAB-45A8-AA43-CE80A5C56D94}" type="parTrans" cxnId="{2B5682BC-4F9A-413A-997D-CBF85F696D99}">
      <dgm:prSet/>
      <dgm:spPr/>
      <dgm:t>
        <a:bodyPr/>
        <a:lstStyle/>
        <a:p>
          <a:endParaRPr lang="en-US"/>
        </a:p>
      </dgm:t>
    </dgm:pt>
    <dgm:pt modelId="{D830B3F8-33C8-4C73-827D-C1A0DECF1A06}" type="sibTrans" cxnId="{2B5682BC-4F9A-413A-997D-CBF85F696D99}">
      <dgm:prSet/>
      <dgm:spPr/>
      <dgm:t>
        <a:bodyPr/>
        <a:lstStyle/>
        <a:p>
          <a:endParaRPr lang="en-US"/>
        </a:p>
      </dgm:t>
    </dgm:pt>
    <dgm:pt modelId="{A45F311A-0276-43F9-BB02-D565B8E07676}">
      <dgm:prSet phldrT="[Text]" custT="1"/>
      <dgm:spPr>
        <a:solidFill>
          <a:srgbClr val="003882"/>
        </a:solidFill>
      </dgm:spPr>
      <dgm:t>
        <a:bodyPr tIns="365760"/>
        <a:lstStyle/>
        <a:p>
          <a:pPr algn="ctr"/>
          <a:r>
            <a:rPr lang="en-US" sz="1800" b="1"/>
            <a:t>C6ISR</a:t>
          </a:r>
        </a:p>
      </dgm:t>
    </dgm:pt>
    <dgm:pt modelId="{89BA4D55-7232-464B-8EF7-D1D48FFA45E2}" type="sibTrans" cxnId="{A0151EAB-42F4-4897-8A15-31286A1E86E8}">
      <dgm:prSet/>
      <dgm:spPr/>
      <dgm:t>
        <a:bodyPr/>
        <a:lstStyle/>
        <a:p>
          <a:endParaRPr lang="en-US"/>
        </a:p>
      </dgm:t>
    </dgm:pt>
    <dgm:pt modelId="{EEA72059-E684-49D0-8E01-B731F2D6B031}" type="parTrans" cxnId="{A0151EAB-42F4-4897-8A15-31286A1E86E8}">
      <dgm:prSet/>
      <dgm:spPr/>
      <dgm:t>
        <a:bodyPr/>
        <a:lstStyle/>
        <a:p>
          <a:endParaRPr lang="en-US"/>
        </a:p>
      </dgm:t>
    </dgm:pt>
    <dgm:pt modelId="{0509C354-A6D5-4E28-8C04-0E6A513FD528}">
      <dgm:prSet phldrT="[Text]" custT="1"/>
      <dgm:spPr>
        <a:solidFill>
          <a:schemeClr val="accent1">
            <a:lumMod val="20000"/>
            <a:lumOff val="80000"/>
          </a:schemeClr>
        </a:solidFill>
      </dgm:spPr>
      <dgm:t>
        <a:bodyPr/>
        <a:lstStyle/>
        <a:p>
          <a:r>
            <a:rPr lang="en-US" sz="1600"/>
            <a:t>RMS Lines of Business</a:t>
          </a:r>
        </a:p>
      </dgm:t>
    </dgm:pt>
    <dgm:pt modelId="{6622ABA8-C191-4D9A-81B2-E03770F04DF7}" type="sibTrans" cxnId="{455B3868-82B0-414D-9E51-2133100DE126}">
      <dgm:prSet/>
      <dgm:spPr/>
      <dgm:t>
        <a:bodyPr/>
        <a:lstStyle/>
        <a:p>
          <a:endParaRPr lang="en-US"/>
        </a:p>
      </dgm:t>
    </dgm:pt>
    <dgm:pt modelId="{11AD9CBE-6AAC-44B2-9D97-8811C7BFC178}" type="parTrans" cxnId="{455B3868-82B0-414D-9E51-2133100DE126}">
      <dgm:prSet/>
      <dgm:spPr/>
      <dgm:t>
        <a:bodyPr/>
        <a:lstStyle/>
        <a:p>
          <a:endParaRPr lang="en-US"/>
        </a:p>
      </dgm:t>
    </dgm:pt>
    <dgm:pt modelId="{545D48AE-AA34-4262-92FA-15E8922AA163}">
      <dgm:prSet phldrT="[Text]" custT="1"/>
      <dgm:spPr>
        <a:solidFill>
          <a:schemeClr val="accent1">
            <a:lumMod val="75000"/>
          </a:schemeClr>
        </a:solidFill>
      </dgm:spPr>
      <dgm:t>
        <a:bodyPr tIns="0" bIns="128016" anchor="t"/>
        <a:lstStyle/>
        <a:p>
          <a:pPr algn="l"/>
          <a:endParaRPr lang="en-US" sz="1400"/>
        </a:p>
      </dgm:t>
    </dgm:pt>
    <dgm:pt modelId="{654F688A-3E01-4CC6-8049-FE00785C161A}" type="parTrans" cxnId="{20BB6144-2058-44FA-9A84-F562A4A5E1F0}">
      <dgm:prSet/>
      <dgm:spPr/>
      <dgm:t>
        <a:bodyPr/>
        <a:lstStyle/>
        <a:p>
          <a:endParaRPr lang="en-US"/>
        </a:p>
      </dgm:t>
    </dgm:pt>
    <dgm:pt modelId="{5544F9C8-FB73-4012-9E70-20EA170D49D3}" type="sibTrans" cxnId="{20BB6144-2058-44FA-9A84-F562A4A5E1F0}">
      <dgm:prSet/>
      <dgm:spPr/>
      <dgm:t>
        <a:bodyPr/>
        <a:lstStyle/>
        <a:p>
          <a:endParaRPr lang="en-US"/>
        </a:p>
      </dgm:t>
    </dgm:pt>
    <dgm:pt modelId="{A7FF8CA5-3FB4-48B4-94C8-470212C61761}">
      <dgm:prSet phldrT="[Text]" custT="1"/>
      <dgm:spPr>
        <a:solidFill>
          <a:srgbClr val="003882"/>
        </a:solidFill>
      </dgm:spPr>
      <dgm:t>
        <a:bodyPr tIns="365760"/>
        <a:lstStyle/>
        <a:p>
          <a:pPr algn="l"/>
          <a:r>
            <a:rPr lang="en-US" sz="1400" b="1"/>
            <a:t>Open Architecture Data Processor</a:t>
          </a:r>
        </a:p>
      </dgm:t>
    </dgm:pt>
    <dgm:pt modelId="{ED5E9320-A963-435D-8F92-9B60C7076FE8}" type="parTrans" cxnId="{A62CA222-D2A2-4D56-9630-1FE5C134A6D6}">
      <dgm:prSet/>
      <dgm:spPr/>
      <dgm:t>
        <a:bodyPr/>
        <a:lstStyle/>
        <a:p>
          <a:endParaRPr lang="en-US"/>
        </a:p>
      </dgm:t>
    </dgm:pt>
    <dgm:pt modelId="{23BFA256-3804-492F-BBBB-5D7201289169}" type="sibTrans" cxnId="{A62CA222-D2A2-4D56-9630-1FE5C134A6D6}">
      <dgm:prSet/>
      <dgm:spPr/>
      <dgm:t>
        <a:bodyPr/>
        <a:lstStyle/>
        <a:p>
          <a:endParaRPr lang="en-US"/>
        </a:p>
      </dgm:t>
    </dgm:pt>
    <dgm:pt modelId="{B7DA909F-E129-4E51-922A-6D23952913EB}">
      <dgm:prSet phldrT="[Text]" custT="1"/>
      <dgm:spPr>
        <a:solidFill>
          <a:schemeClr val="accent1">
            <a:lumMod val="75000"/>
          </a:schemeClr>
        </a:solidFill>
      </dgm:spPr>
      <dgm:t>
        <a:bodyPr tIns="0" bIns="128016" anchor="t"/>
        <a:lstStyle/>
        <a:p>
          <a:pPr algn="l"/>
          <a:r>
            <a:rPr lang="en-US" sz="1400" b="1"/>
            <a:t>Electric Motor Test Stand</a:t>
          </a:r>
        </a:p>
      </dgm:t>
    </dgm:pt>
    <dgm:pt modelId="{81D5FB3A-CCBE-4317-BF55-67B0D39D1CC6}" type="parTrans" cxnId="{CFAB0AAA-650A-4E39-96A3-9C7741AD4603}">
      <dgm:prSet/>
      <dgm:spPr/>
      <dgm:t>
        <a:bodyPr/>
        <a:lstStyle/>
        <a:p>
          <a:endParaRPr lang="en-US"/>
        </a:p>
      </dgm:t>
    </dgm:pt>
    <dgm:pt modelId="{C7184195-05D9-4107-8784-AE3BD6D60B0B}" type="sibTrans" cxnId="{CFAB0AAA-650A-4E39-96A3-9C7741AD4603}">
      <dgm:prSet/>
      <dgm:spPr/>
      <dgm:t>
        <a:bodyPr/>
        <a:lstStyle/>
        <a:p>
          <a:endParaRPr lang="en-US"/>
        </a:p>
      </dgm:t>
    </dgm:pt>
    <dgm:pt modelId="{60DD3836-3C7E-44B4-8BEF-294D46A76520}">
      <dgm:prSet phldrT="[Text]" custT="1"/>
      <dgm:spPr>
        <a:solidFill>
          <a:srgbClr val="003882"/>
        </a:solidFill>
      </dgm:spPr>
      <dgm:t>
        <a:bodyPr/>
        <a:lstStyle/>
        <a:p>
          <a:pPr algn="l"/>
          <a:r>
            <a:rPr lang="en-US" sz="1400" b="0" i="0"/>
            <a:t>To enhance the VITA 49.2 Radio Transport (VRT) Applications software, there is a need to develop and implement a </a:t>
          </a:r>
          <a:r>
            <a:rPr lang="en-US" sz="1400"/>
            <a:t>user-friendly open-system architecture interface </a:t>
          </a:r>
          <a:r>
            <a:rPr lang="en-US" sz="1400" b="0" i="0"/>
            <a:t>that facilitates the interpretation of bulk export data.</a:t>
          </a:r>
          <a:endParaRPr lang="en-US" sz="1400"/>
        </a:p>
      </dgm:t>
    </dgm:pt>
    <dgm:pt modelId="{3A4054B4-63DB-43A6-97E9-FC16667167F4}" type="parTrans" cxnId="{65765120-E82E-4976-9B47-361BE271FF8A}">
      <dgm:prSet/>
      <dgm:spPr/>
      <dgm:t>
        <a:bodyPr/>
        <a:lstStyle/>
        <a:p>
          <a:endParaRPr lang="en-US"/>
        </a:p>
      </dgm:t>
    </dgm:pt>
    <dgm:pt modelId="{EBC44DB7-DF29-4CCB-9D00-93E1214FE1DB}" type="sibTrans" cxnId="{65765120-E82E-4976-9B47-361BE271FF8A}">
      <dgm:prSet/>
      <dgm:spPr/>
      <dgm:t>
        <a:bodyPr/>
        <a:lstStyle/>
        <a:p>
          <a:endParaRPr lang="en-US"/>
        </a:p>
      </dgm:t>
    </dgm:pt>
    <dgm:pt modelId="{510B010A-B6B7-4E62-BFC6-B7A5F9ED6C14}">
      <dgm:prSet phldrT="[Text]" custT="1"/>
      <dgm:spPr>
        <a:solidFill>
          <a:srgbClr val="002F6C"/>
        </a:solidFill>
      </dgm:spPr>
      <dgm:t>
        <a:bodyPr/>
        <a:lstStyle/>
        <a:p>
          <a:pPr algn="l"/>
          <a:r>
            <a:rPr lang="en-US" sz="1400"/>
            <a:t>To expand on hypersonic threat mitigation measures, there is a need to develop and integrate a system designed to disable or destroy incoming hypersonic threats with the capability to be modified for future mission expansion.</a:t>
          </a:r>
        </a:p>
      </dgm:t>
    </dgm:pt>
    <dgm:pt modelId="{DEEAD263-39DF-44BB-AC17-26FDAAEE7A4D}" type="parTrans" cxnId="{9732775A-00B3-4B90-BAC5-0A554A9466CB}">
      <dgm:prSet/>
      <dgm:spPr/>
      <dgm:t>
        <a:bodyPr/>
        <a:lstStyle/>
        <a:p>
          <a:endParaRPr lang="en-US"/>
        </a:p>
      </dgm:t>
    </dgm:pt>
    <dgm:pt modelId="{C3CA8AF5-6A5A-402B-BB2E-BDF0F593C9A2}" type="sibTrans" cxnId="{9732775A-00B3-4B90-BAC5-0A554A9466CB}">
      <dgm:prSet/>
      <dgm:spPr/>
      <dgm:t>
        <a:bodyPr/>
        <a:lstStyle/>
        <a:p>
          <a:endParaRPr lang="en-US"/>
        </a:p>
      </dgm:t>
    </dgm:pt>
    <dgm:pt modelId="{B944ED84-6941-4F96-A02F-F57A821A5386}">
      <dgm:prSet phldrT="[Text]" custT="1"/>
      <dgm:spPr>
        <a:solidFill>
          <a:schemeClr val="accent1">
            <a:lumMod val="75000"/>
          </a:schemeClr>
        </a:solidFill>
      </dgm:spPr>
      <dgm:t>
        <a:bodyPr tIns="0" bIns="128016" anchor="t"/>
        <a:lstStyle/>
        <a:p>
          <a:pPr algn="l"/>
          <a:endParaRPr lang="en-US" sz="1400"/>
        </a:p>
      </dgm:t>
    </dgm:pt>
    <dgm:pt modelId="{B0C030E3-E01B-40EC-AA6F-D29BCEAC8185}" type="parTrans" cxnId="{44C7FF93-41A1-4082-B0CF-385B71FE0F3D}">
      <dgm:prSet/>
      <dgm:spPr/>
      <dgm:t>
        <a:bodyPr/>
        <a:lstStyle/>
        <a:p>
          <a:endParaRPr lang="en-US"/>
        </a:p>
      </dgm:t>
    </dgm:pt>
    <dgm:pt modelId="{2762D23E-A876-4A43-96F1-4C9D761871ED}" type="sibTrans" cxnId="{44C7FF93-41A1-4082-B0CF-385B71FE0F3D}">
      <dgm:prSet/>
      <dgm:spPr/>
      <dgm:t>
        <a:bodyPr/>
        <a:lstStyle/>
        <a:p>
          <a:endParaRPr lang="en-US"/>
        </a:p>
      </dgm:t>
    </dgm:pt>
    <dgm:pt modelId="{F3571884-5975-433F-BB0B-4EA08E4B2CDC}">
      <dgm:prSet phldrT="[Text]" custT="1"/>
      <dgm:spPr>
        <a:solidFill>
          <a:schemeClr val="accent1">
            <a:lumMod val="75000"/>
          </a:schemeClr>
        </a:solidFill>
      </dgm:spPr>
      <dgm:t>
        <a:bodyPr/>
        <a:lstStyle/>
        <a:p>
          <a:pPr algn="l"/>
          <a:r>
            <a:rPr lang="en-US" sz="1400" b="0" i="0"/>
            <a:t>To continue to innovate custom electric and hybrid motor technologies for vertical lift platforms, there is a need to conceptualize and develop an electric motor test stand to accurately determine motor performance data.</a:t>
          </a:r>
          <a:endParaRPr lang="en-US" sz="1400"/>
        </a:p>
      </dgm:t>
    </dgm:pt>
    <dgm:pt modelId="{EFC58E01-8C83-43E9-B5F5-7CCBB80FEFB0}" type="parTrans" cxnId="{1F3FDF95-8A36-4503-BF2B-431E1F45231A}">
      <dgm:prSet/>
      <dgm:spPr/>
      <dgm:t>
        <a:bodyPr/>
        <a:lstStyle/>
        <a:p>
          <a:endParaRPr lang="en-US"/>
        </a:p>
      </dgm:t>
    </dgm:pt>
    <dgm:pt modelId="{2BCA6928-E99E-4D73-9A69-3FDBCDF28C5D}" type="sibTrans" cxnId="{1F3FDF95-8A36-4503-BF2B-431E1F45231A}">
      <dgm:prSet/>
      <dgm:spPr/>
      <dgm:t>
        <a:bodyPr/>
        <a:lstStyle/>
        <a:p>
          <a:endParaRPr lang="en-US"/>
        </a:p>
      </dgm:t>
    </dgm:pt>
    <dgm:pt modelId="{E216F493-709B-4957-8B2A-C1CC5CF3D8BF}">
      <dgm:prSet phldrT="[Text]" custT="1"/>
      <dgm:spPr>
        <a:solidFill>
          <a:srgbClr val="002060"/>
        </a:solidFill>
      </dgm:spPr>
      <dgm:t>
        <a:bodyPr/>
        <a:lstStyle/>
        <a:p>
          <a:r>
            <a:rPr lang="en-US" sz="1400" b="0" i="0"/>
            <a:t>To continually improve the latest training systems, there is a need to create a </a:t>
          </a:r>
          <a:r>
            <a:rPr lang="en-US" sz="1400">
              <a:latin typeface="Arial"/>
              <a:cs typeface="Arial"/>
            </a:rPr>
            <a:t>multi-use enclosure that will provide accurate humidity and temperature data with the ability to interact with varying software applications </a:t>
          </a:r>
          <a:endParaRPr lang="en-US" sz="1400"/>
        </a:p>
      </dgm:t>
    </dgm:pt>
    <dgm:pt modelId="{A919D2D8-D220-4D14-BB43-D6375CFAEA30}" type="parTrans" cxnId="{FFD43D8A-C07B-4F0C-BBE0-BBA356BC074A}">
      <dgm:prSet/>
      <dgm:spPr/>
      <dgm:t>
        <a:bodyPr/>
        <a:lstStyle/>
        <a:p>
          <a:endParaRPr lang="en-US"/>
        </a:p>
      </dgm:t>
    </dgm:pt>
    <dgm:pt modelId="{148D366B-F157-45CA-A313-78FDABD9854C}" type="sibTrans" cxnId="{FFD43D8A-C07B-4F0C-BBE0-BBA356BC074A}">
      <dgm:prSet/>
      <dgm:spPr/>
      <dgm:t>
        <a:bodyPr/>
        <a:lstStyle/>
        <a:p>
          <a:endParaRPr lang="en-US"/>
        </a:p>
      </dgm:t>
    </dgm:pt>
    <dgm:pt modelId="{F49FE926-FC39-4A6F-AB3A-6489EB9D58F3}" type="pres">
      <dgm:prSet presAssocID="{D9B5598C-ED5D-4DDA-8E9F-1EF79CECFE59}" presName="diagram" presStyleCnt="0">
        <dgm:presLayoutVars>
          <dgm:chMax val="1"/>
          <dgm:dir/>
          <dgm:animLvl val="ctr"/>
          <dgm:resizeHandles val="exact"/>
        </dgm:presLayoutVars>
      </dgm:prSet>
      <dgm:spPr/>
    </dgm:pt>
    <dgm:pt modelId="{6477B035-680C-48B7-9612-14C8A6686A53}" type="pres">
      <dgm:prSet presAssocID="{D9B5598C-ED5D-4DDA-8E9F-1EF79CECFE59}" presName="matrix" presStyleCnt="0"/>
      <dgm:spPr/>
    </dgm:pt>
    <dgm:pt modelId="{5B6A3C5A-A666-4FF0-9FA4-F6B8B1C15474}" type="pres">
      <dgm:prSet presAssocID="{D9B5598C-ED5D-4DDA-8E9F-1EF79CECFE59}" presName="tile1" presStyleLbl="node1" presStyleIdx="0" presStyleCnt="4"/>
      <dgm:spPr/>
    </dgm:pt>
    <dgm:pt modelId="{DEF44D39-4DE2-4FD1-ADD7-282B44F3A775}" type="pres">
      <dgm:prSet presAssocID="{D9B5598C-ED5D-4DDA-8E9F-1EF79CECFE59}" presName="tile1text" presStyleLbl="node1" presStyleIdx="0" presStyleCnt="4">
        <dgm:presLayoutVars>
          <dgm:chMax val="0"/>
          <dgm:chPref val="0"/>
          <dgm:bulletEnabled val="1"/>
        </dgm:presLayoutVars>
      </dgm:prSet>
      <dgm:spPr/>
    </dgm:pt>
    <dgm:pt modelId="{CB23EE6D-A93E-4FD0-BDB6-18AA6864C90D}" type="pres">
      <dgm:prSet presAssocID="{D9B5598C-ED5D-4DDA-8E9F-1EF79CECFE59}" presName="tile2" presStyleLbl="node1" presStyleIdx="1" presStyleCnt="4"/>
      <dgm:spPr/>
    </dgm:pt>
    <dgm:pt modelId="{78DB312E-A7AF-47C1-BFEB-27ED4CDEDFD7}" type="pres">
      <dgm:prSet presAssocID="{D9B5598C-ED5D-4DDA-8E9F-1EF79CECFE59}" presName="tile2text" presStyleLbl="node1" presStyleIdx="1" presStyleCnt="4">
        <dgm:presLayoutVars>
          <dgm:chMax val="0"/>
          <dgm:chPref val="0"/>
          <dgm:bulletEnabled val="1"/>
        </dgm:presLayoutVars>
      </dgm:prSet>
      <dgm:spPr/>
    </dgm:pt>
    <dgm:pt modelId="{06C2CF79-632E-4A01-9770-7541C6B95014}" type="pres">
      <dgm:prSet presAssocID="{D9B5598C-ED5D-4DDA-8E9F-1EF79CECFE59}" presName="tile3" presStyleLbl="node1" presStyleIdx="2" presStyleCnt="4" custLinFactNeighborY="0"/>
      <dgm:spPr/>
    </dgm:pt>
    <dgm:pt modelId="{BD95F0C8-FA10-4385-825D-D0A566D3CFBA}" type="pres">
      <dgm:prSet presAssocID="{D9B5598C-ED5D-4DDA-8E9F-1EF79CECFE59}" presName="tile3text" presStyleLbl="node1" presStyleIdx="2" presStyleCnt="4">
        <dgm:presLayoutVars>
          <dgm:chMax val="0"/>
          <dgm:chPref val="0"/>
          <dgm:bulletEnabled val="1"/>
        </dgm:presLayoutVars>
      </dgm:prSet>
      <dgm:spPr/>
    </dgm:pt>
    <dgm:pt modelId="{45415C03-86E2-4DE0-AB59-2EC955F12E4E}" type="pres">
      <dgm:prSet presAssocID="{D9B5598C-ED5D-4DDA-8E9F-1EF79CECFE59}" presName="tile4" presStyleLbl="node1" presStyleIdx="3" presStyleCnt="4" custLinFactNeighborY="0"/>
      <dgm:spPr/>
    </dgm:pt>
    <dgm:pt modelId="{0AD041F5-21A7-41E7-93CD-8B96FBA5C4B7}" type="pres">
      <dgm:prSet presAssocID="{D9B5598C-ED5D-4DDA-8E9F-1EF79CECFE59}" presName="tile4text" presStyleLbl="node1" presStyleIdx="3" presStyleCnt="4">
        <dgm:presLayoutVars>
          <dgm:chMax val="0"/>
          <dgm:chPref val="0"/>
          <dgm:bulletEnabled val="1"/>
        </dgm:presLayoutVars>
      </dgm:prSet>
      <dgm:spPr/>
    </dgm:pt>
    <dgm:pt modelId="{8843AD72-1C0A-45B4-B6DB-007B30E7EDD0}" type="pres">
      <dgm:prSet presAssocID="{D9B5598C-ED5D-4DDA-8E9F-1EF79CECFE59}" presName="centerTile" presStyleLbl="fgShp" presStyleIdx="0" presStyleCnt="1" custScaleX="83713" custScaleY="39100">
        <dgm:presLayoutVars>
          <dgm:chMax val="0"/>
          <dgm:chPref val="0"/>
        </dgm:presLayoutVars>
      </dgm:prSet>
      <dgm:spPr/>
    </dgm:pt>
  </dgm:ptLst>
  <dgm:cxnLst>
    <dgm:cxn modelId="{1CC07101-70D8-4E4F-8144-28D0E7E6C71D}" type="presOf" srcId="{510B010A-B6B7-4E62-BFC6-B7A5F9ED6C14}" destId="{CB23EE6D-A93E-4FD0-BDB6-18AA6864C90D}" srcOrd="0" destOrd="2" presId="urn:microsoft.com/office/officeart/2005/8/layout/matrix1"/>
    <dgm:cxn modelId="{35D82606-1B5F-4B91-8D60-55C3642A49DD}" type="presOf" srcId="{F3571884-5975-433F-BB0B-4EA08E4B2CDC}" destId="{BD95F0C8-FA10-4385-825D-D0A566D3CFBA}" srcOrd="1" destOrd="2" presId="urn:microsoft.com/office/officeart/2005/8/layout/matrix1"/>
    <dgm:cxn modelId="{9FBDB80B-DE01-45B3-A060-54C90E5DCA4F}" type="presOf" srcId="{B7DA909F-E129-4E51-922A-6D23952913EB}" destId="{06C2CF79-632E-4A01-9770-7541C6B95014}" srcOrd="0" destOrd="1" presId="urn:microsoft.com/office/officeart/2005/8/layout/matrix1"/>
    <dgm:cxn modelId="{80369212-965E-4787-9D5E-AF08D28CDC92}" type="presOf" srcId="{63AACAC1-0FAF-4749-9227-D851B7569B18}" destId="{0AD041F5-21A7-41E7-93CD-8B96FBA5C4B7}" srcOrd="1" destOrd="0" presId="urn:microsoft.com/office/officeart/2005/8/layout/matrix1"/>
    <dgm:cxn modelId="{11E8491F-E985-430F-90D4-AADC0ED9D162}" type="presOf" srcId="{0509C354-A6D5-4E28-8C04-0E6A513FD528}" destId="{8843AD72-1C0A-45B4-B6DB-007B30E7EDD0}" srcOrd="0" destOrd="0" presId="urn:microsoft.com/office/officeart/2005/8/layout/matrix1"/>
    <dgm:cxn modelId="{65765120-E82E-4976-9B47-361BE271FF8A}" srcId="{A7FF8CA5-3FB4-48B4-94C8-470212C61761}" destId="{60DD3836-3C7E-44B4-8BEF-294D46A76520}" srcOrd="0" destOrd="0" parTransId="{3A4054B4-63DB-43A6-97E9-FC16667167F4}" sibTransId="{EBC44DB7-DF29-4CCB-9D00-93E1214FE1DB}"/>
    <dgm:cxn modelId="{A62CA222-D2A2-4D56-9630-1FE5C134A6D6}" srcId="{A45F311A-0276-43F9-BB02-D565B8E07676}" destId="{A7FF8CA5-3FB4-48B4-94C8-470212C61761}" srcOrd="0" destOrd="0" parTransId="{ED5E9320-A963-435D-8F92-9B60C7076FE8}" sibTransId="{23BFA256-3804-492F-BBBB-5D7201289169}"/>
    <dgm:cxn modelId="{63F3C322-0C86-4F1D-A348-B6F2F4171E6E}" srcId="{0509C354-A6D5-4E28-8C04-0E6A513FD528}" destId="{8B9157A9-83EE-451F-A822-B2DEDEF2418D}" srcOrd="1" destOrd="0" parTransId="{8C245791-AB53-4607-AC1C-FFEF80855BAB}" sibTransId="{154B17BC-75AE-408C-96FE-AB467FE36480}"/>
    <dgm:cxn modelId="{BC18EE22-CA50-4BFF-A74F-0ECE6C2E2F77}" srcId="{0509C354-A6D5-4E28-8C04-0E6A513FD528}" destId="{63AACAC1-0FAF-4749-9227-D851B7569B18}" srcOrd="3" destOrd="0" parTransId="{35CE0EBF-4DF0-42BC-A99E-2E57B3C23553}" sibTransId="{9EECAF1B-8947-4DC6-B3E3-D815EF4AA7BF}"/>
    <dgm:cxn modelId="{F21AB92B-476B-4444-9CCA-1909E1C48E6E}" type="presOf" srcId="{621FD63E-94D1-47E6-A5D0-9874B6B2CEE3}" destId="{45415C03-86E2-4DE0-AB59-2EC955F12E4E}" srcOrd="0" destOrd="1" presId="urn:microsoft.com/office/officeart/2005/8/layout/matrix1"/>
    <dgm:cxn modelId="{0F87C92B-E7AD-4441-8417-ACBD7E0DCE30}" type="presOf" srcId="{F431202F-5BFF-4A57-A837-4CDB59D447BB}" destId="{06C2CF79-632E-4A01-9770-7541C6B95014}" srcOrd="0" destOrd="0" presId="urn:microsoft.com/office/officeart/2005/8/layout/matrix1"/>
    <dgm:cxn modelId="{BBF4112F-7D84-426D-904A-5B4768D0DF9A}" srcId="{8B9157A9-83EE-451F-A822-B2DEDEF2418D}" destId="{A4D9DFEC-189C-47DD-AE0E-5E1163C6D968}" srcOrd="0" destOrd="0" parTransId="{6C4B1ACB-2269-4123-B8F9-66219E5087FC}" sibTransId="{EFEE6331-0F35-461E-8688-AC5EE2995BB9}"/>
    <dgm:cxn modelId="{B9180137-9DCA-4245-BF86-ECC52EABE55A}" type="presOf" srcId="{A4D9DFEC-189C-47DD-AE0E-5E1163C6D968}" destId="{78DB312E-A7AF-47C1-BFEB-27ED4CDEDFD7}" srcOrd="1" destOrd="1" presId="urn:microsoft.com/office/officeart/2005/8/layout/matrix1"/>
    <dgm:cxn modelId="{C40C823E-B40F-457E-B165-F9D77FA099C3}" type="presOf" srcId="{B7DA909F-E129-4E51-922A-6D23952913EB}" destId="{BD95F0C8-FA10-4385-825D-D0A566D3CFBA}" srcOrd="1" destOrd="1" presId="urn:microsoft.com/office/officeart/2005/8/layout/matrix1"/>
    <dgm:cxn modelId="{3FFCE061-AD3E-42E9-B53A-3FEEF0DA5EB7}" type="presOf" srcId="{A7FF8CA5-3FB4-48B4-94C8-470212C61761}" destId="{DEF44D39-4DE2-4FD1-ADD7-282B44F3A775}" srcOrd="1" destOrd="1" presId="urn:microsoft.com/office/officeart/2005/8/layout/matrix1"/>
    <dgm:cxn modelId="{20BB6144-2058-44FA-9A84-F562A4A5E1F0}" srcId="{F431202F-5BFF-4A57-A837-4CDB59D447BB}" destId="{545D48AE-AA34-4262-92FA-15E8922AA163}" srcOrd="1" destOrd="0" parTransId="{654F688A-3E01-4CC6-8049-FE00785C161A}" sibTransId="{5544F9C8-FB73-4012-9E70-20EA170D49D3}"/>
    <dgm:cxn modelId="{455B3868-82B0-414D-9E51-2133100DE126}" srcId="{D9B5598C-ED5D-4DDA-8E9F-1EF79CECFE59}" destId="{0509C354-A6D5-4E28-8C04-0E6A513FD528}" srcOrd="0" destOrd="0" parTransId="{11AD9CBE-6AAC-44B2-9D97-8811C7BFC178}" sibTransId="{6622ABA8-C191-4D9A-81B2-E03770F04DF7}"/>
    <dgm:cxn modelId="{5F734C48-59EC-434D-A92B-AACF55A65C50}" type="presOf" srcId="{A4D9DFEC-189C-47DD-AE0E-5E1163C6D968}" destId="{CB23EE6D-A93E-4FD0-BDB6-18AA6864C90D}" srcOrd="0" destOrd="1" presId="urn:microsoft.com/office/officeart/2005/8/layout/matrix1"/>
    <dgm:cxn modelId="{26828C49-19EB-4A07-B0FF-C168D244E481}" type="presOf" srcId="{E216F493-709B-4957-8B2A-C1CC5CF3D8BF}" destId="{45415C03-86E2-4DE0-AB59-2EC955F12E4E}" srcOrd="0" destOrd="2" presId="urn:microsoft.com/office/officeart/2005/8/layout/matrix1"/>
    <dgm:cxn modelId="{4207C76A-6BA4-4758-AC81-B939A3FE7883}" type="presOf" srcId="{8B9157A9-83EE-451F-A822-B2DEDEF2418D}" destId="{78DB312E-A7AF-47C1-BFEB-27ED4CDEDFD7}" srcOrd="1" destOrd="0" presId="urn:microsoft.com/office/officeart/2005/8/layout/matrix1"/>
    <dgm:cxn modelId="{4E897F51-8A7B-4222-A987-8E4023F4AC2C}" type="presOf" srcId="{545D48AE-AA34-4262-92FA-15E8922AA163}" destId="{BD95F0C8-FA10-4385-825D-D0A566D3CFBA}" srcOrd="1" destOrd="4" presId="urn:microsoft.com/office/officeart/2005/8/layout/matrix1"/>
    <dgm:cxn modelId="{D89BB152-E199-4617-959A-ADB74C17EFC5}" type="presOf" srcId="{B944ED84-6941-4F96-A02F-F57A821A5386}" destId="{BD95F0C8-FA10-4385-825D-D0A566D3CFBA}" srcOrd="1" destOrd="3" presId="urn:microsoft.com/office/officeart/2005/8/layout/matrix1"/>
    <dgm:cxn modelId="{DD1C9454-7D5F-4A20-BD11-543F2EF5439F}" type="presOf" srcId="{A45F311A-0276-43F9-BB02-D565B8E07676}" destId="{5B6A3C5A-A666-4FF0-9FA4-F6B8B1C15474}" srcOrd="0" destOrd="0" presId="urn:microsoft.com/office/officeart/2005/8/layout/matrix1"/>
    <dgm:cxn modelId="{B9871955-F71E-45EC-BCC4-B0B6FD90A82A}" type="presOf" srcId="{F3571884-5975-433F-BB0B-4EA08E4B2CDC}" destId="{06C2CF79-632E-4A01-9770-7541C6B95014}" srcOrd="0" destOrd="2" presId="urn:microsoft.com/office/officeart/2005/8/layout/matrix1"/>
    <dgm:cxn modelId="{9732775A-00B3-4B90-BAC5-0A554A9466CB}" srcId="{A4D9DFEC-189C-47DD-AE0E-5E1163C6D968}" destId="{510B010A-B6B7-4E62-BFC6-B7A5F9ED6C14}" srcOrd="0" destOrd="0" parTransId="{DEEAD263-39DF-44BB-AC17-26FDAAEE7A4D}" sibTransId="{C3CA8AF5-6A5A-402B-BB2E-BDF0F593C9A2}"/>
    <dgm:cxn modelId="{62A5CB7B-D20C-4DFA-B2B4-9CDAACE5E50E}" type="presOf" srcId="{621FD63E-94D1-47E6-A5D0-9874B6B2CEE3}" destId="{0AD041F5-21A7-41E7-93CD-8B96FBA5C4B7}" srcOrd="1" destOrd="1" presId="urn:microsoft.com/office/officeart/2005/8/layout/matrix1"/>
    <dgm:cxn modelId="{89FDF888-FB53-4158-BD96-7011CD723AF6}" type="presOf" srcId="{60DD3836-3C7E-44B4-8BEF-294D46A76520}" destId="{5B6A3C5A-A666-4FF0-9FA4-F6B8B1C15474}" srcOrd="0" destOrd="2" presId="urn:microsoft.com/office/officeart/2005/8/layout/matrix1"/>
    <dgm:cxn modelId="{FFD43D8A-C07B-4F0C-BBE0-BBA356BC074A}" srcId="{621FD63E-94D1-47E6-A5D0-9874B6B2CEE3}" destId="{E216F493-709B-4957-8B2A-C1CC5CF3D8BF}" srcOrd="0" destOrd="0" parTransId="{A919D2D8-D220-4D14-BB43-D6375CFAEA30}" sibTransId="{148D366B-F157-45CA-A313-78FDABD9854C}"/>
    <dgm:cxn modelId="{CA598F8F-95AA-4A07-97FD-DABFFE3148D1}" srcId="{0509C354-A6D5-4E28-8C04-0E6A513FD528}" destId="{F431202F-5BFF-4A57-A837-4CDB59D447BB}" srcOrd="2" destOrd="0" parTransId="{93FB2727-3DBB-4D5C-945C-978EEF58F5BA}" sibTransId="{CF010D2A-0FF7-427C-A536-F0C8DF442F96}"/>
    <dgm:cxn modelId="{44C7FF93-41A1-4082-B0CF-385B71FE0F3D}" srcId="{B7DA909F-E129-4E51-922A-6D23952913EB}" destId="{B944ED84-6941-4F96-A02F-F57A821A5386}" srcOrd="1" destOrd="0" parTransId="{B0C030E3-E01B-40EC-AA6F-D29BCEAC8185}" sibTransId="{2762D23E-A876-4A43-96F1-4C9D761871ED}"/>
    <dgm:cxn modelId="{1F3FDF95-8A36-4503-BF2B-431E1F45231A}" srcId="{B7DA909F-E129-4E51-922A-6D23952913EB}" destId="{F3571884-5975-433F-BB0B-4EA08E4B2CDC}" srcOrd="0" destOrd="0" parTransId="{EFC58E01-8C83-43E9-B5F5-7CCBB80FEFB0}" sibTransId="{2BCA6928-E99E-4D73-9A69-3FDBCDF28C5D}"/>
    <dgm:cxn modelId="{AE4B8797-AF13-48DF-A6E9-59754D1426FF}" type="presOf" srcId="{F431202F-5BFF-4A57-A837-4CDB59D447BB}" destId="{BD95F0C8-FA10-4385-825D-D0A566D3CFBA}" srcOrd="1" destOrd="0" presId="urn:microsoft.com/office/officeart/2005/8/layout/matrix1"/>
    <dgm:cxn modelId="{8C0DC799-86F6-4115-9F67-6D42684FE172}" type="presOf" srcId="{60DD3836-3C7E-44B4-8BEF-294D46A76520}" destId="{DEF44D39-4DE2-4FD1-ADD7-282B44F3A775}" srcOrd="1" destOrd="2" presId="urn:microsoft.com/office/officeart/2005/8/layout/matrix1"/>
    <dgm:cxn modelId="{DE29ECA6-DC18-4946-A5A1-5C0B6C451CA1}" type="presOf" srcId="{63AACAC1-0FAF-4749-9227-D851B7569B18}" destId="{45415C03-86E2-4DE0-AB59-2EC955F12E4E}" srcOrd="0" destOrd="0" presId="urn:microsoft.com/office/officeart/2005/8/layout/matrix1"/>
    <dgm:cxn modelId="{CFAB0AAA-650A-4E39-96A3-9C7741AD4603}" srcId="{F431202F-5BFF-4A57-A837-4CDB59D447BB}" destId="{B7DA909F-E129-4E51-922A-6D23952913EB}" srcOrd="0" destOrd="0" parTransId="{81D5FB3A-CCBE-4317-BF55-67B0D39D1CC6}" sibTransId="{C7184195-05D9-4107-8784-AE3BD6D60B0B}"/>
    <dgm:cxn modelId="{A0151EAB-42F4-4897-8A15-31286A1E86E8}" srcId="{0509C354-A6D5-4E28-8C04-0E6A513FD528}" destId="{A45F311A-0276-43F9-BB02-D565B8E07676}" srcOrd="0" destOrd="0" parTransId="{EEA72059-E684-49D0-8E01-B731F2D6B031}" sibTransId="{89BA4D55-7232-464B-8EF7-D1D48FFA45E2}"/>
    <dgm:cxn modelId="{6E4A8BAB-C66B-4313-A06A-D758233CFDE8}" type="presOf" srcId="{510B010A-B6B7-4E62-BFC6-B7A5F9ED6C14}" destId="{78DB312E-A7AF-47C1-BFEB-27ED4CDEDFD7}" srcOrd="1" destOrd="2" presId="urn:microsoft.com/office/officeart/2005/8/layout/matrix1"/>
    <dgm:cxn modelId="{2B5682BC-4F9A-413A-997D-CBF85F696D99}" srcId="{63AACAC1-0FAF-4749-9227-D851B7569B18}" destId="{621FD63E-94D1-47E6-A5D0-9874B6B2CEE3}" srcOrd="0" destOrd="0" parTransId="{8613BBF0-4EAB-45A8-AA43-CE80A5C56D94}" sibTransId="{D830B3F8-33C8-4C73-827D-C1A0DECF1A06}"/>
    <dgm:cxn modelId="{468D60C5-6EC7-4AF5-8CCD-BB09409870A5}" type="presOf" srcId="{545D48AE-AA34-4262-92FA-15E8922AA163}" destId="{06C2CF79-632E-4A01-9770-7541C6B95014}" srcOrd="0" destOrd="4" presId="urn:microsoft.com/office/officeart/2005/8/layout/matrix1"/>
    <dgm:cxn modelId="{08B778D2-8F91-485C-82E8-5EA33F42195D}" type="presOf" srcId="{A45F311A-0276-43F9-BB02-D565B8E07676}" destId="{DEF44D39-4DE2-4FD1-ADD7-282B44F3A775}" srcOrd="1" destOrd="0" presId="urn:microsoft.com/office/officeart/2005/8/layout/matrix1"/>
    <dgm:cxn modelId="{C77D47D9-CA7F-497C-8829-F3C40D0E8A92}" type="presOf" srcId="{D9B5598C-ED5D-4DDA-8E9F-1EF79CECFE59}" destId="{F49FE926-FC39-4A6F-AB3A-6489EB9D58F3}" srcOrd="0" destOrd="0" presId="urn:microsoft.com/office/officeart/2005/8/layout/matrix1"/>
    <dgm:cxn modelId="{D2598BDC-D365-4174-BD50-DE7F4B3418F5}" type="presOf" srcId="{B944ED84-6941-4F96-A02F-F57A821A5386}" destId="{06C2CF79-632E-4A01-9770-7541C6B95014}" srcOrd="0" destOrd="3" presId="urn:microsoft.com/office/officeart/2005/8/layout/matrix1"/>
    <dgm:cxn modelId="{324EB3E4-5049-4877-98BD-A8D6A0FF56E0}" type="presOf" srcId="{E216F493-709B-4957-8B2A-C1CC5CF3D8BF}" destId="{0AD041F5-21A7-41E7-93CD-8B96FBA5C4B7}" srcOrd="1" destOrd="2" presId="urn:microsoft.com/office/officeart/2005/8/layout/matrix1"/>
    <dgm:cxn modelId="{12CC91F5-BEE8-4E3F-A11F-0E52ECC1B853}" type="presOf" srcId="{A7FF8CA5-3FB4-48B4-94C8-470212C61761}" destId="{5B6A3C5A-A666-4FF0-9FA4-F6B8B1C15474}" srcOrd="0" destOrd="1" presId="urn:microsoft.com/office/officeart/2005/8/layout/matrix1"/>
    <dgm:cxn modelId="{41855EF6-73F9-42AE-B2FB-8AC406A3FE7B}" type="presOf" srcId="{8B9157A9-83EE-451F-A822-B2DEDEF2418D}" destId="{CB23EE6D-A93E-4FD0-BDB6-18AA6864C90D}" srcOrd="0" destOrd="0" presId="urn:microsoft.com/office/officeart/2005/8/layout/matrix1"/>
    <dgm:cxn modelId="{146DDB3C-F925-4FE0-96DA-524F01AF6691}" type="presParOf" srcId="{F49FE926-FC39-4A6F-AB3A-6489EB9D58F3}" destId="{6477B035-680C-48B7-9612-14C8A6686A53}" srcOrd="0" destOrd="0" presId="urn:microsoft.com/office/officeart/2005/8/layout/matrix1"/>
    <dgm:cxn modelId="{B3EA8965-6A58-4D2A-85BB-3E4E6F91720D}" type="presParOf" srcId="{6477B035-680C-48B7-9612-14C8A6686A53}" destId="{5B6A3C5A-A666-4FF0-9FA4-F6B8B1C15474}" srcOrd="0" destOrd="0" presId="urn:microsoft.com/office/officeart/2005/8/layout/matrix1"/>
    <dgm:cxn modelId="{958488BF-B96B-4F5E-A3BB-C8F1BAFCB7C6}" type="presParOf" srcId="{6477B035-680C-48B7-9612-14C8A6686A53}" destId="{DEF44D39-4DE2-4FD1-ADD7-282B44F3A775}" srcOrd="1" destOrd="0" presId="urn:microsoft.com/office/officeart/2005/8/layout/matrix1"/>
    <dgm:cxn modelId="{E44E5E25-CE62-4100-A51B-462CC369612A}" type="presParOf" srcId="{6477B035-680C-48B7-9612-14C8A6686A53}" destId="{CB23EE6D-A93E-4FD0-BDB6-18AA6864C90D}" srcOrd="2" destOrd="0" presId="urn:microsoft.com/office/officeart/2005/8/layout/matrix1"/>
    <dgm:cxn modelId="{735DE4A9-B09A-4811-A606-CD46092E0757}" type="presParOf" srcId="{6477B035-680C-48B7-9612-14C8A6686A53}" destId="{78DB312E-A7AF-47C1-BFEB-27ED4CDEDFD7}" srcOrd="3" destOrd="0" presId="urn:microsoft.com/office/officeart/2005/8/layout/matrix1"/>
    <dgm:cxn modelId="{310A3926-AFAD-4E8C-A5EB-7491E1AD7866}" type="presParOf" srcId="{6477B035-680C-48B7-9612-14C8A6686A53}" destId="{06C2CF79-632E-4A01-9770-7541C6B95014}" srcOrd="4" destOrd="0" presId="urn:microsoft.com/office/officeart/2005/8/layout/matrix1"/>
    <dgm:cxn modelId="{B31A09DF-D619-4013-8ADE-91E366AB2B88}" type="presParOf" srcId="{6477B035-680C-48B7-9612-14C8A6686A53}" destId="{BD95F0C8-FA10-4385-825D-D0A566D3CFBA}" srcOrd="5" destOrd="0" presId="urn:microsoft.com/office/officeart/2005/8/layout/matrix1"/>
    <dgm:cxn modelId="{A49D0E0E-0651-43A8-8723-C130E6D8B70D}" type="presParOf" srcId="{6477B035-680C-48B7-9612-14C8A6686A53}" destId="{45415C03-86E2-4DE0-AB59-2EC955F12E4E}" srcOrd="6" destOrd="0" presId="urn:microsoft.com/office/officeart/2005/8/layout/matrix1"/>
    <dgm:cxn modelId="{3ACDA786-ECFF-4C63-9BB8-7304731E4F5D}" type="presParOf" srcId="{6477B035-680C-48B7-9612-14C8A6686A53}" destId="{0AD041F5-21A7-41E7-93CD-8B96FBA5C4B7}" srcOrd="7" destOrd="0" presId="urn:microsoft.com/office/officeart/2005/8/layout/matrix1"/>
    <dgm:cxn modelId="{CD23C9B0-7880-410C-BBF3-313D8AF577CB}" type="presParOf" srcId="{F49FE926-FC39-4A6F-AB3A-6489EB9D58F3}" destId="{8843AD72-1C0A-45B4-B6DB-007B30E7EDD0}"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E606BA-3215-44E9-AA01-8AA4C4BA6A88}" type="doc">
      <dgm:prSet loTypeId="urn:microsoft.com/office/officeart/2005/8/layout/list1" loCatId="list" qsTypeId="urn:microsoft.com/office/officeart/2005/8/quickstyle/simple1" qsCatId="simple" csTypeId="urn:microsoft.com/office/officeart/2005/8/colors/accent1_3" csCatId="accent1" phldr="1"/>
      <dgm:spPr/>
      <dgm:t>
        <a:bodyPr/>
        <a:lstStyle/>
        <a:p>
          <a:endParaRPr lang="en-US"/>
        </a:p>
      </dgm:t>
    </dgm:pt>
    <dgm:pt modelId="{086748BE-465C-4F89-B4F3-F5D2DAA154B2}">
      <dgm:prSet phldrT="[Text]"/>
      <dgm:spPr/>
      <dgm:t>
        <a:bodyPr/>
        <a:lstStyle/>
        <a:p>
          <a:r>
            <a:rPr lang="en-US"/>
            <a:t>Perform with excellence</a:t>
          </a:r>
        </a:p>
      </dgm:t>
    </dgm:pt>
    <dgm:pt modelId="{89ECCE7F-AF04-4930-9813-BD90858F4ADA}" type="parTrans" cxnId="{885DB481-27E3-4B21-872D-8ACC6EE69A44}">
      <dgm:prSet/>
      <dgm:spPr/>
      <dgm:t>
        <a:bodyPr/>
        <a:lstStyle/>
        <a:p>
          <a:endParaRPr lang="en-US"/>
        </a:p>
      </dgm:t>
    </dgm:pt>
    <dgm:pt modelId="{E48882DE-7683-4CB7-BB5E-80CE6B927B76}" type="sibTrans" cxnId="{885DB481-27E3-4B21-872D-8ACC6EE69A44}">
      <dgm:prSet/>
      <dgm:spPr/>
      <dgm:t>
        <a:bodyPr/>
        <a:lstStyle/>
        <a:p>
          <a:endParaRPr lang="en-US"/>
        </a:p>
      </dgm:t>
    </dgm:pt>
    <dgm:pt modelId="{8B70A722-5ECC-4B1B-A050-A49EB237572A}">
      <dgm:prSet phldrT="[Text]"/>
      <dgm:spPr/>
      <dgm:t>
        <a:bodyPr/>
        <a:lstStyle/>
        <a:p>
          <a:r>
            <a:rPr lang="en-US"/>
            <a:t>Model personal integrity and accountability</a:t>
          </a:r>
        </a:p>
      </dgm:t>
    </dgm:pt>
    <dgm:pt modelId="{4CE8D799-2B71-4931-BA25-C202F93B97DE}" type="parTrans" cxnId="{502703BF-244E-4E9F-B8C7-18C7710DCDB5}">
      <dgm:prSet/>
      <dgm:spPr/>
      <dgm:t>
        <a:bodyPr/>
        <a:lstStyle/>
        <a:p>
          <a:endParaRPr lang="en-US"/>
        </a:p>
      </dgm:t>
    </dgm:pt>
    <dgm:pt modelId="{42ECF9B6-4968-4E66-8E95-EBEB5D79BC16}" type="sibTrans" cxnId="{502703BF-244E-4E9F-B8C7-18C7710DCDB5}">
      <dgm:prSet/>
      <dgm:spPr/>
      <dgm:t>
        <a:bodyPr/>
        <a:lstStyle/>
        <a:p>
          <a:endParaRPr lang="en-US"/>
        </a:p>
      </dgm:t>
    </dgm:pt>
    <dgm:pt modelId="{87798379-8B79-40E6-B0CC-ED244F4DFAB1}">
      <dgm:prSet phldrT="[Text]"/>
      <dgm:spPr/>
      <dgm:t>
        <a:bodyPr/>
        <a:lstStyle/>
        <a:p>
          <a:r>
            <a:rPr lang="en-US"/>
            <a:t>Don’t be afraid to ask questions</a:t>
          </a:r>
        </a:p>
      </dgm:t>
    </dgm:pt>
    <dgm:pt modelId="{EDFCAE65-AFC8-40E7-8480-5DFA4FB3D73F}" type="parTrans" cxnId="{CF1B6A31-B8C0-430C-AB2F-A966FF5E053F}">
      <dgm:prSet/>
      <dgm:spPr/>
      <dgm:t>
        <a:bodyPr/>
        <a:lstStyle/>
        <a:p>
          <a:endParaRPr lang="en-US"/>
        </a:p>
      </dgm:t>
    </dgm:pt>
    <dgm:pt modelId="{95F31827-9F22-4E22-BCDF-9F6F114EC620}" type="sibTrans" cxnId="{CF1B6A31-B8C0-430C-AB2F-A966FF5E053F}">
      <dgm:prSet/>
      <dgm:spPr/>
      <dgm:t>
        <a:bodyPr/>
        <a:lstStyle/>
        <a:p>
          <a:endParaRPr lang="en-US"/>
        </a:p>
      </dgm:t>
    </dgm:pt>
    <dgm:pt modelId="{BD717D51-31DC-4D3F-94C6-EBBEA764340E}">
      <dgm:prSet/>
      <dgm:spPr/>
      <dgm:t>
        <a:bodyPr/>
        <a:lstStyle/>
        <a:p>
          <a:r>
            <a:rPr lang="en-US"/>
            <a:t>Apply a growth mindset</a:t>
          </a:r>
        </a:p>
      </dgm:t>
    </dgm:pt>
    <dgm:pt modelId="{98E62311-6B5D-49FB-828F-57A8DE02F779}" type="parTrans" cxnId="{AAB80FC4-B29C-4566-9BE6-F6A78FB8B6F8}">
      <dgm:prSet/>
      <dgm:spPr/>
      <dgm:t>
        <a:bodyPr/>
        <a:lstStyle/>
        <a:p>
          <a:endParaRPr lang="en-US"/>
        </a:p>
      </dgm:t>
    </dgm:pt>
    <dgm:pt modelId="{28AFB5EB-853A-4AB5-AA9C-F5FA246834C3}" type="sibTrans" cxnId="{AAB80FC4-B29C-4566-9BE6-F6A78FB8B6F8}">
      <dgm:prSet/>
      <dgm:spPr/>
      <dgm:t>
        <a:bodyPr/>
        <a:lstStyle/>
        <a:p>
          <a:endParaRPr lang="en-US"/>
        </a:p>
      </dgm:t>
    </dgm:pt>
    <dgm:pt modelId="{BF09FEB3-4E84-4D26-BB8F-47F53399A30F}">
      <dgm:prSet/>
      <dgm:spPr/>
      <dgm:t>
        <a:bodyPr/>
        <a:lstStyle/>
        <a:p>
          <a:r>
            <a:rPr lang="en-US"/>
            <a:t>Prioritize the Intern Program events (site and project)</a:t>
          </a:r>
        </a:p>
      </dgm:t>
    </dgm:pt>
    <dgm:pt modelId="{6BE24908-2AFC-492F-87CF-495C87947343}" type="parTrans" cxnId="{EA10C8A1-BB55-431C-9C71-F94AE63E8996}">
      <dgm:prSet/>
      <dgm:spPr/>
      <dgm:t>
        <a:bodyPr/>
        <a:lstStyle/>
        <a:p>
          <a:endParaRPr lang="en-US"/>
        </a:p>
      </dgm:t>
    </dgm:pt>
    <dgm:pt modelId="{D34D6AC4-63EE-4F1E-B76D-FC3403FCD7DE}" type="sibTrans" cxnId="{EA10C8A1-BB55-431C-9C71-F94AE63E8996}">
      <dgm:prSet/>
      <dgm:spPr/>
      <dgm:t>
        <a:bodyPr/>
        <a:lstStyle/>
        <a:p>
          <a:endParaRPr lang="en-US"/>
        </a:p>
      </dgm:t>
    </dgm:pt>
    <dgm:pt modelId="{C0AF98AA-FDE9-482E-AB39-03B8488F2E88}">
      <dgm:prSet/>
      <dgm:spPr/>
      <dgm:t>
        <a:bodyPr/>
        <a:lstStyle/>
        <a:p>
          <a:r>
            <a:rPr lang="en-US"/>
            <a:t>Charge your time accurately</a:t>
          </a:r>
        </a:p>
      </dgm:t>
    </dgm:pt>
    <dgm:pt modelId="{98A5A025-1E6F-4422-A9F3-6EA969B00F27}" type="parTrans" cxnId="{F4B8D978-27B3-4069-B581-3DCD6D601E62}">
      <dgm:prSet/>
      <dgm:spPr/>
      <dgm:t>
        <a:bodyPr/>
        <a:lstStyle/>
        <a:p>
          <a:endParaRPr lang="en-US"/>
        </a:p>
      </dgm:t>
    </dgm:pt>
    <dgm:pt modelId="{7FE36A37-5023-4711-AD73-928B51DD4E28}" type="sibTrans" cxnId="{F4B8D978-27B3-4069-B581-3DCD6D601E62}">
      <dgm:prSet/>
      <dgm:spPr/>
      <dgm:t>
        <a:bodyPr/>
        <a:lstStyle/>
        <a:p>
          <a:endParaRPr lang="en-US"/>
        </a:p>
      </dgm:t>
    </dgm:pt>
    <dgm:pt modelId="{92C8DB5E-B28D-45C5-87AD-7882552DC49C}">
      <dgm:prSet/>
      <dgm:spPr/>
      <dgm:t>
        <a:bodyPr/>
        <a:lstStyle/>
        <a:p>
          <a:r>
            <a:rPr lang="en-US"/>
            <a:t>Have fun!</a:t>
          </a:r>
        </a:p>
      </dgm:t>
    </dgm:pt>
    <dgm:pt modelId="{A144B7EE-70A3-4996-A6B6-39393DEE7168}" type="parTrans" cxnId="{D112B95B-094B-4862-A518-4C6E3E3153FD}">
      <dgm:prSet/>
      <dgm:spPr/>
      <dgm:t>
        <a:bodyPr/>
        <a:lstStyle/>
        <a:p>
          <a:endParaRPr lang="en-US"/>
        </a:p>
      </dgm:t>
    </dgm:pt>
    <dgm:pt modelId="{7B2A6A98-53AE-421A-97C2-CA5505B19FC2}" type="sibTrans" cxnId="{D112B95B-094B-4862-A518-4C6E3E3153FD}">
      <dgm:prSet/>
      <dgm:spPr/>
      <dgm:t>
        <a:bodyPr/>
        <a:lstStyle/>
        <a:p>
          <a:endParaRPr lang="en-US"/>
        </a:p>
      </dgm:t>
    </dgm:pt>
    <dgm:pt modelId="{1EE7B0AB-9BF4-41B1-8315-49EA4E7FD25E}" type="pres">
      <dgm:prSet presAssocID="{43E606BA-3215-44E9-AA01-8AA4C4BA6A88}" presName="linear" presStyleCnt="0">
        <dgm:presLayoutVars>
          <dgm:dir/>
          <dgm:animLvl val="lvl"/>
          <dgm:resizeHandles val="exact"/>
        </dgm:presLayoutVars>
      </dgm:prSet>
      <dgm:spPr/>
    </dgm:pt>
    <dgm:pt modelId="{DDB1C88B-1DE7-4737-AAC8-0893D00F18A6}" type="pres">
      <dgm:prSet presAssocID="{086748BE-465C-4F89-B4F3-F5D2DAA154B2}" presName="parentLin" presStyleCnt="0"/>
      <dgm:spPr/>
    </dgm:pt>
    <dgm:pt modelId="{0568A087-5DBD-457D-91B4-D2058EE3DA86}" type="pres">
      <dgm:prSet presAssocID="{086748BE-465C-4F89-B4F3-F5D2DAA154B2}" presName="parentLeftMargin" presStyleLbl="node1" presStyleIdx="0" presStyleCnt="7"/>
      <dgm:spPr/>
    </dgm:pt>
    <dgm:pt modelId="{C92A4630-E382-4458-8893-9FA0D09CC47F}" type="pres">
      <dgm:prSet presAssocID="{086748BE-465C-4F89-B4F3-F5D2DAA154B2}" presName="parentText" presStyleLbl="node1" presStyleIdx="0" presStyleCnt="7">
        <dgm:presLayoutVars>
          <dgm:chMax val="0"/>
          <dgm:bulletEnabled val="1"/>
        </dgm:presLayoutVars>
      </dgm:prSet>
      <dgm:spPr/>
    </dgm:pt>
    <dgm:pt modelId="{D9A9D207-652E-420E-A15E-C00E266570E2}" type="pres">
      <dgm:prSet presAssocID="{086748BE-465C-4F89-B4F3-F5D2DAA154B2}" presName="negativeSpace" presStyleCnt="0"/>
      <dgm:spPr/>
    </dgm:pt>
    <dgm:pt modelId="{B2F5F405-034C-4D3E-8623-C4AD3684A992}" type="pres">
      <dgm:prSet presAssocID="{086748BE-465C-4F89-B4F3-F5D2DAA154B2}" presName="childText" presStyleLbl="conFgAcc1" presStyleIdx="0" presStyleCnt="7">
        <dgm:presLayoutVars>
          <dgm:bulletEnabled val="1"/>
        </dgm:presLayoutVars>
      </dgm:prSet>
      <dgm:spPr/>
    </dgm:pt>
    <dgm:pt modelId="{6EBE1EA5-CA91-48AD-9AD8-06EE426BDBAB}" type="pres">
      <dgm:prSet presAssocID="{E48882DE-7683-4CB7-BB5E-80CE6B927B76}" presName="spaceBetweenRectangles" presStyleCnt="0"/>
      <dgm:spPr/>
    </dgm:pt>
    <dgm:pt modelId="{17F5F96D-CF65-4454-B533-0F5CE59A258F}" type="pres">
      <dgm:prSet presAssocID="{8B70A722-5ECC-4B1B-A050-A49EB237572A}" presName="parentLin" presStyleCnt="0"/>
      <dgm:spPr/>
    </dgm:pt>
    <dgm:pt modelId="{42CCA6D1-8FD9-4BC4-8394-E6689A91F0A5}" type="pres">
      <dgm:prSet presAssocID="{8B70A722-5ECC-4B1B-A050-A49EB237572A}" presName="parentLeftMargin" presStyleLbl="node1" presStyleIdx="0" presStyleCnt="7"/>
      <dgm:spPr/>
    </dgm:pt>
    <dgm:pt modelId="{E991E150-A013-4EF6-BE21-79DE76A39E82}" type="pres">
      <dgm:prSet presAssocID="{8B70A722-5ECC-4B1B-A050-A49EB237572A}" presName="parentText" presStyleLbl="node1" presStyleIdx="1" presStyleCnt="7">
        <dgm:presLayoutVars>
          <dgm:chMax val="0"/>
          <dgm:bulletEnabled val="1"/>
        </dgm:presLayoutVars>
      </dgm:prSet>
      <dgm:spPr/>
    </dgm:pt>
    <dgm:pt modelId="{0F9C9DEE-6085-446E-9042-A8E83D75379B}" type="pres">
      <dgm:prSet presAssocID="{8B70A722-5ECC-4B1B-A050-A49EB237572A}" presName="negativeSpace" presStyleCnt="0"/>
      <dgm:spPr/>
    </dgm:pt>
    <dgm:pt modelId="{BD727177-F367-482B-8600-8D8CBF12B7B6}" type="pres">
      <dgm:prSet presAssocID="{8B70A722-5ECC-4B1B-A050-A49EB237572A}" presName="childText" presStyleLbl="conFgAcc1" presStyleIdx="1" presStyleCnt="7">
        <dgm:presLayoutVars>
          <dgm:bulletEnabled val="1"/>
        </dgm:presLayoutVars>
      </dgm:prSet>
      <dgm:spPr/>
    </dgm:pt>
    <dgm:pt modelId="{DEF97FDE-4E13-4867-A388-A77537D51C1D}" type="pres">
      <dgm:prSet presAssocID="{42ECF9B6-4968-4E66-8E95-EBEB5D79BC16}" presName="spaceBetweenRectangles" presStyleCnt="0"/>
      <dgm:spPr/>
    </dgm:pt>
    <dgm:pt modelId="{676A041D-0928-4E4A-9FE6-023DDF88AEA1}" type="pres">
      <dgm:prSet presAssocID="{87798379-8B79-40E6-B0CC-ED244F4DFAB1}" presName="parentLin" presStyleCnt="0"/>
      <dgm:spPr/>
    </dgm:pt>
    <dgm:pt modelId="{6B1613EC-EA37-4B51-ABBA-502547A37210}" type="pres">
      <dgm:prSet presAssocID="{87798379-8B79-40E6-B0CC-ED244F4DFAB1}" presName="parentLeftMargin" presStyleLbl="node1" presStyleIdx="1" presStyleCnt="7"/>
      <dgm:spPr/>
    </dgm:pt>
    <dgm:pt modelId="{44845D46-058A-436C-8CEB-5C3391D24BC2}" type="pres">
      <dgm:prSet presAssocID="{87798379-8B79-40E6-B0CC-ED244F4DFAB1}" presName="parentText" presStyleLbl="node1" presStyleIdx="2" presStyleCnt="7">
        <dgm:presLayoutVars>
          <dgm:chMax val="0"/>
          <dgm:bulletEnabled val="1"/>
        </dgm:presLayoutVars>
      </dgm:prSet>
      <dgm:spPr/>
    </dgm:pt>
    <dgm:pt modelId="{38211F0F-3217-44D1-9550-A68D3B11795E}" type="pres">
      <dgm:prSet presAssocID="{87798379-8B79-40E6-B0CC-ED244F4DFAB1}" presName="negativeSpace" presStyleCnt="0"/>
      <dgm:spPr/>
    </dgm:pt>
    <dgm:pt modelId="{4A624357-065F-483F-8CAE-D5082219E5C3}" type="pres">
      <dgm:prSet presAssocID="{87798379-8B79-40E6-B0CC-ED244F4DFAB1}" presName="childText" presStyleLbl="conFgAcc1" presStyleIdx="2" presStyleCnt="7">
        <dgm:presLayoutVars>
          <dgm:bulletEnabled val="1"/>
        </dgm:presLayoutVars>
      </dgm:prSet>
      <dgm:spPr/>
    </dgm:pt>
    <dgm:pt modelId="{5B93E5BB-3791-463F-9112-3CFD30D0F9EF}" type="pres">
      <dgm:prSet presAssocID="{95F31827-9F22-4E22-BCDF-9F6F114EC620}" presName="spaceBetweenRectangles" presStyleCnt="0"/>
      <dgm:spPr/>
    </dgm:pt>
    <dgm:pt modelId="{546AA364-B0B1-4F80-B9A9-162373E71525}" type="pres">
      <dgm:prSet presAssocID="{BD717D51-31DC-4D3F-94C6-EBBEA764340E}" presName="parentLin" presStyleCnt="0"/>
      <dgm:spPr/>
    </dgm:pt>
    <dgm:pt modelId="{C079D312-CE15-4553-8EE9-06CD17473683}" type="pres">
      <dgm:prSet presAssocID="{BD717D51-31DC-4D3F-94C6-EBBEA764340E}" presName="parentLeftMargin" presStyleLbl="node1" presStyleIdx="2" presStyleCnt="7"/>
      <dgm:spPr/>
    </dgm:pt>
    <dgm:pt modelId="{E8DB871C-BA6F-435E-914C-B659686C8EBF}" type="pres">
      <dgm:prSet presAssocID="{BD717D51-31DC-4D3F-94C6-EBBEA764340E}" presName="parentText" presStyleLbl="node1" presStyleIdx="3" presStyleCnt="7">
        <dgm:presLayoutVars>
          <dgm:chMax val="0"/>
          <dgm:bulletEnabled val="1"/>
        </dgm:presLayoutVars>
      </dgm:prSet>
      <dgm:spPr/>
    </dgm:pt>
    <dgm:pt modelId="{DA99C264-31AB-4E74-AF0B-AD50C8D77BD2}" type="pres">
      <dgm:prSet presAssocID="{BD717D51-31DC-4D3F-94C6-EBBEA764340E}" presName="negativeSpace" presStyleCnt="0"/>
      <dgm:spPr/>
    </dgm:pt>
    <dgm:pt modelId="{D7D53B92-F2CD-4D1C-BD44-C42962CF7456}" type="pres">
      <dgm:prSet presAssocID="{BD717D51-31DC-4D3F-94C6-EBBEA764340E}" presName="childText" presStyleLbl="conFgAcc1" presStyleIdx="3" presStyleCnt="7">
        <dgm:presLayoutVars>
          <dgm:bulletEnabled val="1"/>
        </dgm:presLayoutVars>
      </dgm:prSet>
      <dgm:spPr/>
    </dgm:pt>
    <dgm:pt modelId="{FC196626-20A5-470E-987E-F19344D94874}" type="pres">
      <dgm:prSet presAssocID="{28AFB5EB-853A-4AB5-AA9C-F5FA246834C3}" presName="spaceBetweenRectangles" presStyleCnt="0"/>
      <dgm:spPr/>
    </dgm:pt>
    <dgm:pt modelId="{5A2C6DC1-45E5-43F4-8934-759B9DA4DBA1}" type="pres">
      <dgm:prSet presAssocID="{BF09FEB3-4E84-4D26-BB8F-47F53399A30F}" presName="parentLin" presStyleCnt="0"/>
      <dgm:spPr/>
    </dgm:pt>
    <dgm:pt modelId="{0DB59278-BE29-4E8C-BC60-D6C64C9E6F2C}" type="pres">
      <dgm:prSet presAssocID="{BF09FEB3-4E84-4D26-BB8F-47F53399A30F}" presName="parentLeftMargin" presStyleLbl="node1" presStyleIdx="3" presStyleCnt="7"/>
      <dgm:spPr/>
    </dgm:pt>
    <dgm:pt modelId="{69550D32-AC9B-4789-8642-918CC870D289}" type="pres">
      <dgm:prSet presAssocID="{BF09FEB3-4E84-4D26-BB8F-47F53399A30F}" presName="parentText" presStyleLbl="node1" presStyleIdx="4" presStyleCnt="7">
        <dgm:presLayoutVars>
          <dgm:chMax val="0"/>
          <dgm:bulletEnabled val="1"/>
        </dgm:presLayoutVars>
      </dgm:prSet>
      <dgm:spPr/>
    </dgm:pt>
    <dgm:pt modelId="{627AA4AB-4E1D-43A5-9BFB-67AAC94C204A}" type="pres">
      <dgm:prSet presAssocID="{BF09FEB3-4E84-4D26-BB8F-47F53399A30F}" presName="negativeSpace" presStyleCnt="0"/>
      <dgm:spPr/>
    </dgm:pt>
    <dgm:pt modelId="{E976D45F-C46B-4D53-AE53-8DB872FB8613}" type="pres">
      <dgm:prSet presAssocID="{BF09FEB3-4E84-4D26-BB8F-47F53399A30F}" presName="childText" presStyleLbl="conFgAcc1" presStyleIdx="4" presStyleCnt="7">
        <dgm:presLayoutVars>
          <dgm:bulletEnabled val="1"/>
        </dgm:presLayoutVars>
      </dgm:prSet>
      <dgm:spPr/>
    </dgm:pt>
    <dgm:pt modelId="{4583365B-B9F0-49CF-9D60-4FF159DFAF9C}" type="pres">
      <dgm:prSet presAssocID="{D34D6AC4-63EE-4F1E-B76D-FC3403FCD7DE}" presName="spaceBetweenRectangles" presStyleCnt="0"/>
      <dgm:spPr/>
    </dgm:pt>
    <dgm:pt modelId="{063FCE4A-E062-49DC-A3AE-8B7AF5949D53}" type="pres">
      <dgm:prSet presAssocID="{C0AF98AA-FDE9-482E-AB39-03B8488F2E88}" presName="parentLin" presStyleCnt="0"/>
      <dgm:spPr/>
    </dgm:pt>
    <dgm:pt modelId="{E8E39F19-8BD8-4A6A-B9CA-ADCF27F234A7}" type="pres">
      <dgm:prSet presAssocID="{C0AF98AA-FDE9-482E-AB39-03B8488F2E88}" presName="parentLeftMargin" presStyleLbl="node1" presStyleIdx="4" presStyleCnt="7"/>
      <dgm:spPr/>
    </dgm:pt>
    <dgm:pt modelId="{AF3D6CF6-8E66-4B58-AC9E-C6ABABC05164}" type="pres">
      <dgm:prSet presAssocID="{C0AF98AA-FDE9-482E-AB39-03B8488F2E88}" presName="parentText" presStyleLbl="node1" presStyleIdx="5" presStyleCnt="7">
        <dgm:presLayoutVars>
          <dgm:chMax val="0"/>
          <dgm:bulletEnabled val="1"/>
        </dgm:presLayoutVars>
      </dgm:prSet>
      <dgm:spPr/>
    </dgm:pt>
    <dgm:pt modelId="{08EA0A76-CE1E-4520-A94C-FD2E6BD5141C}" type="pres">
      <dgm:prSet presAssocID="{C0AF98AA-FDE9-482E-AB39-03B8488F2E88}" presName="negativeSpace" presStyleCnt="0"/>
      <dgm:spPr/>
    </dgm:pt>
    <dgm:pt modelId="{D69D1584-DD78-4092-8B74-1FAB5F24F8FA}" type="pres">
      <dgm:prSet presAssocID="{C0AF98AA-FDE9-482E-AB39-03B8488F2E88}" presName="childText" presStyleLbl="conFgAcc1" presStyleIdx="5" presStyleCnt="7">
        <dgm:presLayoutVars>
          <dgm:bulletEnabled val="1"/>
        </dgm:presLayoutVars>
      </dgm:prSet>
      <dgm:spPr/>
    </dgm:pt>
    <dgm:pt modelId="{89199971-CDBB-4F9E-8DC1-5C9A3D00AB3E}" type="pres">
      <dgm:prSet presAssocID="{7FE36A37-5023-4711-AD73-928B51DD4E28}" presName="spaceBetweenRectangles" presStyleCnt="0"/>
      <dgm:spPr/>
    </dgm:pt>
    <dgm:pt modelId="{11D6BD11-AC8C-4643-B76E-F51BECAF228A}" type="pres">
      <dgm:prSet presAssocID="{92C8DB5E-B28D-45C5-87AD-7882552DC49C}" presName="parentLin" presStyleCnt="0"/>
      <dgm:spPr/>
    </dgm:pt>
    <dgm:pt modelId="{5526C437-1A3B-426E-90D2-681D2DA4EBD1}" type="pres">
      <dgm:prSet presAssocID="{92C8DB5E-B28D-45C5-87AD-7882552DC49C}" presName="parentLeftMargin" presStyleLbl="node1" presStyleIdx="5" presStyleCnt="7"/>
      <dgm:spPr/>
    </dgm:pt>
    <dgm:pt modelId="{03B448EC-65E3-42EB-9365-29951F150F23}" type="pres">
      <dgm:prSet presAssocID="{92C8DB5E-B28D-45C5-87AD-7882552DC49C}" presName="parentText" presStyleLbl="node1" presStyleIdx="6" presStyleCnt="7">
        <dgm:presLayoutVars>
          <dgm:chMax val="0"/>
          <dgm:bulletEnabled val="1"/>
        </dgm:presLayoutVars>
      </dgm:prSet>
      <dgm:spPr/>
    </dgm:pt>
    <dgm:pt modelId="{845422A4-1C4C-4FA6-9A01-17C89E1A03BE}" type="pres">
      <dgm:prSet presAssocID="{92C8DB5E-B28D-45C5-87AD-7882552DC49C}" presName="negativeSpace" presStyleCnt="0"/>
      <dgm:spPr/>
    </dgm:pt>
    <dgm:pt modelId="{F46A5795-75CA-473F-BB39-E4638D858686}" type="pres">
      <dgm:prSet presAssocID="{92C8DB5E-B28D-45C5-87AD-7882552DC49C}" presName="childText" presStyleLbl="conFgAcc1" presStyleIdx="6" presStyleCnt="7">
        <dgm:presLayoutVars>
          <dgm:bulletEnabled val="1"/>
        </dgm:presLayoutVars>
      </dgm:prSet>
      <dgm:spPr/>
    </dgm:pt>
  </dgm:ptLst>
  <dgm:cxnLst>
    <dgm:cxn modelId="{80A3D910-CB74-4130-BC8C-F62E55287129}" type="presOf" srcId="{BF09FEB3-4E84-4D26-BB8F-47F53399A30F}" destId="{0DB59278-BE29-4E8C-BC60-D6C64C9E6F2C}" srcOrd="0" destOrd="0" presId="urn:microsoft.com/office/officeart/2005/8/layout/list1"/>
    <dgm:cxn modelId="{B78CE31F-27FC-4A40-9D95-887EEA7F53FD}" type="presOf" srcId="{43E606BA-3215-44E9-AA01-8AA4C4BA6A88}" destId="{1EE7B0AB-9BF4-41B1-8315-49EA4E7FD25E}" srcOrd="0" destOrd="0" presId="urn:microsoft.com/office/officeart/2005/8/layout/list1"/>
    <dgm:cxn modelId="{CF1B6A31-B8C0-430C-AB2F-A966FF5E053F}" srcId="{43E606BA-3215-44E9-AA01-8AA4C4BA6A88}" destId="{87798379-8B79-40E6-B0CC-ED244F4DFAB1}" srcOrd="2" destOrd="0" parTransId="{EDFCAE65-AFC8-40E7-8480-5DFA4FB3D73F}" sibTransId="{95F31827-9F22-4E22-BCDF-9F6F114EC620}"/>
    <dgm:cxn modelId="{60F70032-CDBF-439A-9F9A-4A354CD16DB0}" type="presOf" srcId="{87798379-8B79-40E6-B0CC-ED244F4DFAB1}" destId="{6B1613EC-EA37-4B51-ABBA-502547A37210}" srcOrd="0" destOrd="0" presId="urn:microsoft.com/office/officeart/2005/8/layout/list1"/>
    <dgm:cxn modelId="{26B2783A-5417-4F8A-9B91-BAD1A1742FCE}" type="presOf" srcId="{BD717D51-31DC-4D3F-94C6-EBBEA764340E}" destId="{C079D312-CE15-4553-8EE9-06CD17473683}" srcOrd="0" destOrd="0" presId="urn:microsoft.com/office/officeart/2005/8/layout/list1"/>
    <dgm:cxn modelId="{D112B95B-094B-4862-A518-4C6E3E3153FD}" srcId="{43E606BA-3215-44E9-AA01-8AA4C4BA6A88}" destId="{92C8DB5E-B28D-45C5-87AD-7882552DC49C}" srcOrd="6" destOrd="0" parTransId="{A144B7EE-70A3-4996-A6B6-39393DEE7168}" sibTransId="{7B2A6A98-53AE-421A-97C2-CA5505B19FC2}"/>
    <dgm:cxn modelId="{7CC28048-9ADA-4278-B120-B6B3765E0BFD}" type="presOf" srcId="{086748BE-465C-4F89-B4F3-F5D2DAA154B2}" destId="{C92A4630-E382-4458-8893-9FA0D09CC47F}" srcOrd="1" destOrd="0" presId="urn:microsoft.com/office/officeart/2005/8/layout/list1"/>
    <dgm:cxn modelId="{1D2E7954-D685-4511-9CF4-37BE077F6477}" type="presOf" srcId="{92C8DB5E-B28D-45C5-87AD-7882552DC49C}" destId="{5526C437-1A3B-426E-90D2-681D2DA4EBD1}" srcOrd="0" destOrd="0" presId="urn:microsoft.com/office/officeart/2005/8/layout/list1"/>
    <dgm:cxn modelId="{F4B8D978-27B3-4069-B581-3DCD6D601E62}" srcId="{43E606BA-3215-44E9-AA01-8AA4C4BA6A88}" destId="{C0AF98AA-FDE9-482E-AB39-03B8488F2E88}" srcOrd="5" destOrd="0" parTransId="{98A5A025-1E6F-4422-A9F3-6EA969B00F27}" sibTransId="{7FE36A37-5023-4711-AD73-928B51DD4E28}"/>
    <dgm:cxn modelId="{885DB481-27E3-4B21-872D-8ACC6EE69A44}" srcId="{43E606BA-3215-44E9-AA01-8AA4C4BA6A88}" destId="{086748BE-465C-4F89-B4F3-F5D2DAA154B2}" srcOrd="0" destOrd="0" parTransId="{89ECCE7F-AF04-4930-9813-BD90858F4ADA}" sibTransId="{E48882DE-7683-4CB7-BB5E-80CE6B927B76}"/>
    <dgm:cxn modelId="{EA10C8A1-BB55-431C-9C71-F94AE63E8996}" srcId="{43E606BA-3215-44E9-AA01-8AA4C4BA6A88}" destId="{BF09FEB3-4E84-4D26-BB8F-47F53399A30F}" srcOrd="4" destOrd="0" parTransId="{6BE24908-2AFC-492F-87CF-495C87947343}" sibTransId="{D34D6AC4-63EE-4F1E-B76D-FC3403FCD7DE}"/>
    <dgm:cxn modelId="{686E32A6-CED5-4F6C-BE46-0A9DAC2424C4}" type="presOf" srcId="{086748BE-465C-4F89-B4F3-F5D2DAA154B2}" destId="{0568A087-5DBD-457D-91B4-D2058EE3DA86}" srcOrd="0" destOrd="0" presId="urn:microsoft.com/office/officeart/2005/8/layout/list1"/>
    <dgm:cxn modelId="{75F0CCAB-839B-491D-A4EA-FCB4E920496C}" type="presOf" srcId="{BF09FEB3-4E84-4D26-BB8F-47F53399A30F}" destId="{69550D32-AC9B-4789-8642-918CC870D289}" srcOrd="1" destOrd="0" presId="urn:microsoft.com/office/officeart/2005/8/layout/list1"/>
    <dgm:cxn modelId="{4AC985B1-E336-41D3-9F8F-789E4E5BCD46}" type="presOf" srcId="{C0AF98AA-FDE9-482E-AB39-03B8488F2E88}" destId="{AF3D6CF6-8E66-4B58-AC9E-C6ABABC05164}" srcOrd="1" destOrd="0" presId="urn:microsoft.com/office/officeart/2005/8/layout/list1"/>
    <dgm:cxn modelId="{502703BF-244E-4E9F-B8C7-18C7710DCDB5}" srcId="{43E606BA-3215-44E9-AA01-8AA4C4BA6A88}" destId="{8B70A722-5ECC-4B1B-A050-A49EB237572A}" srcOrd="1" destOrd="0" parTransId="{4CE8D799-2B71-4931-BA25-C202F93B97DE}" sibTransId="{42ECF9B6-4968-4E66-8E95-EBEB5D79BC16}"/>
    <dgm:cxn modelId="{FE7F3EC0-1051-4BA1-8A00-4D47A2CA57A8}" type="presOf" srcId="{87798379-8B79-40E6-B0CC-ED244F4DFAB1}" destId="{44845D46-058A-436C-8CEB-5C3391D24BC2}" srcOrd="1" destOrd="0" presId="urn:microsoft.com/office/officeart/2005/8/layout/list1"/>
    <dgm:cxn modelId="{AAB80FC4-B29C-4566-9BE6-F6A78FB8B6F8}" srcId="{43E606BA-3215-44E9-AA01-8AA4C4BA6A88}" destId="{BD717D51-31DC-4D3F-94C6-EBBEA764340E}" srcOrd="3" destOrd="0" parTransId="{98E62311-6B5D-49FB-828F-57A8DE02F779}" sibTransId="{28AFB5EB-853A-4AB5-AA9C-F5FA246834C3}"/>
    <dgm:cxn modelId="{6832D8CE-D519-4C72-B7B8-5A2861804F89}" type="presOf" srcId="{C0AF98AA-FDE9-482E-AB39-03B8488F2E88}" destId="{E8E39F19-8BD8-4A6A-B9CA-ADCF27F234A7}" srcOrd="0" destOrd="0" presId="urn:microsoft.com/office/officeart/2005/8/layout/list1"/>
    <dgm:cxn modelId="{DE54AADD-6461-4C2D-99B9-3ADA283273FE}" type="presOf" srcId="{BD717D51-31DC-4D3F-94C6-EBBEA764340E}" destId="{E8DB871C-BA6F-435E-914C-B659686C8EBF}" srcOrd="1" destOrd="0" presId="urn:microsoft.com/office/officeart/2005/8/layout/list1"/>
    <dgm:cxn modelId="{91D4EEE1-D375-4057-A861-8C492AD74FC3}" type="presOf" srcId="{92C8DB5E-B28D-45C5-87AD-7882552DC49C}" destId="{03B448EC-65E3-42EB-9365-29951F150F23}" srcOrd="1" destOrd="0" presId="urn:microsoft.com/office/officeart/2005/8/layout/list1"/>
    <dgm:cxn modelId="{A68A4EE2-7DFB-41B1-A874-844A8943E950}" type="presOf" srcId="{8B70A722-5ECC-4B1B-A050-A49EB237572A}" destId="{42CCA6D1-8FD9-4BC4-8394-E6689A91F0A5}" srcOrd="0" destOrd="0" presId="urn:microsoft.com/office/officeart/2005/8/layout/list1"/>
    <dgm:cxn modelId="{64EAA2FE-5077-49AF-99C0-E16030FECB13}" type="presOf" srcId="{8B70A722-5ECC-4B1B-A050-A49EB237572A}" destId="{E991E150-A013-4EF6-BE21-79DE76A39E82}" srcOrd="1" destOrd="0" presId="urn:microsoft.com/office/officeart/2005/8/layout/list1"/>
    <dgm:cxn modelId="{39E5DBC3-8EA8-4634-8130-E452E9AA7727}" type="presParOf" srcId="{1EE7B0AB-9BF4-41B1-8315-49EA4E7FD25E}" destId="{DDB1C88B-1DE7-4737-AAC8-0893D00F18A6}" srcOrd="0" destOrd="0" presId="urn:microsoft.com/office/officeart/2005/8/layout/list1"/>
    <dgm:cxn modelId="{858490D7-8D52-4159-A088-7D3E67A5F205}" type="presParOf" srcId="{DDB1C88B-1DE7-4737-AAC8-0893D00F18A6}" destId="{0568A087-5DBD-457D-91B4-D2058EE3DA86}" srcOrd="0" destOrd="0" presId="urn:microsoft.com/office/officeart/2005/8/layout/list1"/>
    <dgm:cxn modelId="{89385AB2-C970-483F-A51D-7161342669F1}" type="presParOf" srcId="{DDB1C88B-1DE7-4737-AAC8-0893D00F18A6}" destId="{C92A4630-E382-4458-8893-9FA0D09CC47F}" srcOrd="1" destOrd="0" presId="urn:microsoft.com/office/officeart/2005/8/layout/list1"/>
    <dgm:cxn modelId="{643495B7-A273-4BF8-B0AB-88042943E14D}" type="presParOf" srcId="{1EE7B0AB-9BF4-41B1-8315-49EA4E7FD25E}" destId="{D9A9D207-652E-420E-A15E-C00E266570E2}" srcOrd="1" destOrd="0" presId="urn:microsoft.com/office/officeart/2005/8/layout/list1"/>
    <dgm:cxn modelId="{F521A71E-1D80-4A89-8EA6-B8B0314BEC94}" type="presParOf" srcId="{1EE7B0AB-9BF4-41B1-8315-49EA4E7FD25E}" destId="{B2F5F405-034C-4D3E-8623-C4AD3684A992}" srcOrd="2" destOrd="0" presId="urn:microsoft.com/office/officeart/2005/8/layout/list1"/>
    <dgm:cxn modelId="{50E21B42-0378-4E80-8375-1FB710B9B7E5}" type="presParOf" srcId="{1EE7B0AB-9BF4-41B1-8315-49EA4E7FD25E}" destId="{6EBE1EA5-CA91-48AD-9AD8-06EE426BDBAB}" srcOrd="3" destOrd="0" presId="urn:microsoft.com/office/officeart/2005/8/layout/list1"/>
    <dgm:cxn modelId="{17C34235-A888-40F5-8100-67358E25B036}" type="presParOf" srcId="{1EE7B0AB-9BF4-41B1-8315-49EA4E7FD25E}" destId="{17F5F96D-CF65-4454-B533-0F5CE59A258F}" srcOrd="4" destOrd="0" presId="urn:microsoft.com/office/officeart/2005/8/layout/list1"/>
    <dgm:cxn modelId="{F3C4803B-4BFA-4F39-B233-123233EDE236}" type="presParOf" srcId="{17F5F96D-CF65-4454-B533-0F5CE59A258F}" destId="{42CCA6D1-8FD9-4BC4-8394-E6689A91F0A5}" srcOrd="0" destOrd="0" presId="urn:microsoft.com/office/officeart/2005/8/layout/list1"/>
    <dgm:cxn modelId="{CFE1774F-F26D-4C81-A2A4-2F822D06A3BD}" type="presParOf" srcId="{17F5F96D-CF65-4454-B533-0F5CE59A258F}" destId="{E991E150-A013-4EF6-BE21-79DE76A39E82}" srcOrd="1" destOrd="0" presId="urn:microsoft.com/office/officeart/2005/8/layout/list1"/>
    <dgm:cxn modelId="{1010501E-5E61-4B82-8770-1EC6489F107F}" type="presParOf" srcId="{1EE7B0AB-9BF4-41B1-8315-49EA4E7FD25E}" destId="{0F9C9DEE-6085-446E-9042-A8E83D75379B}" srcOrd="5" destOrd="0" presId="urn:microsoft.com/office/officeart/2005/8/layout/list1"/>
    <dgm:cxn modelId="{E931B631-06A8-49DF-8956-18F27460A69B}" type="presParOf" srcId="{1EE7B0AB-9BF4-41B1-8315-49EA4E7FD25E}" destId="{BD727177-F367-482B-8600-8D8CBF12B7B6}" srcOrd="6" destOrd="0" presId="urn:microsoft.com/office/officeart/2005/8/layout/list1"/>
    <dgm:cxn modelId="{F87E719A-37E4-40D4-9C1F-BD2F24453DD7}" type="presParOf" srcId="{1EE7B0AB-9BF4-41B1-8315-49EA4E7FD25E}" destId="{DEF97FDE-4E13-4867-A388-A77537D51C1D}" srcOrd="7" destOrd="0" presId="urn:microsoft.com/office/officeart/2005/8/layout/list1"/>
    <dgm:cxn modelId="{A8E58076-ADCA-42D7-9678-57FD4558B2B4}" type="presParOf" srcId="{1EE7B0AB-9BF4-41B1-8315-49EA4E7FD25E}" destId="{676A041D-0928-4E4A-9FE6-023DDF88AEA1}" srcOrd="8" destOrd="0" presId="urn:microsoft.com/office/officeart/2005/8/layout/list1"/>
    <dgm:cxn modelId="{167DD4EE-0AF5-4356-A0F8-F0942487FDC9}" type="presParOf" srcId="{676A041D-0928-4E4A-9FE6-023DDF88AEA1}" destId="{6B1613EC-EA37-4B51-ABBA-502547A37210}" srcOrd="0" destOrd="0" presId="urn:microsoft.com/office/officeart/2005/8/layout/list1"/>
    <dgm:cxn modelId="{92202B05-3A89-4135-8D4D-20A79ED5FB57}" type="presParOf" srcId="{676A041D-0928-4E4A-9FE6-023DDF88AEA1}" destId="{44845D46-058A-436C-8CEB-5C3391D24BC2}" srcOrd="1" destOrd="0" presId="urn:microsoft.com/office/officeart/2005/8/layout/list1"/>
    <dgm:cxn modelId="{7D2C995E-B79B-4112-93D6-FAA0F42E5FF3}" type="presParOf" srcId="{1EE7B0AB-9BF4-41B1-8315-49EA4E7FD25E}" destId="{38211F0F-3217-44D1-9550-A68D3B11795E}" srcOrd="9" destOrd="0" presId="urn:microsoft.com/office/officeart/2005/8/layout/list1"/>
    <dgm:cxn modelId="{EB573289-0BAC-49B5-BF86-072224344E1B}" type="presParOf" srcId="{1EE7B0AB-9BF4-41B1-8315-49EA4E7FD25E}" destId="{4A624357-065F-483F-8CAE-D5082219E5C3}" srcOrd="10" destOrd="0" presId="urn:microsoft.com/office/officeart/2005/8/layout/list1"/>
    <dgm:cxn modelId="{6CE53208-72B8-4B43-ACD5-2D4A142CCC0B}" type="presParOf" srcId="{1EE7B0AB-9BF4-41B1-8315-49EA4E7FD25E}" destId="{5B93E5BB-3791-463F-9112-3CFD30D0F9EF}" srcOrd="11" destOrd="0" presId="urn:microsoft.com/office/officeart/2005/8/layout/list1"/>
    <dgm:cxn modelId="{14B376C6-4828-48DE-B01F-77BD4395C59F}" type="presParOf" srcId="{1EE7B0AB-9BF4-41B1-8315-49EA4E7FD25E}" destId="{546AA364-B0B1-4F80-B9A9-162373E71525}" srcOrd="12" destOrd="0" presId="urn:microsoft.com/office/officeart/2005/8/layout/list1"/>
    <dgm:cxn modelId="{A636C7A5-B850-4458-A9C6-1BE6433BD1C6}" type="presParOf" srcId="{546AA364-B0B1-4F80-B9A9-162373E71525}" destId="{C079D312-CE15-4553-8EE9-06CD17473683}" srcOrd="0" destOrd="0" presId="urn:microsoft.com/office/officeart/2005/8/layout/list1"/>
    <dgm:cxn modelId="{30DDA921-390D-4182-9AEC-DA6DC4F26410}" type="presParOf" srcId="{546AA364-B0B1-4F80-B9A9-162373E71525}" destId="{E8DB871C-BA6F-435E-914C-B659686C8EBF}" srcOrd="1" destOrd="0" presId="urn:microsoft.com/office/officeart/2005/8/layout/list1"/>
    <dgm:cxn modelId="{EE19E954-9EDC-4503-BCF0-414CAF768E51}" type="presParOf" srcId="{1EE7B0AB-9BF4-41B1-8315-49EA4E7FD25E}" destId="{DA99C264-31AB-4E74-AF0B-AD50C8D77BD2}" srcOrd="13" destOrd="0" presId="urn:microsoft.com/office/officeart/2005/8/layout/list1"/>
    <dgm:cxn modelId="{E1F54E4E-F738-4952-9139-DC6BB031AB7E}" type="presParOf" srcId="{1EE7B0AB-9BF4-41B1-8315-49EA4E7FD25E}" destId="{D7D53B92-F2CD-4D1C-BD44-C42962CF7456}" srcOrd="14" destOrd="0" presId="urn:microsoft.com/office/officeart/2005/8/layout/list1"/>
    <dgm:cxn modelId="{5866CF66-0BFB-4D14-9964-C854C2B1EC07}" type="presParOf" srcId="{1EE7B0AB-9BF4-41B1-8315-49EA4E7FD25E}" destId="{FC196626-20A5-470E-987E-F19344D94874}" srcOrd="15" destOrd="0" presId="urn:microsoft.com/office/officeart/2005/8/layout/list1"/>
    <dgm:cxn modelId="{8A265533-DDB7-4195-ADCE-029B9F4D64AD}" type="presParOf" srcId="{1EE7B0AB-9BF4-41B1-8315-49EA4E7FD25E}" destId="{5A2C6DC1-45E5-43F4-8934-759B9DA4DBA1}" srcOrd="16" destOrd="0" presId="urn:microsoft.com/office/officeart/2005/8/layout/list1"/>
    <dgm:cxn modelId="{02E1DBB8-450B-401C-AE28-AEAAFC7DF465}" type="presParOf" srcId="{5A2C6DC1-45E5-43F4-8934-759B9DA4DBA1}" destId="{0DB59278-BE29-4E8C-BC60-D6C64C9E6F2C}" srcOrd="0" destOrd="0" presId="urn:microsoft.com/office/officeart/2005/8/layout/list1"/>
    <dgm:cxn modelId="{C8D91D00-7CCD-4BEA-9B69-CCC324B2E5EA}" type="presParOf" srcId="{5A2C6DC1-45E5-43F4-8934-759B9DA4DBA1}" destId="{69550D32-AC9B-4789-8642-918CC870D289}" srcOrd="1" destOrd="0" presId="urn:microsoft.com/office/officeart/2005/8/layout/list1"/>
    <dgm:cxn modelId="{93BD5CFD-D30F-44C3-AB28-1D37065AF5ED}" type="presParOf" srcId="{1EE7B0AB-9BF4-41B1-8315-49EA4E7FD25E}" destId="{627AA4AB-4E1D-43A5-9BFB-67AAC94C204A}" srcOrd="17" destOrd="0" presId="urn:microsoft.com/office/officeart/2005/8/layout/list1"/>
    <dgm:cxn modelId="{1C9D86E7-4468-4E61-9715-C9344FB61A68}" type="presParOf" srcId="{1EE7B0AB-9BF4-41B1-8315-49EA4E7FD25E}" destId="{E976D45F-C46B-4D53-AE53-8DB872FB8613}" srcOrd="18" destOrd="0" presId="urn:microsoft.com/office/officeart/2005/8/layout/list1"/>
    <dgm:cxn modelId="{B94D570B-D330-4B32-A4D4-D538A47E2318}" type="presParOf" srcId="{1EE7B0AB-9BF4-41B1-8315-49EA4E7FD25E}" destId="{4583365B-B9F0-49CF-9D60-4FF159DFAF9C}" srcOrd="19" destOrd="0" presId="urn:microsoft.com/office/officeart/2005/8/layout/list1"/>
    <dgm:cxn modelId="{CAD91B27-4997-43AA-89AB-0D1943D186AE}" type="presParOf" srcId="{1EE7B0AB-9BF4-41B1-8315-49EA4E7FD25E}" destId="{063FCE4A-E062-49DC-A3AE-8B7AF5949D53}" srcOrd="20" destOrd="0" presId="urn:microsoft.com/office/officeart/2005/8/layout/list1"/>
    <dgm:cxn modelId="{0D98B7A2-7011-4DC4-BBA6-EFEE1294151E}" type="presParOf" srcId="{063FCE4A-E062-49DC-A3AE-8B7AF5949D53}" destId="{E8E39F19-8BD8-4A6A-B9CA-ADCF27F234A7}" srcOrd="0" destOrd="0" presId="urn:microsoft.com/office/officeart/2005/8/layout/list1"/>
    <dgm:cxn modelId="{155E73BC-6680-4997-9D0D-EC7151DA358F}" type="presParOf" srcId="{063FCE4A-E062-49DC-A3AE-8B7AF5949D53}" destId="{AF3D6CF6-8E66-4B58-AC9E-C6ABABC05164}" srcOrd="1" destOrd="0" presId="urn:microsoft.com/office/officeart/2005/8/layout/list1"/>
    <dgm:cxn modelId="{8893BDD3-6EB4-40C8-94C0-213113E07971}" type="presParOf" srcId="{1EE7B0AB-9BF4-41B1-8315-49EA4E7FD25E}" destId="{08EA0A76-CE1E-4520-A94C-FD2E6BD5141C}" srcOrd="21" destOrd="0" presId="urn:microsoft.com/office/officeart/2005/8/layout/list1"/>
    <dgm:cxn modelId="{D912FD72-C6A9-4773-B97F-4EA6E8106292}" type="presParOf" srcId="{1EE7B0AB-9BF4-41B1-8315-49EA4E7FD25E}" destId="{D69D1584-DD78-4092-8B74-1FAB5F24F8FA}" srcOrd="22" destOrd="0" presId="urn:microsoft.com/office/officeart/2005/8/layout/list1"/>
    <dgm:cxn modelId="{00F8E922-0627-41F9-91FD-4C1C26DA01A6}" type="presParOf" srcId="{1EE7B0AB-9BF4-41B1-8315-49EA4E7FD25E}" destId="{89199971-CDBB-4F9E-8DC1-5C9A3D00AB3E}" srcOrd="23" destOrd="0" presId="urn:microsoft.com/office/officeart/2005/8/layout/list1"/>
    <dgm:cxn modelId="{FBD38519-00A4-4368-9545-7EAC9048A330}" type="presParOf" srcId="{1EE7B0AB-9BF4-41B1-8315-49EA4E7FD25E}" destId="{11D6BD11-AC8C-4643-B76E-F51BECAF228A}" srcOrd="24" destOrd="0" presId="urn:microsoft.com/office/officeart/2005/8/layout/list1"/>
    <dgm:cxn modelId="{129FA48A-E239-4C0B-B2CF-04205D36835A}" type="presParOf" srcId="{11D6BD11-AC8C-4643-B76E-F51BECAF228A}" destId="{5526C437-1A3B-426E-90D2-681D2DA4EBD1}" srcOrd="0" destOrd="0" presId="urn:microsoft.com/office/officeart/2005/8/layout/list1"/>
    <dgm:cxn modelId="{1687A27E-D395-4B9B-9900-E109F0E66480}" type="presParOf" srcId="{11D6BD11-AC8C-4643-B76E-F51BECAF228A}" destId="{03B448EC-65E3-42EB-9365-29951F150F23}" srcOrd="1" destOrd="0" presId="urn:microsoft.com/office/officeart/2005/8/layout/list1"/>
    <dgm:cxn modelId="{0BCC72BC-DD33-4875-89AD-BB1B712EE065}" type="presParOf" srcId="{1EE7B0AB-9BF4-41B1-8315-49EA4E7FD25E}" destId="{845422A4-1C4C-4FA6-9A01-17C89E1A03BE}" srcOrd="25" destOrd="0" presId="urn:microsoft.com/office/officeart/2005/8/layout/list1"/>
    <dgm:cxn modelId="{56AAA135-E46A-4C15-8AA6-197145B69EC6}" type="presParOf" srcId="{1EE7B0AB-9BF4-41B1-8315-49EA4E7FD25E}" destId="{F46A5795-75CA-473F-BB39-E4638D858686}" srcOrd="2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A894F27-31D3-4D95-8F09-EF993650C5C3}"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47458709-37DF-4CF2-9838-3DB2C9E817FC}">
      <dgm:prSet phldrT="[Text]"/>
      <dgm:spPr/>
      <dgm:t>
        <a:bodyPr/>
        <a:lstStyle/>
        <a:p>
          <a:r>
            <a:rPr lang="en-US"/>
            <a:t>Project Manager: Name</a:t>
          </a:r>
        </a:p>
      </dgm:t>
    </dgm:pt>
    <dgm:pt modelId="{49D50B9C-2F9F-49A5-ABEB-33A6AE3F605C}" type="parTrans" cxnId="{4F48DB79-1DA0-4778-AB99-EE381EFD4B8C}">
      <dgm:prSet/>
      <dgm:spPr/>
      <dgm:t>
        <a:bodyPr/>
        <a:lstStyle/>
        <a:p>
          <a:endParaRPr lang="en-US"/>
        </a:p>
      </dgm:t>
    </dgm:pt>
    <dgm:pt modelId="{C4CCD3D2-AE4B-47B7-8AEC-09E16842043A}" type="sibTrans" cxnId="{4F48DB79-1DA0-4778-AB99-EE381EFD4B8C}">
      <dgm:prSet/>
      <dgm:spPr/>
      <dgm:t>
        <a:bodyPr/>
        <a:lstStyle/>
        <a:p>
          <a:endParaRPr lang="en-US"/>
        </a:p>
      </dgm:t>
    </dgm:pt>
    <dgm:pt modelId="{B89EB580-3273-44C4-B035-F86BBBB03E4C}" type="asst">
      <dgm:prSet phldrT="[Text]"/>
      <dgm:spPr/>
      <dgm:t>
        <a:bodyPr/>
        <a:lstStyle/>
        <a:p>
          <a:r>
            <a:rPr lang="en-US"/>
            <a:t>Engineering Project Manager: Name</a:t>
          </a:r>
        </a:p>
      </dgm:t>
    </dgm:pt>
    <dgm:pt modelId="{FD5B2706-0F50-41C9-94B8-5B7D5450B7BF}" type="parTrans" cxnId="{C4941DB7-2E08-498C-8B5E-64928533E586}">
      <dgm:prSet/>
      <dgm:spPr/>
      <dgm:t>
        <a:bodyPr/>
        <a:lstStyle/>
        <a:p>
          <a:endParaRPr lang="en-US"/>
        </a:p>
      </dgm:t>
    </dgm:pt>
    <dgm:pt modelId="{BA15798B-51A5-4ED0-BB35-6D812EA9FFD1}" type="sibTrans" cxnId="{C4941DB7-2E08-498C-8B5E-64928533E586}">
      <dgm:prSet/>
      <dgm:spPr/>
      <dgm:t>
        <a:bodyPr/>
        <a:lstStyle/>
        <a:p>
          <a:endParaRPr lang="en-US"/>
        </a:p>
      </dgm:t>
    </dgm:pt>
    <dgm:pt modelId="{2C549217-2E04-4CCF-B09F-A5078226FCEC}">
      <dgm:prSet phldrT="[Text]"/>
      <dgm:spPr/>
      <dgm:t>
        <a:bodyPr/>
        <a:lstStyle/>
        <a:p>
          <a:r>
            <a:rPr lang="en-US"/>
            <a:t>Hardware Lead: Name</a:t>
          </a:r>
        </a:p>
      </dgm:t>
    </dgm:pt>
    <dgm:pt modelId="{8596B2E3-6292-49D7-876C-9DDB981B478A}" type="parTrans" cxnId="{2B7703F1-1A0F-422A-AA9E-F945C60A6AEC}">
      <dgm:prSet/>
      <dgm:spPr/>
      <dgm:t>
        <a:bodyPr/>
        <a:lstStyle/>
        <a:p>
          <a:endParaRPr lang="en-US"/>
        </a:p>
      </dgm:t>
    </dgm:pt>
    <dgm:pt modelId="{ABD874E0-30D1-49A4-B570-4C7F481B9880}" type="sibTrans" cxnId="{2B7703F1-1A0F-422A-AA9E-F945C60A6AEC}">
      <dgm:prSet/>
      <dgm:spPr/>
      <dgm:t>
        <a:bodyPr/>
        <a:lstStyle/>
        <a:p>
          <a:endParaRPr lang="en-US"/>
        </a:p>
      </dgm:t>
    </dgm:pt>
    <dgm:pt modelId="{9F559E41-FFFF-4692-86F0-21050F27D493}">
      <dgm:prSet phldrT="[Text]"/>
      <dgm:spPr/>
      <dgm:t>
        <a:bodyPr/>
        <a:lstStyle/>
        <a:p>
          <a:r>
            <a:rPr lang="en-US"/>
            <a:t>Software Lead: Name</a:t>
          </a:r>
        </a:p>
      </dgm:t>
    </dgm:pt>
    <dgm:pt modelId="{137B32D6-A612-4A5F-A982-ADE47A1E2A75}" type="parTrans" cxnId="{B23A88D7-CDFE-473F-A5B2-617F285557A0}">
      <dgm:prSet/>
      <dgm:spPr/>
      <dgm:t>
        <a:bodyPr/>
        <a:lstStyle/>
        <a:p>
          <a:endParaRPr lang="en-US"/>
        </a:p>
      </dgm:t>
    </dgm:pt>
    <dgm:pt modelId="{9B5B0481-1EB0-46E5-8935-E859BA554BD8}" type="sibTrans" cxnId="{B23A88D7-CDFE-473F-A5B2-617F285557A0}">
      <dgm:prSet/>
      <dgm:spPr/>
      <dgm:t>
        <a:bodyPr/>
        <a:lstStyle/>
        <a:p>
          <a:endParaRPr lang="en-US"/>
        </a:p>
      </dgm:t>
    </dgm:pt>
    <dgm:pt modelId="{24DA2AEC-54E2-4474-B62A-A1617C9619CD}">
      <dgm:prSet phldrT="[Text]"/>
      <dgm:spPr/>
      <dgm:t>
        <a:bodyPr/>
        <a:lstStyle/>
        <a:p>
          <a:r>
            <a:rPr lang="en-US"/>
            <a:t>Integration Lead: Name</a:t>
          </a:r>
        </a:p>
      </dgm:t>
    </dgm:pt>
    <dgm:pt modelId="{80D19F9D-9B7D-4EA3-9819-3AFEC29A177A}" type="parTrans" cxnId="{C1AC6AB3-32A6-4C1B-A4F3-866F96D73610}">
      <dgm:prSet/>
      <dgm:spPr/>
      <dgm:t>
        <a:bodyPr/>
        <a:lstStyle/>
        <a:p>
          <a:endParaRPr lang="en-US"/>
        </a:p>
      </dgm:t>
    </dgm:pt>
    <dgm:pt modelId="{2CAEC52D-6CD3-46D3-947D-42ED89DC1E9E}" type="sibTrans" cxnId="{C1AC6AB3-32A6-4C1B-A4F3-866F96D73610}">
      <dgm:prSet/>
      <dgm:spPr/>
      <dgm:t>
        <a:bodyPr/>
        <a:lstStyle/>
        <a:p>
          <a:endParaRPr lang="en-US"/>
        </a:p>
      </dgm:t>
    </dgm:pt>
    <dgm:pt modelId="{0DCCD65E-AB02-4273-8652-90CEBE8B8546}">
      <dgm:prSet phldrT="[Text]"/>
      <dgm:spPr/>
      <dgm:t>
        <a:bodyPr/>
        <a:lstStyle/>
        <a:p>
          <a:r>
            <a:rPr lang="en-US"/>
            <a:t>Mechanical Engineer: Name</a:t>
          </a:r>
        </a:p>
      </dgm:t>
    </dgm:pt>
    <dgm:pt modelId="{16D8BBE5-81BD-4F8A-A490-1AA8A067242E}" type="parTrans" cxnId="{581165DD-864A-4A1D-8708-53E0E70C5A76}">
      <dgm:prSet/>
      <dgm:spPr/>
      <dgm:t>
        <a:bodyPr/>
        <a:lstStyle/>
        <a:p>
          <a:endParaRPr lang="en-US"/>
        </a:p>
      </dgm:t>
    </dgm:pt>
    <dgm:pt modelId="{5030C0F1-7CEA-4A7D-AB84-4D70C8A8BE07}" type="sibTrans" cxnId="{581165DD-864A-4A1D-8708-53E0E70C5A76}">
      <dgm:prSet/>
      <dgm:spPr/>
      <dgm:t>
        <a:bodyPr/>
        <a:lstStyle/>
        <a:p>
          <a:endParaRPr lang="en-US"/>
        </a:p>
      </dgm:t>
    </dgm:pt>
    <dgm:pt modelId="{E2B616F6-CAC7-426F-B8A5-148A6A65A812}">
      <dgm:prSet phldrT="[Text]"/>
      <dgm:spPr/>
      <dgm:t>
        <a:bodyPr/>
        <a:lstStyle/>
        <a:p>
          <a:r>
            <a:rPr lang="en-US"/>
            <a:t>API Engineer: Name</a:t>
          </a:r>
        </a:p>
      </dgm:t>
    </dgm:pt>
    <dgm:pt modelId="{BC8B54F2-7840-4E1B-9793-86AA77EE6CCC}" type="parTrans" cxnId="{B683AACF-D5CF-440B-AC11-38751D64802C}">
      <dgm:prSet/>
      <dgm:spPr/>
      <dgm:t>
        <a:bodyPr/>
        <a:lstStyle/>
        <a:p>
          <a:endParaRPr lang="en-US"/>
        </a:p>
      </dgm:t>
    </dgm:pt>
    <dgm:pt modelId="{FACB6719-33E3-4634-9E62-C47E33A63B4A}" type="sibTrans" cxnId="{B683AACF-D5CF-440B-AC11-38751D64802C}">
      <dgm:prSet/>
      <dgm:spPr/>
      <dgm:t>
        <a:bodyPr/>
        <a:lstStyle/>
        <a:p>
          <a:endParaRPr lang="en-US"/>
        </a:p>
      </dgm:t>
    </dgm:pt>
    <dgm:pt modelId="{481C1189-D8E3-4161-B1A9-93C05622ABB2}">
      <dgm:prSet phldrT="[Text]"/>
      <dgm:spPr/>
      <dgm:t>
        <a:bodyPr/>
        <a:lstStyle/>
        <a:p>
          <a:r>
            <a:rPr lang="en-US"/>
            <a:t>I&amp;T Engineer: Name</a:t>
          </a:r>
        </a:p>
      </dgm:t>
    </dgm:pt>
    <dgm:pt modelId="{2616CBD5-98DE-4629-AC75-DCD8416CADC4}" type="parTrans" cxnId="{9F15DA20-41F1-4F76-AD93-7F43FE175022}">
      <dgm:prSet/>
      <dgm:spPr/>
      <dgm:t>
        <a:bodyPr/>
        <a:lstStyle/>
        <a:p>
          <a:endParaRPr lang="en-US"/>
        </a:p>
      </dgm:t>
    </dgm:pt>
    <dgm:pt modelId="{2E636529-78DA-4941-9AAD-C096D39FA9DE}" type="sibTrans" cxnId="{9F15DA20-41F1-4F76-AD93-7F43FE175022}">
      <dgm:prSet/>
      <dgm:spPr/>
      <dgm:t>
        <a:bodyPr/>
        <a:lstStyle/>
        <a:p>
          <a:endParaRPr lang="en-US"/>
        </a:p>
      </dgm:t>
    </dgm:pt>
    <dgm:pt modelId="{8A2518F5-982E-4D27-B5E4-71B17533813F}" type="pres">
      <dgm:prSet presAssocID="{1A894F27-31D3-4D95-8F09-EF993650C5C3}" presName="hierChild1" presStyleCnt="0">
        <dgm:presLayoutVars>
          <dgm:orgChart val="1"/>
          <dgm:chPref val="1"/>
          <dgm:dir/>
          <dgm:animOne val="branch"/>
          <dgm:animLvl val="lvl"/>
          <dgm:resizeHandles/>
        </dgm:presLayoutVars>
      </dgm:prSet>
      <dgm:spPr/>
    </dgm:pt>
    <dgm:pt modelId="{7E0286E6-5F82-4D7C-8E53-1437C05A2F34}" type="pres">
      <dgm:prSet presAssocID="{47458709-37DF-4CF2-9838-3DB2C9E817FC}" presName="hierRoot1" presStyleCnt="0">
        <dgm:presLayoutVars>
          <dgm:hierBranch val="init"/>
        </dgm:presLayoutVars>
      </dgm:prSet>
      <dgm:spPr/>
    </dgm:pt>
    <dgm:pt modelId="{FF67076B-4D4B-47D3-BD35-47161FF79F0B}" type="pres">
      <dgm:prSet presAssocID="{47458709-37DF-4CF2-9838-3DB2C9E817FC}" presName="rootComposite1" presStyleCnt="0"/>
      <dgm:spPr/>
    </dgm:pt>
    <dgm:pt modelId="{EB300E5C-1193-461F-BA57-29F45EF38C10}" type="pres">
      <dgm:prSet presAssocID="{47458709-37DF-4CF2-9838-3DB2C9E817FC}" presName="rootText1" presStyleLbl="node0" presStyleIdx="0" presStyleCnt="1">
        <dgm:presLayoutVars>
          <dgm:chPref val="3"/>
        </dgm:presLayoutVars>
      </dgm:prSet>
      <dgm:spPr/>
    </dgm:pt>
    <dgm:pt modelId="{E45D2CF5-2E1D-4F22-927E-EDC5FBACE7BF}" type="pres">
      <dgm:prSet presAssocID="{47458709-37DF-4CF2-9838-3DB2C9E817FC}" presName="rootConnector1" presStyleLbl="node1" presStyleIdx="0" presStyleCnt="0"/>
      <dgm:spPr/>
    </dgm:pt>
    <dgm:pt modelId="{F165AB30-515B-4567-A67F-275922ACD595}" type="pres">
      <dgm:prSet presAssocID="{47458709-37DF-4CF2-9838-3DB2C9E817FC}" presName="hierChild2" presStyleCnt="0"/>
      <dgm:spPr/>
    </dgm:pt>
    <dgm:pt modelId="{DBA0E033-699F-4FC6-9104-6CD27CBC1B21}" type="pres">
      <dgm:prSet presAssocID="{8596B2E3-6292-49D7-876C-9DDB981B478A}" presName="Name37" presStyleLbl="parChTrans1D2" presStyleIdx="0" presStyleCnt="4"/>
      <dgm:spPr/>
    </dgm:pt>
    <dgm:pt modelId="{3B729C98-9D6F-44AA-AD02-676CF7F36396}" type="pres">
      <dgm:prSet presAssocID="{2C549217-2E04-4CCF-B09F-A5078226FCEC}" presName="hierRoot2" presStyleCnt="0">
        <dgm:presLayoutVars>
          <dgm:hierBranch val="init"/>
        </dgm:presLayoutVars>
      </dgm:prSet>
      <dgm:spPr/>
    </dgm:pt>
    <dgm:pt modelId="{B6FF311D-4BBB-4E99-BC42-BE07411C2831}" type="pres">
      <dgm:prSet presAssocID="{2C549217-2E04-4CCF-B09F-A5078226FCEC}" presName="rootComposite" presStyleCnt="0"/>
      <dgm:spPr/>
    </dgm:pt>
    <dgm:pt modelId="{7EC67D82-C591-4535-BEDB-26B1055DE3F5}" type="pres">
      <dgm:prSet presAssocID="{2C549217-2E04-4CCF-B09F-A5078226FCEC}" presName="rootText" presStyleLbl="node2" presStyleIdx="0" presStyleCnt="3">
        <dgm:presLayoutVars>
          <dgm:chPref val="3"/>
        </dgm:presLayoutVars>
      </dgm:prSet>
      <dgm:spPr/>
    </dgm:pt>
    <dgm:pt modelId="{3BEB0C8E-9DA2-4118-A63B-0F8CE086145A}" type="pres">
      <dgm:prSet presAssocID="{2C549217-2E04-4CCF-B09F-A5078226FCEC}" presName="rootConnector" presStyleLbl="node2" presStyleIdx="0" presStyleCnt="3"/>
      <dgm:spPr/>
    </dgm:pt>
    <dgm:pt modelId="{5B8C9416-A6A1-4BD8-9D97-0DCA15DC20E1}" type="pres">
      <dgm:prSet presAssocID="{2C549217-2E04-4CCF-B09F-A5078226FCEC}" presName="hierChild4" presStyleCnt="0"/>
      <dgm:spPr/>
    </dgm:pt>
    <dgm:pt modelId="{9552F81F-49A4-4BCE-8628-86F0DC9500C3}" type="pres">
      <dgm:prSet presAssocID="{16D8BBE5-81BD-4F8A-A490-1AA8A067242E}" presName="Name37" presStyleLbl="parChTrans1D3" presStyleIdx="0" presStyleCnt="3"/>
      <dgm:spPr/>
    </dgm:pt>
    <dgm:pt modelId="{681171F2-F421-4C93-A373-FD484B75C3AC}" type="pres">
      <dgm:prSet presAssocID="{0DCCD65E-AB02-4273-8652-90CEBE8B8546}" presName="hierRoot2" presStyleCnt="0">
        <dgm:presLayoutVars>
          <dgm:hierBranch val="init"/>
        </dgm:presLayoutVars>
      </dgm:prSet>
      <dgm:spPr/>
    </dgm:pt>
    <dgm:pt modelId="{3BFAB83E-2B04-49BF-987E-F4C62A1CF307}" type="pres">
      <dgm:prSet presAssocID="{0DCCD65E-AB02-4273-8652-90CEBE8B8546}" presName="rootComposite" presStyleCnt="0"/>
      <dgm:spPr/>
    </dgm:pt>
    <dgm:pt modelId="{53924F30-8715-42AF-91FE-5F19554A2729}" type="pres">
      <dgm:prSet presAssocID="{0DCCD65E-AB02-4273-8652-90CEBE8B8546}" presName="rootText" presStyleLbl="node3" presStyleIdx="0" presStyleCnt="3">
        <dgm:presLayoutVars>
          <dgm:chPref val="3"/>
        </dgm:presLayoutVars>
      </dgm:prSet>
      <dgm:spPr/>
    </dgm:pt>
    <dgm:pt modelId="{F29A46B2-3A28-481B-93FC-0F0AE95AA85C}" type="pres">
      <dgm:prSet presAssocID="{0DCCD65E-AB02-4273-8652-90CEBE8B8546}" presName="rootConnector" presStyleLbl="node3" presStyleIdx="0" presStyleCnt="3"/>
      <dgm:spPr/>
    </dgm:pt>
    <dgm:pt modelId="{4E920078-8EED-4FB9-B19C-19E9B425F92B}" type="pres">
      <dgm:prSet presAssocID="{0DCCD65E-AB02-4273-8652-90CEBE8B8546}" presName="hierChild4" presStyleCnt="0"/>
      <dgm:spPr/>
    </dgm:pt>
    <dgm:pt modelId="{65FDDA87-80DE-4D2D-918D-D9D9BD79B79D}" type="pres">
      <dgm:prSet presAssocID="{0DCCD65E-AB02-4273-8652-90CEBE8B8546}" presName="hierChild5" presStyleCnt="0"/>
      <dgm:spPr/>
    </dgm:pt>
    <dgm:pt modelId="{09560AFF-FA23-4E51-BBDC-87B3134394FD}" type="pres">
      <dgm:prSet presAssocID="{2C549217-2E04-4CCF-B09F-A5078226FCEC}" presName="hierChild5" presStyleCnt="0"/>
      <dgm:spPr/>
    </dgm:pt>
    <dgm:pt modelId="{B6F53D5B-457A-4826-84CD-AA6781F4913B}" type="pres">
      <dgm:prSet presAssocID="{137B32D6-A612-4A5F-A982-ADE47A1E2A75}" presName="Name37" presStyleLbl="parChTrans1D2" presStyleIdx="1" presStyleCnt="4"/>
      <dgm:spPr/>
    </dgm:pt>
    <dgm:pt modelId="{1ECD8020-2466-4C0D-9F99-1DC16357E349}" type="pres">
      <dgm:prSet presAssocID="{9F559E41-FFFF-4692-86F0-21050F27D493}" presName="hierRoot2" presStyleCnt="0">
        <dgm:presLayoutVars>
          <dgm:hierBranch val="init"/>
        </dgm:presLayoutVars>
      </dgm:prSet>
      <dgm:spPr/>
    </dgm:pt>
    <dgm:pt modelId="{6E4728C8-8D5F-48B8-9BAB-5AD3C43BAEB7}" type="pres">
      <dgm:prSet presAssocID="{9F559E41-FFFF-4692-86F0-21050F27D493}" presName="rootComposite" presStyleCnt="0"/>
      <dgm:spPr/>
    </dgm:pt>
    <dgm:pt modelId="{3742A498-80A0-4DC3-B746-C714EE61A8CA}" type="pres">
      <dgm:prSet presAssocID="{9F559E41-FFFF-4692-86F0-21050F27D493}" presName="rootText" presStyleLbl="node2" presStyleIdx="1" presStyleCnt="3">
        <dgm:presLayoutVars>
          <dgm:chPref val="3"/>
        </dgm:presLayoutVars>
      </dgm:prSet>
      <dgm:spPr/>
    </dgm:pt>
    <dgm:pt modelId="{ABA6D884-3E9F-46C3-B614-269225D25E84}" type="pres">
      <dgm:prSet presAssocID="{9F559E41-FFFF-4692-86F0-21050F27D493}" presName="rootConnector" presStyleLbl="node2" presStyleIdx="1" presStyleCnt="3"/>
      <dgm:spPr/>
    </dgm:pt>
    <dgm:pt modelId="{E9B12DEB-EC09-4040-BBEB-9F5D5EEB9978}" type="pres">
      <dgm:prSet presAssocID="{9F559E41-FFFF-4692-86F0-21050F27D493}" presName="hierChild4" presStyleCnt="0"/>
      <dgm:spPr/>
    </dgm:pt>
    <dgm:pt modelId="{D4AF4869-E18C-4090-8EE7-B4556CB3990B}" type="pres">
      <dgm:prSet presAssocID="{BC8B54F2-7840-4E1B-9793-86AA77EE6CCC}" presName="Name37" presStyleLbl="parChTrans1D3" presStyleIdx="1" presStyleCnt="3"/>
      <dgm:spPr/>
    </dgm:pt>
    <dgm:pt modelId="{14E007B4-A326-41AA-8045-12D6DACF6C1C}" type="pres">
      <dgm:prSet presAssocID="{E2B616F6-CAC7-426F-B8A5-148A6A65A812}" presName="hierRoot2" presStyleCnt="0">
        <dgm:presLayoutVars>
          <dgm:hierBranch val="init"/>
        </dgm:presLayoutVars>
      </dgm:prSet>
      <dgm:spPr/>
    </dgm:pt>
    <dgm:pt modelId="{E2DF4400-21F6-4963-A627-F55EECAECDAA}" type="pres">
      <dgm:prSet presAssocID="{E2B616F6-CAC7-426F-B8A5-148A6A65A812}" presName="rootComposite" presStyleCnt="0"/>
      <dgm:spPr/>
    </dgm:pt>
    <dgm:pt modelId="{9AC5C3FF-2230-4829-A11A-933E1E7B4E1D}" type="pres">
      <dgm:prSet presAssocID="{E2B616F6-CAC7-426F-B8A5-148A6A65A812}" presName="rootText" presStyleLbl="node3" presStyleIdx="1" presStyleCnt="3">
        <dgm:presLayoutVars>
          <dgm:chPref val="3"/>
        </dgm:presLayoutVars>
      </dgm:prSet>
      <dgm:spPr/>
    </dgm:pt>
    <dgm:pt modelId="{9D92332B-9AC7-4474-9F5B-557252BDC26B}" type="pres">
      <dgm:prSet presAssocID="{E2B616F6-CAC7-426F-B8A5-148A6A65A812}" presName="rootConnector" presStyleLbl="node3" presStyleIdx="1" presStyleCnt="3"/>
      <dgm:spPr/>
    </dgm:pt>
    <dgm:pt modelId="{8705A147-8381-478A-9DE4-EAB0C46B3C69}" type="pres">
      <dgm:prSet presAssocID="{E2B616F6-CAC7-426F-B8A5-148A6A65A812}" presName="hierChild4" presStyleCnt="0"/>
      <dgm:spPr/>
    </dgm:pt>
    <dgm:pt modelId="{0A1BC94E-B8E7-4CCD-9F80-D724055B7897}" type="pres">
      <dgm:prSet presAssocID="{E2B616F6-CAC7-426F-B8A5-148A6A65A812}" presName="hierChild5" presStyleCnt="0"/>
      <dgm:spPr/>
    </dgm:pt>
    <dgm:pt modelId="{7C4D3D2A-884E-4067-A4AA-A049C46E2945}" type="pres">
      <dgm:prSet presAssocID="{9F559E41-FFFF-4692-86F0-21050F27D493}" presName="hierChild5" presStyleCnt="0"/>
      <dgm:spPr/>
    </dgm:pt>
    <dgm:pt modelId="{FDFCBF3C-F969-4944-8880-382C79F1E226}" type="pres">
      <dgm:prSet presAssocID="{80D19F9D-9B7D-4EA3-9819-3AFEC29A177A}" presName="Name37" presStyleLbl="parChTrans1D2" presStyleIdx="2" presStyleCnt="4"/>
      <dgm:spPr/>
    </dgm:pt>
    <dgm:pt modelId="{C512A912-5AB9-4543-AB27-BE090B34BF6B}" type="pres">
      <dgm:prSet presAssocID="{24DA2AEC-54E2-4474-B62A-A1617C9619CD}" presName="hierRoot2" presStyleCnt="0">
        <dgm:presLayoutVars>
          <dgm:hierBranch val="init"/>
        </dgm:presLayoutVars>
      </dgm:prSet>
      <dgm:spPr/>
    </dgm:pt>
    <dgm:pt modelId="{526B49B3-6319-4505-A197-44F44C2F6191}" type="pres">
      <dgm:prSet presAssocID="{24DA2AEC-54E2-4474-B62A-A1617C9619CD}" presName="rootComposite" presStyleCnt="0"/>
      <dgm:spPr/>
    </dgm:pt>
    <dgm:pt modelId="{54731AB4-4AEC-41C5-B9EE-596F726248E9}" type="pres">
      <dgm:prSet presAssocID="{24DA2AEC-54E2-4474-B62A-A1617C9619CD}" presName="rootText" presStyleLbl="node2" presStyleIdx="2" presStyleCnt="3">
        <dgm:presLayoutVars>
          <dgm:chPref val="3"/>
        </dgm:presLayoutVars>
      </dgm:prSet>
      <dgm:spPr/>
    </dgm:pt>
    <dgm:pt modelId="{8D04B42B-0E86-4C47-AC90-F991A06274ED}" type="pres">
      <dgm:prSet presAssocID="{24DA2AEC-54E2-4474-B62A-A1617C9619CD}" presName="rootConnector" presStyleLbl="node2" presStyleIdx="2" presStyleCnt="3"/>
      <dgm:spPr/>
    </dgm:pt>
    <dgm:pt modelId="{2B6B2D83-1BCF-4A3A-A3C2-C5731E1E8DBA}" type="pres">
      <dgm:prSet presAssocID="{24DA2AEC-54E2-4474-B62A-A1617C9619CD}" presName="hierChild4" presStyleCnt="0"/>
      <dgm:spPr/>
    </dgm:pt>
    <dgm:pt modelId="{491BEDFD-E7E2-479F-8EB7-9352E27334EF}" type="pres">
      <dgm:prSet presAssocID="{2616CBD5-98DE-4629-AC75-DCD8416CADC4}" presName="Name37" presStyleLbl="parChTrans1D3" presStyleIdx="2" presStyleCnt="3"/>
      <dgm:spPr/>
    </dgm:pt>
    <dgm:pt modelId="{3227B7F6-B3DD-4238-849C-29835CCF4D45}" type="pres">
      <dgm:prSet presAssocID="{481C1189-D8E3-4161-B1A9-93C05622ABB2}" presName="hierRoot2" presStyleCnt="0">
        <dgm:presLayoutVars>
          <dgm:hierBranch val="init"/>
        </dgm:presLayoutVars>
      </dgm:prSet>
      <dgm:spPr/>
    </dgm:pt>
    <dgm:pt modelId="{87BA3E58-9812-46EB-A842-9002B75DD49F}" type="pres">
      <dgm:prSet presAssocID="{481C1189-D8E3-4161-B1A9-93C05622ABB2}" presName="rootComposite" presStyleCnt="0"/>
      <dgm:spPr/>
    </dgm:pt>
    <dgm:pt modelId="{19B71B0C-CE96-4549-A239-B8E775C5049A}" type="pres">
      <dgm:prSet presAssocID="{481C1189-D8E3-4161-B1A9-93C05622ABB2}" presName="rootText" presStyleLbl="node3" presStyleIdx="2" presStyleCnt="3">
        <dgm:presLayoutVars>
          <dgm:chPref val="3"/>
        </dgm:presLayoutVars>
      </dgm:prSet>
      <dgm:spPr/>
    </dgm:pt>
    <dgm:pt modelId="{14F47848-6F6B-4533-81A9-7AD41FD2A542}" type="pres">
      <dgm:prSet presAssocID="{481C1189-D8E3-4161-B1A9-93C05622ABB2}" presName="rootConnector" presStyleLbl="node3" presStyleIdx="2" presStyleCnt="3"/>
      <dgm:spPr/>
    </dgm:pt>
    <dgm:pt modelId="{A47DB607-6DE1-47DF-B974-46ADA8CB2EDC}" type="pres">
      <dgm:prSet presAssocID="{481C1189-D8E3-4161-B1A9-93C05622ABB2}" presName="hierChild4" presStyleCnt="0"/>
      <dgm:spPr/>
    </dgm:pt>
    <dgm:pt modelId="{D6ED16F0-01EC-4E62-BF52-C8CF28C66FFA}" type="pres">
      <dgm:prSet presAssocID="{481C1189-D8E3-4161-B1A9-93C05622ABB2}" presName="hierChild5" presStyleCnt="0"/>
      <dgm:spPr/>
    </dgm:pt>
    <dgm:pt modelId="{27F29FFF-CF64-40E9-A417-69952CF7AE5D}" type="pres">
      <dgm:prSet presAssocID="{24DA2AEC-54E2-4474-B62A-A1617C9619CD}" presName="hierChild5" presStyleCnt="0"/>
      <dgm:spPr/>
    </dgm:pt>
    <dgm:pt modelId="{F9F08AD5-A0A4-44F9-AA01-8DBFC9D9497B}" type="pres">
      <dgm:prSet presAssocID="{47458709-37DF-4CF2-9838-3DB2C9E817FC}" presName="hierChild3" presStyleCnt="0"/>
      <dgm:spPr/>
    </dgm:pt>
    <dgm:pt modelId="{245638FB-EC03-413D-A7FA-28F63CAFD964}" type="pres">
      <dgm:prSet presAssocID="{FD5B2706-0F50-41C9-94B8-5B7D5450B7BF}" presName="Name111" presStyleLbl="parChTrans1D2" presStyleIdx="3" presStyleCnt="4"/>
      <dgm:spPr/>
    </dgm:pt>
    <dgm:pt modelId="{B1D5EAE8-7AD9-4123-8BFF-2FF6E527606B}" type="pres">
      <dgm:prSet presAssocID="{B89EB580-3273-44C4-B035-F86BBBB03E4C}" presName="hierRoot3" presStyleCnt="0">
        <dgm:presLayoutVars>
          <dgm:hierBranch val="init"/>
        </dgm:presLayoutVars>
      </dgm:prSet>
      <dgm:spPr/>
    </dgm:pt>
    <dgm:pt modelId="{0C815A64-87B2-47D9-B0E6-111735492B30}" type="pres">
      <dgm:prSet presAssocID="{B89EB580-3273-44C4-B035-F86BBBB03E4C}" presName="rootComposite3" presStyleCnt="0"/>
      <dgm:spPr/>
    </dgm:pt>
    <dgm:pt modelId="{DF1AE811-694F-4C6E-B0E3-CC21A34E1709}" type="pres">
      <dgm:prSet presAssocID="{B89EB580-3273-44C4-B035-F86BBBB03E4C}" presName="rootText3" presStyleLbl="asst1" presStyleIdx="0" presStyleCnt="1">
        <dgm:presLayoutVars>
          <dgm:chPref val="3"/>
        </dgm:presLayoutVars>
      </dgm:prSet>
      <dgm:spPr/>
    </dgm:pt>
    <dgm:pt modelId="{69871F37-D7CE-47E6-831F-AD39D8B53264}" type="pres">
      <dgm:prSet presAssocID="{B89EB580-3273-44C4-B035-F86BBBB03E4C}" presName="rootConnector3" presStyleLbl="asst1" presStyleIdx="0" presStyleCnt="1"/>
      <dgm:spPr/>
    </dgm:pt>
    <dgm:pt modelId="{9977B8CC-00B8-437D-91F2-DF369B0772B8}" type="pres">
      <dgm:prSet presAssocID="{B89EB580-3273-44C4-B035-F86BBBB03E4C}" presName="hierChild6" presStyleCnt="0"/>
      <dgm:spPr/>
    </dgm:pt>
    <dgm:pt modelId="{B6212389-0DC2-43B3-8CDB-89764DDF0AA3}" type="pres">
      <dgm:prSet presAssocID="{B89EB580-3273-44C4-B035-F86BBBB03E4C}" presName="hierChild7" presStyleCnt="0"/>
      <dgm:spPr/>
    </dgm:pt>
  </dgm:ptLst>
  <dgm:cxnLst>
    <dgm:cxn modelId="{4E94DA05-4FF6-4865-AB28-0759C290DD69}" type="presOf" srcId="{2C549217-2E04-4CCF-B09F-A5078226FCEC}" destId="{3BEB0C8E-9DA2-4118-A63B-0F8CE086145A}" srcOrd="1" destOrd="0" presId="urn:microsoft.com/office/officeart/2005/8/layout/orgChart1"/>
    <dgm:cxn modelId="{5616620B-BD1B-4CDD-8918-494C37AB8F6E}" type="presOf" srcId="{16D8BBE5-81BD-4F8A-A490-1AA8A067242E}" destId="{9552F81F-49A4-4BCE-8628-86F0DC9500C3}" srcOrd="0" destOrd="0" presId="urn:microsoft.com/office/officeart/2005/8/layout/orgChart1"/>
    <dgm:cxn modelId="{B9DD8A0C-F410-4296-8F77-907265772A01}" type="presOf" srcId="{8596B2E3-6292-49D7-876C-9DDB981B478A}" destId="{DBA0E033-699F-4FC6-9104-6CD27CBC1B21}" srcOrd="0" destOrd="0" presId="urn:microsoft.com/office/officeart/2005/8/layout/orgChart1"/>
    <dgm:cxn modelId="{4542D41C-FA3C-4F18-868D-26EB43972C30}" type="presOf" srcId="{E2B616F6-CAC7-426F-B8A5-148A6A65A812}" destId="{9D92332B-9AC7-4474-9F5B-557252BDC26B}" srcOrd="1" destOrd="0" presId="urn:microsoft.com/office/officeart/2005/8/layout/orgChart1"/>
    <dgm:cxn modelId="{9F15DA20-41F1-4F76-AD93-7F43FE175022}" srcId="{24DA2AEC-54E2-4474-B62A-A1617C9619CD}" destId="{481C1189-D8E3-4161-B1A9-93C05622ABB2}" srcOrd="0" destOrd="0" parTransId="{2616CBD5-98DE-4629-AC75-DCD8416CADC4}" sibTransId="{2E636529-78DA-4941-9AAD-C096D39FA9DE}"/>
    <dgm:cxn modelId="{BDBCFA26-C162-4F90-8821-E8F8BBF61ECA}" type="presOf" srcId="{E2B616F6-CAC7-426F-B8A5-148A6A65A812}" destId="{9AC5C3FF-2230-4829-A11A-933E1E7B4E1D}" srcOrd="0" destOrd="0" presId="urn:microsoft.com/office/officeart/2005/8/layout/orgChart1"/>
    <dgm:cxn modelId="{FC07AD27-4993-48EF-8A8C-CAD80609D940}" type="presOf" srcId="{24DA2AEC-54E2-4474-B62A-A1617C9619CD}" destId="{8D04B42B-0E86-4C47-AC90-F991A06274ED}" srcOrd="1" destOrd="0" presId="urn:microsoft.com/office/officeart/2005/8/layout/orgChart1"/>
    <dgm:cxn modelId="{23D8CA2D-44FF-4D34-A2D5-D9FEACF7ACDA}" type="presOf" srcId="{2616CBD5-98DE-4629-AC75-DCD8416CADC4}" destId="{491BEDFD-E7E2-479F-8EB7-9352E27334EF}" srcOrd="0" destOrd="0" presId="urn:microsoft.com/office/officeart/2005/8/layout/orgChart1"/>
    <dgm:cxn modelId="{F307803F-E167-4849-8FE2-AA5DFEA52559}" type="presOf" srcId="{481C1189-D8E3-4161-B1A9-93C05622ABB2}" destId="{14F47848-6F6B-4533-81A9-7AD41FD2A542}" srcOrd="1" destOrd="0" presId="urn:microsoft.com/office/officeart/2005/8/layout/orgChart1"/>
    <dgm:cxn modelId="{4DDD1A44-25B8-437B-A911-E65941D2438B}" type="presOf" srcId="{0DCCD65E-AB02-4273-8652-90CEBE8B8546}" destId="{F29A46B2-3A28-481B-93FC-0F0AE95AA85C}" srcOrd="1" destOrd="0" presId="urn:microsoft.com/office/officeart/2005/8/layout/orgChart1"/>
    <dgm:cxn modelId="{F200A96B-37BF-4EF7-AE7B-C71F82D39491}" type="presOf" srcId="{BC8B54F2-7840-4E1B-9793-86AA77EE6CCC}" destId="{D4AF4869-E18C-4090-8EE7-B4556CB3990B}" srcOrd="0" destOrd="0" presId="urn:microsoft.com/office/officeart/2005/8/layout/orgChart1"/>
    <dgm:cxn modelId="{5FD54E4C-89A1-476A-B07B-E54ED8BE6916}" type="presOf" srcId="{24DA2AEC-54E2-4474-B62A-A1617C9619CD}" destId="{54731AB4-4AEC-41C5-B9EE-596F726248E9}" srcOrd="0" destOrd="0" presId="urn:microsoft.com/office/officeart/2005/8/layout/orgChart1"/>
    <dgm:cxn modelId="{599AB84D-DF0F-4977-84AF-E7AD3A48CF4D}" type="presOf" srcId="{FD5B2706-0F50-41C9-94B8-5B7D5450B7BF}" destId="{245638FB-EC03-413D-A7FA-28F63CAFD964}" srcOrd="0" destOrd="0" presId="urn:microsoft.com/office/officeart/2005/8/layout/orgChart1"/>
    <dgm:cxn modelId="{F5EDA775-C74A-41B7-9AA8-3DFC09745333}" type="presOf" srcId="{137B32D6-A612-4A5F-A982-ADE47A1E2A75}" destId="{B6F53D5B-457A-4826-84CD-AA6781F4913B}" srcOrd="0" destOrd="0" presId="urn:microsoft.com/office/officeart/2005/8/layout/orgChart1"/>
    <dgm:cxn modelId="{4F48DB79-1DA0-4778-AB99-EE381EFD4B8C}" srcId="{1A894F27-31D3-4D95-8F09-EF993650C5C3}" destId="{47458709-37DF-4CF2-9838-3DB2C9E817FC}" srcOrd="0" destOrd="0" parTransId="{49D50B9C-2F9F-49A5-ABEB-33A6AE3F605C}" sibTransId="{C4CCD3D2-AE4B-47B7-8AEC-09E16842043A}"/>
    <dgm:cxn modelId="{5BF36397-4302-4E01-A50F-7E50DFE97DFF}" type="presOf" srcId="{9F559E41-FFFF-4692-86F0-21050F27D493}" destId="{3742A498-80A0-4DC3-B746-C714EE61A8CA}" srcOrd="0" destOrd="0" presId="urn:microsoft.com/office/officeart/2005/8/layout/orgChart1"/>
    <dgm:cxn modelId="{94F0B097-586F-421F-9A58-A92307262D10}" type="presOf" srcId="{481C1189-D8E3-4161-B1A9-93C05622ABB2}" destId="{19B71B0C-CE96-4549-A239-B8E775C5049A}" srcOrd="0" destOrd="0" presId="urn:microsoft.com/office/officeart/2005/8/layout/orgChart1"/>
    <dgm:cxn modelId="{04A22498-D98A-47E5-BC3B-43DE076E96DC}" type="presOf" srcId="{80D19F9D-9B7D-4EA3-9819-3AFEC29A177A}" destId="{FDFCBF3C-F969-4944-8880-382C79F1E226}" srcOrd="0" destOrd="0" presId="urn:microsoft.com/office/officeart/2005/8/layout/orgChart1"/>
    <dgm:cxn modelId="{9B32B49F-50C0-4DE7-A764-8F5EFF83EDFC}" type="presOf" srcId="{1A894F27-31D3-4D95-8F09-EF993650C5C3}" destId="{8A2518F5-982E-4D27-B5E4-71B17533813F}" srcOrd="0" destOrd="0" presId="urn:microsoft.com/office/officeart/2005/8/layout/orgChart1"/>
    <dgm:cxn modelId="{65ED60AF-45CF-44B3-AAB5-465A26C23959}" type="presOf" srcId="{47458709-37DF-4CF2-9838-3DB2C9E817FC}" destId="{EB300E5C-1193-461F-BA57-29F45EF38C10}" srcOrd="0" destOrd="0" presId="urn:microsoft.com/office/officeart/2005/8/layout/orgChart1"/>
    <dgm:cxn modelId="{0F6CA8B2-C05D-41EC-901C-0783B16A9075}" type="presOf" srcId="{9F559E41-FFFF-4692-86F0-21050F27D493}" destId="{ABA6D884-3E9F-46C3-B614-269225D25E84}" srcOrd="1" destOrd="0" presId="urn:microsoft.com/office/officeart/2005/8/layout/orgChart1"/>
    <dgm:cxn modelId="{C1AC6AB3-32A6-4C1B-A4F3-866F96D73610}" srcId="{47458709-37DF-4CF2-9838-3DB2C9E817FC}" destId="{24DA2AEC-54E2-4474-B62A-A1617C9619CD}" srcOrd="3" destOrd="0" parTransId="{80D19F9D-9B7D-4EA3-9819-3AFEC29A177A}" sibTransId="{2CAEC52D-6CD3-46D3-947D-42ED89DC1E9E}"/>
    <dgm:cxn modelId="{C4941DB7-2E08-498C-8B5E-64928533E586}" srcId="{47458709-37DF-4CF2-9838-3DB2C9E817FC}" destId="{B89EB580-3273-44C4-B035-F86BBBB03E4C}" srcOrd="0" destOrd="0" parTransId="{FD5B2706-0F50-41C9-94B8-5B7D5450B7BF}" sibTransId="{BA15798B-51A5-4ED0-BB35-6D812EA9FFD1}"/>
    <dgm:cxn modelId="{147E42C1-BFCA-4A13-8C8E-4086FA99020E}" type="presOf" srcId="{B89EB580-3273-44C4-B035-F86BBBB03E4C}" destId="{69871F37-D7CE-47E6-831F-AD39D8B53264}" srcOrd="1" destOrd="0" presId="urn:microsoft.com/office/officeart/2005/8/layout/orgChart1"/>
    <dgm:cxn modelId="{9BA9D2CE-2343-4819-874C-EA10F132B965}" type="presOf" srcId="{47458709-37DF-4CF2-9838-3DB2C9E817FC}" destId="{E45D2CF5-2E1D-4F22-927E-EDC5FBACE7BF}" srcOrd="1" destOrd="0" presId="urn:microsoft.com/office/officeart/2005/8/layout/orgChart1"/>
    <dgm:cxn modelId="{B683AACF-D5CF-440B-AC11-38751D64802C}" srcId="{9F559E41-FFFF-4692-86F0-21050F27D493}" destId="{E2B616F6-CAC7-426F-B8A5-148A6A65A812}" srcOrd="0" destOrd="0" parTransId="{BC8B54F2-7840-4E1B-9793-86AA77EE6CCC}" sibTransId="{FACB6719-33E3-4634-9E62-C47E33A63B4A}"/>
    <dgm:cxn modelId="{B23A88D7-CDFE-473F-A5B2-617F285557A0}" srcId="{47458709-37DF-4CF2-9838-3DB2C9E817FC}" destId="{9F559E41-FFFF-4692-86F0-21050F27D493}" srcOrd="2" destOrd="0" parTransId="{137B32D6-A612-4A5F-A982-ADE47A1E2A75}" sibTransId="{9B5B0481-1EB0-46E5-8935-E859BA554BD8}"/>
    <dgm:cxn modelId="{581165DD-864A-4A1D-8708-53E0E70C5A76}" srcId="{2C549217-2E04-4CCF-B09F-A5078226FCEC}" destId="{0DCCD65E-AB02-4273-8652-90CEBE8B8546}" srcOrd="0" destOrd="0" parTransId="{16D8BBE5-81BD-4F8A-A490-1AA8A067242E}" sibTransId="{5030C0F1-7CEA-4A7D-AB84-4D70C8A8BE07}"/>
    <dgm:cxn modelId="{BAF8B7E2-8F29-48F5-83A1-BCCC4C7C254D}" type="presOf" srcId="{B89EB580-3273-44C4-B035-F86BBBB03E4C}" destId="{DF1AE811-694F-4C6E-B0E3-CC21A34E1709}" srcOrd="0" destOrd="0" presId="urn:microsoft.com/office/officeart/2005/8/layout/orgChart1"/>
    <dgm:cxn modelId="{2B7703F1-1A0F-422A-AA9E-F945C60A6AEC}" srcId="{47458709-37DF-4CF2-9838-3DB2C9E817FC}" destId="{2C549217-2E04-4CCF-B09F-A5078226FCEC}" srcOrd="1" destOrd="0" parTransId="{8596B2E3-6292-49D7-876C-9DDB981B478A}" sibTransId="{ABD874E0-30D1-49A4-B570-4C7F481B9880}"/>
    <dgm:cxn modelId="{0FEA6AF7-1ACF-48A5-86D5-9AD695427291}" type="presOf" srcId="{0DCCD65E-AB02-4273-8652-90CEBE8B8546}" destId="{53924F30-8715-42AF-91FE-5F19554A2729}" srcOrd="0" destOrd="0" presId="urn:microsoft.com/office/officeart/2005/8/layout/orgChart1"/>
    <dgm:cxn modelId="{F1E2F8FC-2723-4A10-AAFC-D8995277FD6E}" type="presOf" srcId="{2C549217-2E04-4CCF-B09F-A5078226FCEC}" destId="{7EC67D82-C591-4535-BEDB-26B1055DE3F5}" srcOrd="0" destOrd="0" presId="urn:microsoft.com/office/officeart/2005/8/layout/orgChart1"/>
    <dgm:cxn modelId="{C6D2DB23-6ECF-44FB-8FE5-2AEE60539FCF}" type="presParOf" srcId="{8A2518F5-982E-4D27-B5E4-71B17533813F}" destId="{7E0286E6-5F82-4D7C-8E53-1437C05A2F34}" srcOrd="0" destOrd="0" presId="urn:microsoft.com/office/officeart/2005/8/layout/orgChart1"/>
    <dgm:cxn modelId="{513F85B5-F7EB-447D-B7A5-7F6ABCFEDEB1}" type="presParOf" srcId="{7E0286E6-5F82-4D7C-8E53-1437C05A2F34}" destId="{FF67076B-4D4B-47D3-BD35-47161FF79F0B}" srcOrd="0" destOrd="0" presId="urn:microsoft.com/office/officeart/2005/8/layout/orgChart1"/>
    <dgm:cxn modelId="{B519D664-8FDF-4714-B82A-213E998E7680}" type="presParOf" srcId="{FF67076B-4D4B-47D3-BD35-47161FF79F0B}" destId="{EB300E5C-1193-461F-BA57-29F45EF38C10}" srcOrd="0" destOrd="0" presId="urn:microsoft.com/office/officeart/2005/8/layout/orgChart1"/>
    <dgm:cxn modelId="{6856261E-5489-41AA-8151-67D7AAC57EB9}" type="presParOf" srcId="{FF67076B-4D4B-47D3-BD35-47161FF79F0B}" destId="{E45D2CF5-2E1D-4F22-927E-EDC5FBACE7BF}" srcOrd="1" destOrd="0" presId="urn:microsoft.com/office/officeart/2005/8/layout/orgChart1"/>
    <dgm:cxn modelId="{9D51AD5D-84BF-44F1-B409-DD9964E91D42}" type="presParOf" srcId="{7E0286E6-5F82-4D7C-8E53-1437C05A2F34}" destId="{F165AB30-515B-4567-A67F-275922ACD595}" srcOrd="1" destOrd="0" presId="urn:microsoft.com/office/officeart/2005/8/layout/orgChart1"/>
    <dgm:cxn modelId="{32243A60-A183-4710-8BEA-4819782A4B90}" type="presParOf" srcId="{F165AB30-515B-4567-A67F-275922ACD595}" destId="{DBA0E033-699F-4FC6-9104-6CD27CBC1B21}" srcOrd="0" destOrd="0" presId="urn:microsoft.com/office/officeart/2005/8/layout/orgChart1"/>
    <dgm:cxn modelId="{AC06E90C-A894-43DD-9A74-81BEC14EC773}" type="presParOf" srcId="{F165AB30-515B-4567-A67F-275922ACD595}" destId="{3B729C98-9D6F-44AA-AD02-676CF7F36396}" srcOrd="1" destOrd="0" presId="urn:microsoft.com/office/officeart/2005/8/layout/orgChart1"/>
    <dgm:cxn modelId="{E26D1FD9-F1F7-4FB2-858D-F5A50DD5D02A}" type="presParOf" srcId="{3B729C98-9D6F-44AA-AD02-676CF7F36396}" destId="{B6FF311D-4BBB-4E99-BC42-BE07411C2831}" srcOrd="0" destOrd="0" presId="urn:microsoft.com/office/officeart/2005/8/layout/orgChart1"/>
    <dgm:cxn modelId="{B6601EB1-8758-4CCF-84D2-5D220D91A0AE}" type="presParOf" srcId="{B6FF311D-4BBB-4E99-BC42-BE07411C2831}" destId="{7EC67D82-C591-4535-BEDB-26B1055DE3F5}" srcOrd="0" destOrd="0" presId="urn:microsoft.com/office/officeart/2005/8/layout/orgChart1"/>
    <dgm:cxn modelId="{B4C1DEB6-F7B3-4348-A002-79E8BBF5B433}" type="presParOf" srcId="{B6FF311D-4BBB-4E99-BC42-BE07411C2831}" destId="{3BEB0C8E-9DA2-4118-A63B-0F8CE086145A}" srcOrd="1" destOrd="0" presId="urn:microsoft.com/office/officeart/2005/8/layout/orgChart1"/>
    <dgm:cxn modelId="{57A79532-712D-433C-8AD9-E86619766E3E}" type="presParOf" srcId="{3B729C98-9D6F-44AA-AD02-676CF7F36396}" destId="{5B8C9416-A6A1-4BD8-9D97-0DCA15DC20E1}" srcOrd="1" destOrd="0" presId="urn:microsoft.com/office/officeart/2005/8/layout/orgChart1"/>
    <dgm:cxn modelId="{384DC29B-2B83-48D8-BCEA-09855524FB28}" type="presParOf" srcId="{5B8C9416-A6A1-4BD8-9D97-0DCA15DC20E1}" destId="{9552F81F-49A4-4BCE-8628-86F0DC9500C3}" srcOrd="0" destOrd="0" presId="urn:microsoft.com/office/officeart/2005/8/layout/orgChart1"/>
    <dgm:cxn modelId="{AEF330CD-A7F2-4416-A40F-33A0A7937488}" type="presParOf" srcId="{5B8C9416-A6A1-4BD8-9D97-0DCA15DC20E1}" destId="{681171F2-F421-4C93-A373-FD484B75C3AC}" srcOrd="1" destOrd="0" presId="urn:microsoft.com/office/officeart/2005/8/layout/orgChart1"/>
    <dgm:cxn modelId="{D7EE3742-59F1-4D1B-B632-440D32C2789B}" type="presParOf" srcId="{681171F2-F421-4C93-A373-FD484B75C3AC}" destId="{3BFAB83E-2B04-49BF-987E-F4C62A1CF307}" srcOrd="0" destOrd="0" presId="urn:microsoft.com/office/officeart/2005/8/layout/orgChart1"/>
    <dgm:cxn modelId="{42B522C5-7618-4A7A-AC4B-4DF1DFE0071C}" type="presParOf" srcId="{3BFAB83E-2B04-49BF-987E-F4C62A1CF307}" destId="{53924F30-8715-42AF-91FE-5F19554A2729}" srcOrd="0" destOrd="0" presId="urn:microsoft.com/office/officeart/2005/8/layout/orgChart1"/>
    <dgm:cxn modelId="{14501EEB-ABEF-487F-899D-9625E0FB4A5B}" type="presParOf" srcId="{3BFAB83E-2B04-49BF-987E-F4C62A1CF307}" destId="{F29A46B2-3A28-481B-93FC-0F0AE95AA85C}" srcOrd="1" destOrd="0" presId="urn:microsoft.com/office/officeart/2005/8/layout/orgChart1"/>
    <dgm:cxn modelId="{A6FF4C12-FB5E-4F81-B55D-3F99F402781C}" type="presParOf" srcId="{681171F2-F421-4C93-A373-FD484B75C3AC}" destId="{4E920078-8EED-4FB9-B19C-19E9B425F92B}" srcOrd="1" destOrd="0" presId="urn:microsoft.com/office/officeart/2005/8/layout/orgChart1"/>
    <dgm:cxn modelId="{D620BA49-CA56-44FD-B354-A24474493B47}" type="presParOf" srcId="{681171F2-F421-4C93-A373-FD484B75C3AC}" destId="{65FDDA87-80DE-4D2D-918D-D9D9BD79B79D}" srcOrd="2" destOrd="0" presId="urn:microsoft.com/office/officeart/2005/8/layout/orgChart1"/>
    <dgm:cxn modelId="{46CFE6AF-BD2C-4AF2-A84C-CE76BCBFB800}" type="presParOf" srcId="{3B729C98-9D6F-44AA-AD02-676CF7F36396}" destId="{09560AFF-FA23-4E51-BBDC-87B3134394FD}" srcOrd="2" destOrd="0" presId="urn:microsoft.com/office/officeart/2005/8/layout/orgChart1"/>
    <dgm:cxn modelId="{68377537-1DA3-4338-A8B0-F58031C6BCDF}" type="presParOf" srcId="{F165AB30-515B-4567-A67F-275922ACD595}" destId="{B6F53D5B-457A-4826-84CD-AA6781F4913B}" srcOrd="2" destOrd="0" presId="urn:microsoft.com/office/officeart/2005/8/layout/orgChart1"/>
    <dgm:cxn modelId="{AD0161D5-D882-42B0-A1CD-00C684B9822C}" type="presParOf" srcId="{F165AB30-515B-4567-A67F-275922ACD595}" destId="{1ECD8020-2466-4C0D-9F99-1DC16357E349}" srcOrd="3" destOrd="0" presId="urn:microsoft.com/office/officeart/2005/8/layout/orgChart1"/>
    <dgm:cxn modelId="{B57BF65C-68FE-4EB8-BA87-EE1FE85DA1D5}" type="presParOf" srcId="{1ECD8020-2466-4C0D-9F99-1DC16357E349}" destId="{6E4728C8-8D5F-48B8-9BAB-5AD3C43BAEB7}" srcOrd="0" destOrd="0" presId="urn:microsoft.com/office/officeart/2005/8/layout/orgChart1"/>
    <dgm:cxn modelId="{DA4DC2FA-2F2F-42B4-AB12-2925604F2B6E}" type="presParOf" srcId="{6E4728C8-8D5F-48B8-9BAB-5AD3C43BAEB7}" destId="{3742A498-80A0-4DC3-B746-C714EE61A8CA}" srcOrd="0" destOrd="0" presId="urn:microsoft.com/office/officeart/2005/8/layout/orgChart1"/>
    <dgm:cxn modelId="{A910AF16-4E50-4C43-8CF4-30E9F24EAB38}" type="presParOf" srcId="{6E4728C8-8D5F-48B8-9BAB-5AD3C43BAEB7}" destId="{ABA6D884-3E9F-46C3-B614-269225D25E84}" srcOrd="1" destOrd="0" presId="urn:microsoft.com/office/officeart/2005/8/layout/orgChart1"/>
    <dgm:cxn modelId="{C63371DE-2655-47CD-8ABB-7967CDFD8B1E}" type="presParOf" srcId="{1ECD8020-2466-4C0D-9F99-1DC16357E349}" destId="{E9B12DEB-EC09-4040-BBEB-9F5D5EEB9978}" srcOrd="1" destOrd="0" presId="urn:microsoft.com/office/officeart/2005/8/layout/orgChart1"/>
    <dgm:cxn modelId="{D1F10AE5-2802-4F42-8A41-54CE1D5E13E0}" type="presParOf" srcId="{E9B12DEB-EC09-4040-BBEB-9F5D5EEB9978}" destId="{D4AF4869-E18C-4090-8EE7-B4556CB3990B}" srcOrd="0" destOrd="0" presId="urn:microsoft.com/office/officeart/2005/8/layout/orgChart1"/>
    <dgm:cxn modelId="{B221BC06-6E8C-43BD-BB66-AD7F28F3E257}" type="presParOf" srcId="{E9B12DEB-EC09-4040-BBEB-9F5D5EEB9978}" destId="{14E007B4-A326-41AA-8045-12D6DACF6C1C}" srcOrd="1" destOrd="0" presId="urn:microsoft.com/office/officeart/2005/8/layout/orgChart1"/>
    <dgm:cxn modelId="{CCBA2C72-F902-47A6-99A0-8F13F908450C}" type="presParOf" srcId="{14E007B4-A326-41AA-8045-12D6DACF6C1C}" destId="{E2DF4400-21F6-4963-A627-F55EECAECDAA}" srcOrd="0" destOrd="0" presId="urn:microsoft.com/office/officeart/2005/8/layout/orgChart1"/>
    <dgm:cxn modelId="{5873C8CB-73A3-446E-BA5D-8FB85BC16EB4}" type="presParOf" srcId="{E2DF4400-21F6-4963-A627-F55EECAECDAA}" destId="{9AC5C3FF-2230-4829-A11A-933E1E7B4E1D}" srcOrd="0" destOrd="0" presId="urn:microsoft.com/office/officeart/2005/8/layout/orgChart1"/>
    <dgm:cxn modelId="{57B061AC-173E-4A19-8033-99C175904340}" type="presParOf" srcId="{E2DF4400-21F6-4963-A627-F55EECAECDAA}" destId="{9D92332B-9AC7-4474-9F5B-557252BDC26B}" srcOrd="1" destOrd="0" presId="urn:microsoft.com/office/officeart/2005/8/layout/orgChart1"/>
    <dgm:cxn modelId="{0900D0CB-1830-4038-BE2F-72A92381DFB2}" type="presParOf" srcId="{14E007B4-A326-41AA-8045-12D6DACF6C1C}" destId="{8705A147-8381-478A-9DE4-EAB0C46B3C69}" srcOrd="1" destOrd="0" presId="urn:microsoft.com/office/officeart/2005/8/layout/orgChart1"/>
    <dgm:cxn modelId="{1483783E-C672-45DA-9E01-4C7235E49AC1}" type="presParOf" srcId="{14E007B4-A326-41AA-8045-12D6DACF6C1C}" destId="{0A1BC94E-B8E7-4CCD-9F80-D724055B7897}" srcOrd="2" destOrd="0" presId="urn:microsoft.com/office/officeart/2005/8/layout/orgChart1"/>
    <dgm:cxn modelId="{092C6EC8-086B-46E1-9F40-D0BEB224E4D6}" type="presParOf" srcId="{1ECD8020-2466-4C0D-9F99-1DC16357E349}" destId="{7C4D3D2A-884E-4067-A4AA-A049C46E2945}" srcOrd="2" destOrd="0" presId="urn:microsoft.com/office/officeart/2005/8/layout/orgChart1"/>
    <dgm:cxn modelId="{B1ECCF0C-EE1F-45A9-9F86-ACE355D19A19}" type="presParOf" srcId="{F165AB30-515B-4567-A67F-275922ACD595}" destId="{FDFCBF3C-F969-4944-8880-382C79F1E226}" srcOrd="4" destOrd="0" presId="urn:microsoft.com/office/officeart/2005/8/layout/orgChart1"/>
    <dgm:cxn modelId="{3C578C85-4852-4C9F-8AC5-A476098EEB3D}" type="presParOf" srcId="{F165AB30-515B-4567-A67F-275922ACD595}" destId="{C512A912-5AB9-4543-AB27-BE090B34BF6B}" srcOrd="5" destOrd="0" presId="urn:microsoft.com/office/officeart/2005/8/layout/orgChart1"/>
    <dgm:cxn modelId="{D28C0C32-8F34-4B5C-8201-48F2A388A7E2}" type="presParOf" srcId="{C512A912-5AB9-4543-AB27-BE090B34BF6B}" destId="{526B49B3-6319-4505-A197-44F44C2F6191}" srcOrd="0" destOrd="0" presId="urn:microsoft.com/office/officeart/2005/8/layout/orgChart1"/>
    <dgm:cxn modelId="{646B392D-FF33-48D6-AAEC-EA09B9E82907}" type="presParOf" srcId="{526B49B3-6319-4505-A197-44F44C2F6191}" destId="{54731AB4-4AEC-41C5-B9EE-596F726248E9}" srcOrd="0" destOrd="0" presId="urn:microsoft.com/office/officeart/2005/8/layout/orgChart1"/>
    <dgm:cxn modelId="{98B0D9AA-5FA6-4490-B89E-40D1056EBD24}" type="presParOf" srcId="{526B49B3-6319-4505-A197-44F44C2F6191}" destId="{8D04B42B-0E86-4C47-AC90-F991A06274ED}" srcOrd="1" destOrd="0" presId="urn:microsoft.com/office/officeart/2005/8/layout/orgChart1"/>
    <dgm:cxn modelId="{2374F934-890D-4DD7-A257-E4DFDEBE390E}" type="presParOf" srcId="{C512A912-5AB9-4543-AB27-BE090B34BF6B}" destId="{2B6B2D83-1BCF-4A3A-A3C2-C5731E1E8DBA}" srcOrd="1" destOrd="0" presId="urn:microsoft.com/office/officeart/2005/8/layout/orgChart1"/>
    <dgm:cxn modelId="{9229572E-9269-46E8-87B1-CDF74B6C0315}" type="presParOf" srcId="{2B6B2D83-1BCF-4A3A-A3C2-C5731E1E8DBA}" destId="{491BEDFD-E7E2-479F-8EB7-9352E27334EF}" srcOrd="0" destOrd="0" presId="urn:microsoft.com/office/officeart/2005/8/layout/orgChart1"/>
    <dgm:cxn modelId="{A3DC0350-CF6D-44F5-A303-2FB329CBBF78}" type="presParOf" srcId="{2B6B2D83-1BCF-4A3A-A3C2-C5731E1E8DBA}" destId="{3227B7F6-B3DD-4238-849C-29835CCF4D45}" srcOrd="1" destOrd="0" presId="urn:microsoft.com/office/officeart/2005/8/layout/orgChart1"/>
    <dgm:cxn modelId="{405BA531-19A4-4437-94EA-7BD1B7BCF5C7}" type="presParOf" srcId="{3227B7F6-B3DD-4238-849C-29835CCF4D45}" destId="{87BA3E58-9812-46EB-A842-9002B75DD49F}" srcOrd="0" destOrd="0" presId="urn:microsoft.com/office/officeart/2005/8/layout/orgChart1"/>
    <dgm:cxn modelId="{ECAC73A9-0DD7-4055-BAC7-C9E3A435822C}" type="presParOf" srcId="{87BA3E58-9812-46EB-A842-9002B75DD49F}" destId="{19B71B0C-CE96-4549-A239-B8E775C5049A}" srcOrd="0" destOrd="0" presId="urn:microsoft.com/office/officeart/2005/8/layout/orgChart1"/>
    <dgm:cxn modelId="{44C153D7-AE30-445A-914D-1CA311818E97}" type="presParOf" srcId="{87BA3E58-9812-46EB-A842-9002B75DD49F}" destId="{14F47848-6F6B-4533-81A9-7AD41FD2A542}" srcOrd="1" destOrd="0" presId="urn:microsoft.com/office/officeart/2005/8/layout/orgChart1"/>
    <dgm:cxn modelId="{02411393-EC5B-448E-AA7B-76D2CEB39C10}" type="presParOf" srcId="{3227B7F6-B3DD-4238-849C-29835CCF4D45}" destId="{A47DB607-6DE1-47DF-B974-46ADA8CB2EDC}" srcOrd="1" destOrd="0" presId="urn:microsoft.com/office/officeart/2005/8/layout/orgChart1"/>
    <dgm:cxn modelId="{0A5EB0FE-7BBB-4ACB-AA99-CFFE04DC5B48}" type="presParOf" srcId="{3227B7F6-B3DD-4238-849C-29835CCF4D45}" destId="{D6ED16F0-01EC-4E62-BF52-C8CF28C66FFA}" srcOrd="2" destOrd="0" presId="urn:microsoft.com/office/officeart/2005/8/layout/orgChart1"/>
    <dgm:cxn modelId="{9D8230A9-BC0D-47FD-9BC7-D464DB1B3D2E}" type="presParOf" srcId="{C512A912-5AB9-4543-AB27-BE090B34BF6B}" destId="{27F29FFF-CF64-40E9-A417-69952CF7AE5D}" srcOrd="2" destOrd="0" presId="urn:microsoft.com/office/officeart/2005/8/layout/orgChart1"/>
    <dgm:cxn modelId="{62EEAFBC-6344-4571-86A3-6E3A77AAA8DB}" type="presParOf" srcId="{7E0286E6-5F82-4D7C-8E53-1437C05A2F34}" destId="{F9F08AD5-A0A4-44F9-AA01-8DBFC9D9497B}" srcOrd="2" destOrd="0" presId="urn:microsoft.com/office/officeart/2005/8/layout/orgChart1"/>
    <dgm:cxn modelId="{C801ED53-E261-4AA2-820A-1B0C9BDE83E3}" type="presParOf" srcId="{F9F08AD5-A0A4-44F9-AA01-8DBFC9D9497B}" destId="{245638FB-EC03-413D-A7FA-28F63CAFD964}" srcOrd="0" destOrd="0" presId="urn:microsoft.com/office/officeart/2005/8/layout/orgChart1"/>
    <dgm:cxn modelId="{25FCD004-EFE5-443D-B5D2-74835BD22649}" type="presParOf" srcId="{F9F08AD5-A0A4-44F9-AA01-8DBFC9D9497B}" destId="{B1D5EAE8-7AD9-4123-8BFF-2FF6E527606B}" srcOrd="1" destOrd="0" presId="urn:microsoft.com/office/officeart/2005/8/layout/orgChart1"/>
    <dgm:cxn modelId="{B5C2B34C-30C5-458B-905B-2D9067DD4EAC}" type="presParOf" srcId="{B1D5EAE8-7AD9-4123-8BFF-2FF6E527606B}" destId="{0C815A64-87B2-47D9-B0E6-111735492B30}" srcOrd="0" destOrd="0" presId="urn:microsoft.com/office/officeart/2005/8/layout/orgChart1"/>
    <dgm:cxn modelId="{6783D711-A7F2-4250-9376-D7D5B727CDAD}" type="presParOf" srcId="{0C815A64-87B2-47D9-B0E6-111735492B30}" destId="{DF1AE811-694F-4C6E-B0E3-CC21A34E1709}" srcOrd="0" destOrd="0" presId="urn:microsoft.com/office/officeart/2005/8/layout/orgChart1"/>
    <dgm:cxn modelId="{A7ACEB77-C43E-4808-AA64-8CC5FC4B4322}" type="presParOf" srcId="{0C815A64-87B2-47D9-B0E6-111735492B30}" destId="{69871F37-D7CE-47E6-831F-AD39D8B53264}" srcOrd="1" destOrd="0" presId="urn:microsoft.com/office/officeart/2005/8/layout/orgChart1"/>
    <dgm:cxn modelId="{A7044FC5-F805-4254-8A01-91FC2DED7216}" type="presParOf" srcId="{B1D5EAE8-7AD9-4123-8BFF-2FF6E527606B}" destId="{9977B8CC-00B8-437D-91F2-DF369B0772B8}" srcOrd="1" destOrd="0" presId="urn:microsoft.com/office/officeart/2005/8/layout/orgChart1"/>
    <dgm:cxn modelId="{190322D7-E6A3-4581-AF77-B919E8699187}" type="presParOf" srcId="{B1D5EAE8-7AD9-4123-8BFF-2FF6E527606B}" destId="{B6212389-0DC2-43B3-8CDB-89764DDF0AA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6A3C5A-A666-4FF0-9FA4-F6B8B1C15474}">
      <dsp:nvSpPr>
        <dsp:cNvPr id="0" name=""/>
        <dsp:cNvSpPr/>
      </dsp:nvSpPr>
      <dsp:spPr>
        <a:xfrm rot="16200000">
          <a:off x="962062" y="-962062"/>
          <a:ext cx="2468076" cy="4392201"/>
        </a:xfrm>
        <a:prstGeom prst="round1Rect">
          <a:avLst/>
        </a:prstGeom>
        <a:solidFill>
          <a:srgbClr val="00388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365760" rIns="128016" bIns="128016" numCol="1" spcCol="1270" anchor="t" anchorCtr="0">
          <a:noAutofit/>
        </a:bodyPr>
        <a:lstStyle/>
        <a:p>
          <a:pPr marL="0" lvl="0" indent="0" algn="ctr" defTabSz="800100">
            <a:lnSpc>
              <a:spcPct val="90000"/>
            </a:lnSpc>
            <a:spcBef>
              <a:spcPct val="0"/>
            </a:spcBef>
            <a:spcAft>
              <a:spcPct val="35000"/>
            </a:spcAft>
            <a:buNone/>
          </a:pPr>
          <a:r>
            <a:rPr lang="en-US" sz="1800" b="1" kern="1200"/>
            <a:t>C6ISR</a:t>
          </a:r>
        </a:p>
        <a:p>
          <a:pPr marL="114300" lvl="1" indent="-114300" algn="l" defTabSz="622300">
            <a:lnSpc>
              <a:spcPct val="90000"/>
            </a:lnSpc>
            <a:spcBef>
              <a:spcPct val="0"/>
            </a:spcBef>
            <a:spcAft>
              <a:spcPct val="15000"/>
            </a:spcAft>
            <a:buChar char="•"/>
          </a:pPr>
          <a:r>
            <a:rPr lang="en-US" sz="1400" b="1" kern="1200"/>
            <a:t>Open Architecture Data Processor</a:t>
          </a:r>
        </a:p>
        <a:p>
          <a:pPr marL="228600" lvl="2" indent="-114300" algn="l" defTabSz="622300">
            <a:lnSpc>
              <a:spcPct val="90000"/>
            </a:lnSpc>
            <a:spcBef>
              <a:spcPct val="0"/>
            </a:spcBef>
            <a:spcAft>
              <a:spcPct val="15000"/>
            </a:spcAft>
            <a:buChar char="•"/>
          </a:pPr>
          <a:r>
            <a:rPr lang="en-US" sz="1400" b="0" i="0" kern="1200"/>
            <a:t>To enhance the VITA 49.2 Radio Transport (VRT) Applications software, there is a need to develop and implement a </a:t>
          </a:r>
          <a:r>
            <a:rPr lang="en-US" sz="1400" kern="1200"/>
            <a:t>user-friendly open-system architecture interface </a:t>
          </a:r>
          <a:r>
            <a:rPr lang="en-US" sz="1400" b="0" i="0" kern="1200"/>
            <a:t>that facilitates the interpretation of bulk export data.</a:t>
          </a:r>
          <a:endParaRPr lang="en-US" sz="1400" kern="1200"/>
        </a:p>
      </dsp:txBody>
      <dsp:txXfrm rot="5400000">
        <a:off x="0" y="0"/>
        <a:ext cx="4392201" cy="1851057"/>
      </dsp:txXfrm>
    </dsp:sp>
    <dsp:sp modelId="{CB23EE6D-A93E-4FD0-BDB6-18AA6864C90D}">
      <dsp:nvSpPr>
        <dsp:cNvPr id="0" name=""/>
        <dsp:cNvSpPr/>
      </dsp:nvSpPr>
      <dsp:spPr>
        <a:xfrm>
          <a:off x="4392201" y="0"/>
          <a:ext cx="4392201" cy="2468076"/>
        </a:xfrm>
        <a:prstGeom prst="round1Rect">
          <a:avLst/>
        </a:prstGeom>
        <a:solidFill>
          <a:srgbClr val="002F6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365760" rIns="128016" bIns="128016" numCol="1" spcCol="1270" anchor="t" anchorCtr="0">
          <a:noAutofit/>
        </a:bodyPr>
        <a:lstStyle/>
        <a:p>
          <a:pPr marL="0" lvl="0" indent="0" algn="ctr" defTabSz="800100">
            <a:lnSpc>
              <a:spcPct val="90000"/>
            </a:lnSpc>
            <a:spcBef>
              <a:spcPct val="0"/>
            </a:spcBef>
            <a:spcAft>
              <a:spcPct val="35000"/>
            </a:spcAft>
            <a:buNone/>
          </a:pPr>
          <a:r>
            <a:rPr lang="en-US" sz="1800" b="1" kern="1200"/>
            <a:t>IWSS</a:t>
          </a:r>
        </a:p>
        <a:p>
          <a:pPr marL="114300" lvl="1" indent="-114300" algn="l" defTabSz="622300">
            <a:lnSpc>
              <a:spcPct val="90000"/>
            </a:lnSpc>
            <a:spcBef>
              <a:spcPct val="0"/>
            </a:spcBef>
            <a:spcAft>
              <a:spcPct val="15000"/>
            </a:spcAft>
            <a:buChar char="•"/>
          </a:pPr>
          <a:r>
            <a:rPr lang="en-US" sz="1400" b="1" kern="1200"/>
            <a:t>Hypersonic Threat Mitigation System</a:t>
          </a:r>
        </a:p>
        <a:p>
          <a:pPr marL="228600" lvl="2" indent="-114300" algn="l" defTabSz="622300">
            <a:lnSpc>
              <a:spcPct val="90000"/>
            </a:lnSpc>
            <a:spcBef>
              <a:spcPct val="0"/>
            </a:spcBef>
            <a:spcAft>
              <a:spcPct val="15000"/>
            </a:spcAft>
            <a:buChar char="•"/>
          </a:pPr>
          <a:r>
            <a:rPr lang="en-US" sz="1400" kern="1200"/>
            <a:t>To expand on hypersonic threat mitigation measures, there is a need to develop and integrate a system designed to disable or destroy incoming hypersonic threats with the capability to be modified for future mission expansion.</a:t>
          </a:r>
        </a:p>
      </dsp:txBody>
      <dsp:txXfrm>
        <a:off x="4392201" y="0"/>
        <a:ext cx="4392201" cy="1851057"/>
      </dsp:txXfrm>
    </dsp:sp>
    <dsp:sp modelId="{06C2CF79-632E-4A01-9770-7541C6B95014}">
      <dsp:nvSpPr>
        <dsp:cNvPr id="0" name=""/>
        <dsp:cNvSpPr/>
      </dsp:nvSpPr>
      <dsp:spPr>
        <a:xfrm rot="10800000">
          <a:off x="0" y="2468076"/>
          <a:ext cx="4392201" cy="2468076"/>
        </a:xfrm>
        <a:prstGeom prst="round1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0" rIns="128016" bIns="128016" numCol="1" spcCol="1270" anchor="t" anchorCtr="0">
          <a:noAutofit/>
        </a:bodyPr>
        <a:lstStyle/>
        <a:p>
          <a:pPr marL="0" lvl="0" indent="0" algn="ctr" defTabSz="800100">
            <a:lnSpc>
              <a:spcPct val="90000"/>
            </a:lnSpc>
            <a:spcBef>
              <a:spcPct val="0"/>
            </a:spcBef>
            <a:spcAft>
              <a:spcPct val="35000"/>
            </a:spcAft>
            <a:buNone/>
          </a:pPr>
          <a:r>
            <a:rPr lang="en-US" sz="1800" b="1" kern="1200"/>
            <a:t>SAC</a:t>
          </a:r>
        </a:p>
        <a:p>
          <a:pPr marL="114300" lvl="1" indent="-114300" algn="l" defTabSz="622300">
            <a:lnSpc>
              <a:spcPct val="90000"/>
            </a:lnSpc>
            <a:spcBef>
              <a:spcPct val="0"/>
            </a:spcBef>
            <a:spcAft>
              <a:spcPct val="15000"/>
            </a:spcAft>
            <a:buChar char="•"/>
          </a:pPr>
          <a:r>
            <a:rPr lang="en-US" sz="1400" b="1" kern="1200"/>
            <a:t>Electric Motor Test Stand</a:t>
          </a:r>
        </a:p>
        <a:p>
          <a:pPr marL="228600" lvl="2" indent="-114300" algn="l" defTabSz="622300">
            <a:lnSpc>
              <a:spcPct val="90000"/>
            </a:lnSpc>
            <a:spcBef>
              <a:spcPct val="0"/>
            </a:spcBef>
            <a:spcAft>
              <a:spcPct val="15000"/>
            </a:spcAft>
            <a:buChar char="•"/>
          </a:pPr>
          <a:r>
            <a:rPr lang="en-US" sz="1400" b="0" i="0" kern="1200"/>
            <a:t>To continue to innovate custom electric and hybrid motor technologies for vertical lift platforms, there is a need to conceptualize and develop an electric motor test stand to accurately determine motor performance data.</a:t>
          </a:r>
          <a:endParaRPr lang="en-US" sz="1400" kern="1200"/>
        </a:p>
        <a:p>
          <a:pPr marL="228600" lvl="2"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endParaRPr lang="en-US" sz="1400" kern="1200"/>
        </a:p>
      </dsp:txBody>
      <dsp:txXfrm rot="10800000">
        <a:off x="0" y="3085095"/>
        <a:ext cx="4392201" cy="1851057"/>
      </dsp:txXfrm>
    </dsp:sp>
    <dsp:sp modelId="{45415C03-86E2-4DE0-AB59-2EC955F12E4E}">
      <dsp:nvSpPr>
        <dsp:cNvPr id="0" name=""/>
        <dsp:cNvSpPr/>
      </dsp:nvSpPr>
      <dsp:spPr>
        <a:xfrm rot="5400000">
          <a:off x="5354264" y="1506013"/>
          <a:ext cx="2468076" cy="4392201"/>
        </a:xfrm>
        <a:prstGeom prst="round1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0" rIns="128016" bIns="128016" numCol="1" spcCol="1270" anchor="t" anchorCtr="0">
          <a:noAutofit/>
        </a:bodyPr>
        <a:lstStyle/>
        <a:p>
          <a:pPr marL="0" lvl="0" indent="0" algn="ctr" defTabSz="800100">
            <a:lnSpc>
              <a:spcPct val="90000"/>
            </a:lnSpc>
            <a:spcBef>
              <a:spcPct val="0"/>
            </a:spcBef>
            <a:spcAft>
              <a:spcPct val="35000"/>
            </a:spcAft>
            <a:buNone/>
          </a:pPr>
          <a:r>
            <a:rPr lang="en-US" sz="1800" b="1" kern="1200"/>
            <a:t>TLS</a:t>
          </a:r>
        </a:p>
        <a:p>
          <a:pPr marL="114300" lvl="1" indent="-114300" algn="l" defTabSz="622300">
            <a:lnSpc>
              <a:spcPct val="90000"/>
            </a:lnSpc>
            <a:spcBef>
              <a:spcPct val="0"/>
            </a:spcBef>
            <a:spcAft>
              <a:spcPct val="15000"/>
            </a:spcAft>
            <a:buChar char="•"/>
          </a:pPr>
          <a:r>
            <a:rPr lang="en-US" sz="1400" b="1" kern="1200"/>
            <a:t>Multi-Use Environment Sensor</a:t>
          </a:r>
        </a:p>
        <a:p>
          <a:pPr marL="228600" lvl="2" indent="-114300" algn="l" defTabSz="622300">
            <a:lnSpc>
              <a:spcPct val="90000"/>
            </a:lnSpc>
            <a:spcBef>
              <a:spcPct val="0"/>
            </a:spcBef>
            <a:spcAft>
              <a:spcPct val="15000"/>
            </a:spcAft>
            <a:buChar char="•"/>
          </a:pPr>
          <a:r>
            <a:rPr lang="en-US" sz="1400" b="0" i="0" kern="1200"/>
            <a:t>To continually improve the latest training systems, there is a need to create a </a:t>
          </a:r>
          <a:r>
            <a:rPr lang="en-US" sz="1400" kern="1200">
              <a:latin typeface="Arial"/>
              <a:cs typeface="Arial"/>
            </a:rPr>
            <a:t>multi-use enclosure that will provide accurate humidity and temperature data with the ability to interact with varying software applications </a:t>
          </a:r>
          <a:endParaRPr lang="en-US" sz="1400" kern="1200"/>
        </a:p>
      </dsp:txBody>
      <dsp:txXfrm rot="-5400000">
        <a:off x="4392201" y="3085095"/>
        <a:ext cx="4392201" cy="1851057"/>
      </dsp:txXfrm>
    </dsp:sp>
    <dsp:sp modelId="{8843AD72-1C0A-45B4-B6DB-007B30E7EDD0}">
      <dsp:nvSpPr>
        <dsp:cNvPr id="0" name=""/>
        <dsp:cNvSpPr/>
      </dsp:nvSpPr>
      <dsp:spPr>
        <a:xfrm>
          <a:off x="3289148" y="2226822"/>
          <a:ext cx="2206106" cy="482508"/>
        </a:xfrm>
        <a:prstGeom prst="roundRect">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RMS Lines of Business</a:t>
          </a:r>
        </a:p>
      </dsp:txBody>
      <dsp:txXfrm>
        <a:off x="3312702" y="2250376"/>
        <a:ext cx="2158998" cy="435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F5F405-034C-4D3E-8623-C4AD3684A992}">
      <dsp:nvSpPr>
        <dsp:cNvPr id="0" name=""/>
        <dsp:cNvSpPr/>
      </dsp:nvSpPr>
      <dsp:spPr>
        <a:xfrm>
          <a:off x="0" y="30723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92A4630-E382-4458-8893-9FA0D09CC47F}">
      <dsp:nvSpPr>
        <dsp:cNvPr id="0" name=""/>
        <dsp:cNvSpPr/>
      </dsp:nvSpPr>
      <dsp:spPr>
        <a:xfrm>
          <a:off x="406400" y="56313"/>
          <a:ext cx="5689600" cy="501840"/>
        </a:xfrm>
        <a:prstGeom prst="round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Perform with excellence</a:t>
          </a:r>
        </a:p>
      </dsp:txBody>
      <dsp:txXfrm>
        <a:off x="430898" y="80811"/>
        <a:ext cx="5640604" cy="452844"/>
      </dsp:txXfrm>
    </dsp:sp>
    <dsp:sp modelId="{BD727177-F367-482B-8600-8D8CBF12B7B6}">
      <dsp:nvSpPr>
        <dsp:cNvPr id="0" name=""/>
        <dsp:cNvSpPr/>
      </dsp:nvSpPr>
      <dsp:spPr>
        <a:xfrm>
          <a:off x="0" y="107835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91E150-A013-4EF6-BE21-79DE76A39E82}">
      <dsp:nvSpPr>
        <dsp:cNvPr id="0" name=""/>
        <dsp:cNvSpPr/>
      </dsp:nvSpPr>
      <dsp:spPr>
        <a:xfrm>
          <a:off x="406400" y="827433"/>
          <a:ext cx="5689600" cy="501840"/>
        </a:xfrm>
        <a:prstGeom prst="roundRect">
          <a:avLst/>
        </a:prstGeom>
        <a:solidFill>
          <a:schemeClr val="accent1">
            <a:shade val="80000"/>
            <a:hueOff val="58214"/>
            <a:satOff val="-1043"/>
            <a:lumOff val="4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Model personal integrity and accountability</a:t>
          </a:r>
        </a:p>
      </dsp:txBody>
      <dsp:txXfrm>
        <a:off x="430898" y="851931"/>
        <a:ext cx="5640604" cy="452844"/>
      </dsp:txXfrm>
    </dsp:sp>
    <dsp:sp modelId="{4A624357-065F-483F-8CAE-D5082219E5C3}">
      <dsp:nvSpPr>
        <dsp:cNvPr id="0" name=""/>
        <dsp:cNvSpPr/>
      </dsp:nvSpPr>
      <dsp:spPr>
        <a:xfrm>
          <a:off x="0" y="184947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845D46-058A-436C-8CEB-5C3391D24BC2}">
      <dsp:nvSpPr>
        <dsp:cNvPr id="0" name=""/>
        <dsp:cNvSpPr/>
      </dsp:nvSpPr>
      <dsp:spPr>
        <a:xfrm>
          <a:off x="406400" y="1598553"/>
          <a:ext cx="5689600" cy="501840"/>
        </a:xfrm>
        <a:prstGeom prst="roundRect">
          <a:avLst/>
        </a:prstGeom>
        <a:solidFill>
          <a:schemeClr val="accent1">
            <a:shade val="80000"/>
            <a:hueOff val="116428"/>
            <a:satOff val="-2085"/>
            <a:lumOff val="8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Don’t be afraid to ask questions</a:t>
          </a:r>
        </a:p>
      </dsp:txBody>
      <dsp:txXfrm>
        <a:off x="430898" y="1623051"/>
        <a:ext cx="5640604" cy="452844"/>
      </dsp:txXfrm>
    </dsp:sp>
    <dsp:sp modelId="{D7D53B92-F2CD-4D1C-BD44-C42962CF7456}">
      <dsp:nvSpPr>
        <dsp:cNvPr id="0" name=""/>
        <dsp:cNvSpPr/>
      </dsp:nvSpPr>
      <dsp:spPr>
        <a:xfrm>
          <a:off x="0" y="262059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DB871C-BA6F-435E-914C-B659686C8EBF}">
      <dsp:nvSpPr>
        <dsp:cNvPr id="0" name=""/>
        <dsp:cNvSpPr/>
      </dsp:nvSpPr>
      <dsp:spPr>
        <a:xfrm>
          <a:off x="406400" y="2369673"/>
          <a:ext cx="5689600" cy="501840"/>
        </a:xfrm>
        <a:prstGeom prst="roundRect">
          <a:avLst/>
        </a:prstGeom>
        <a:solidFill>
          <a:schemeClr val="accent1">
            <a:shade val="80000"/>
            <a:hueOff val="174641"/>
            <a:satOff val="-3128"/>
            <a:lumOff val="132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Apply a growth mindset</a:t>
          </a:r>
        </a:p>
      </dsp:txBody>
      <dsp:txXfrm>
        <a:off x="430898" y="2394171"/>
        <a:ext cx="5640604" cy="452844"/>
      </dsp:txXfrm>
    </dsp:sp>
    <dsp:sp modelId="{E976D45F-C46B-4D53-AE53-8DB872FB8613}">
      <dsp:nvSpPr>
        <dsp:cNvPr id="0" name=""/>
        <dsp:cNvSpPr/>
      </dsp:nvSpPr>
      <dsp:spPr>
        <a:xfrm>
          <a:off x="0" y="339171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550D32-AC9B-4789-8642-918CC870D289}">
      <dsp:nvSpPr>
        <dsp:cNvPr id="0" name=""/>
        <dsp:cNvSpPr/>
      </dsp:nvSpPr>
      <dsp:spPr>
        <a:xfrm>
          <a:off x="406400" y="3140793"/>
          <a:ext cx="5689600" cy="501840"/>
        </a:xfrm>
        <a:prstGeom prst="roundRect">
          <a:avLst/>
        </a:prstGeom>
        <a:solidFill>
          <a:schemeClr val="accent1">
            <a:shade val="80000"/>
            <a:hueOff val="232855"/>
            <a:satOff val="-4171"/>
            <a:lumOff val="177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Prioritize the Intern Program events (site and project)</a:t>
          </a:r>
        </a:p>
      </dsp:txBody>
      <dsp:txXfrm>
        <a:off x="430898" y="3165291"/>
        <a:ext cx="5640604" cy="452844"/>
      </dsp:txXfrm>
    </dsp:sp>
    <dsp:sp modelId="{D69D1584-DD78-4092-8B74-1FAB5F24F8FA}">
      <dsp:nvSpPr>
        <dsp:cNvPr id="0" name=""/>
        <dsp:cNvSpPr/>
      </dsp:nvSpPr>
      <dsp:spPr>
        <a:xfrm>
          <a:off x="0" y="416283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3D6CF6-8E66-4B58-AC9E-C6ABABC05164}">
      <dsp:nvSpPr>
        <dsp:cNvPr id="0" name=""/>
        <dsp:cNvSpPr/>
      </dsp:nvSpPr>
      <dsp:spPr>
        <a:xfrm>
          <a:off x="406400" y="3911913"/>
          <a:ext cx="5689600" cy="501840"/>
        </a:xfrm>
        <a:prstGeom prst="roundRect">
          <a:avLst/>
        </a:prstGeom>
        <a:solidFill>
          <a:schemeClr val="accent1">
            <a:shade val="80000"/>
            <a:hueOff val="291069"/>
            <a:satOff val="-5213"/>
            <a:lumOff val="221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Charge your time accurately</a:t>
          </a:r>
        </a:p>
      </dsp:txBody>
      <dsp:txXfrm>
        <a:off x="430898" y="3936411"/>
        <a:ext cx="5640604" cy="452844"/>
      </dsp:txXfrm>
    </dsp:sp>
    <dsp:sp modelId="{F46A5795-75CA-473F-BB39-E4638D858686}">
      <dsp:nvSpPr>
        <dsp:cNvPr id="0" name=""/>
        <dsp:cNvSpPr/>
      </dsp:nvSpPr>
      <dsp:spPr>
        <a:xfrm>
          <a:off x="0" y="493395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B448EC-65E3-42EB-9365-29951F150F23}">
      <dsp:nvSpPr>
        <dsp:cNvPr id="0" name=""/>
        <dsp:cNvSpPr/>
      </dsp:nvSpPr>
      <dsp:spPr>
        <a:xfrm>
          <a:off x="406400" y="4683033"/>
          <a:ext cx="5689600" cy="501840"/>
        </a:xfrm>
        <a:prstGeom prst="roundRect">
          <a:avLst/>
        </a:prstGeom>
        <a:solidFill>
          <a:schemeClr val="accent1">
            <a:shade val="80000"/>
            <a:hueOff val="349283"/>
            <a:satOff val="-6256"/>
            <a:lumOff val="265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Have fun!</a:t>
          </a:r>
        </a:p>
      </dsp:txBody>
      <dsp:txXfrm>
        <a:off x="430898" y="4707531"/>
        <a:ext cx="5640604" cy="4528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638FB-EC03-413D-A7FA-28F63CAFD964}">
      <dsp:nvSpPr>
        <dsp:cNvPr id="0" name=""/>
        <dsp:cNvSpPr/>
      </dsp:nvSpPr>
      <dsp:spPr>
        <a:xfrm>
          <a:off x="3013748" y="706212"/>
          <a:ext cx="147797" cy="647495"/>
        </a:xfrm>
        <a:custGeom>
          <a:avLst/>
          <a:gdLst/>
          <a:ahLst/>
          <a:cxnLst/>
          <a:rect l="0" t="0" r="0" b="0"/>
          <a:pathLst>
            <a:path>
              <a:moveTo>
                <a:pt x="147797" y="0"/>
              </a:moveTo>
              <a:lnTo>
                <a:pt x="147797" y="647495"/>
              </a:lnTo>
              <a:lnTo>
                <a:pt x="0" y="64749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1BEDFD-E7E2-479F-8EB7-9352E27334EF}">
      <dsp:nvSpPr>
        <dsp:cNvPr id="0" name=""/>
        <dsp:cNvSpPr/>
      </dsp:nvSpPr>
      <dsp:spPr>
        <a:xfrm>
          <a:off x="4301701" y="2705003"/>
          <a:ext cx="211139" cy="647495"/>
        </a:xfrm>
        <a:custGeom>
          <a:avLst/>
          <a:gdLst/>
          <a:ahLst/>
          <a:cxnLst/>
          <a:rect l="0" t="0" r="0" b="0"/>
          <a:pathLst>
            <a:path>
              <a:moveTo>
                <a:pt x="0" y="0"/>
              </a:moveTo>
              <a:lnTo>
                <a:pt x="0" y="647495"/>
              </a:lnTo>
              <a:lnTo>
                <a:pt x="211139" y="6474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FCBF3C-F969-4944-8880-382C79F1E226}">
      <dsp:nvSpPr>
        <dsp:cNvPr id="0" name=""/>
        <dsp:cNvSpPr/>
      </dsp:nvSpPr>
      <dsp:spPr>
        <a:xfrm>
          <a:off x="3161546" y="706212"/>
          <a:ext cx="1703194" cy="1294991"/>
        </a:xfrm>
        <a:custGeom>
          <a:avLst/>
          <a:gdLst/>
          <a:ahLst/>
          <a:cxnLst/>
          <a:rect l="0" t="0" r="0" b="0"/>
          <a:pathLst>
            <a:path>
              <a:moveTo>
                <a:pt x="0" y="0"/>
              </a:moveTo>
              <a:lnTo>
                <a:pt x="0" y="1147193"/>
              </a:lnTo>
              <a:lnTo>
                <a:pt x="1703194" y="1147193"/>
              </a:lnTo>
              <a:lnTo>
                <a:pt x="1703194" y="12949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AF4869-E18C-4090-8EE7-B4556CB3990B}">
      <dsp:nvSpPr>
        <dsp:cNvPr id="0" name=""/>
        <dsp:cNvSpPr/>
      </dsp:nvSpPr>
      <dsp:spPr>
        <a:xfrm>
          <a:off x="2598507" y="2705003"/>
          <a:ext cx="211139" cy="647495"/>
        </a:xfrm>
        <a:custGeom>
          <a:avLst/>
          <a:gdLst/>
          <a:ahLst/>
          <a:cxnLst/>
          <a:rect l="0" t="0" r="0" b="0"/>
          <a:pathLst>
            <a:path>
              <a:moveTo>
                <a:pt x="0" y="0"/>
              </a:moveTo>
              <a:lnTo>
                <a:pt x="0" y="647495"/>
              </a:lnTo>
              <a:lnTo>
                <a:pt x="211139" y="6474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F53D5B-457A-4826-84CD-AA6781F4913B}">
      <dsp:nvSpPr>
        <dsp:cNvPr id="0" name=""/>
        <dsp:cNvSpPr/>
      </dsp:nvSpPr>
      <dsp:spPr>
        <a:xfrm>
          <a:off x="3115826" y="706212"/>
          <a:ext cx="91440" cy="1294991"/>
        </a:xfrm>
        <a:custGeom>
          <a:avLst/>
          <a:gdLst/>
          <a:ahLst/>
          <a:cxnLst/>
          <a:rect l="0" t="0" r="0" b="0"/>
          <a:pathLst>
            <a:path>
              <a:moveTo>
                <a:pt x="45720" y="0"/>
              </a:moveTo>
              <a:lnTo>
                <a:pt x="45720" y="12949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52F81F-49A4-4BCE-8628-86F0DC9500C3}">
      <dsp:nvSpPr>
        <dsp:cNvPr id="0" name=""/>
        <dsp:cNvSpPr/>
      </dsp:nvSpPr>
      <dsp:spPr>
        <a:xfrm>
          <a:off x="895312" y="2705003"/>
          <a:ext cx="211139" cy="647495"/>
        </a:xfrm>
        <a:custGeom>
          <a:avLst/>
          <a:gdLst/>
          <a:ahLst/>
          <a:cxnLst/>
          <a:rect l="0" t="0" r="0" b="0"/>
          <a:pathLst>
            <a:path>
              <a:moveTo>
                <a:pt x="0" y="0"/>
              </a:moveTo>
              <a:lnTo>
                <a:pt x="0" y="647495"/>
              </a:lnTo>
              <a:lnTo>
                <a:pt x="211139" y="6474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A0E033-699F-4FC6-9104-6CD27CBC1B21}">
      <dsp:nvSpPr>
        <dsp:cNvPr id="0" name=""/>
        <dsp:cNvSpPr/>
      </dsp:nvSpPr>
      <dsp:spPr>
        <a:xfrm>
          <a:off x="1458351" y="706212"/>
          <a:ext cx="1703194" cy="1294991"/>
        </a:xfrm>
        <a:custGeom>
          <a:avLst/>
          <a:gdLst/>
          <a:ahLst/>
          <a:cxnLst/>
          <a:rect l="0" t="0" r="0" b="0"/>
          <a:pathLst>
            <a:path>
              <a:moveTo>
                <a:pt x="1703194" y="0"/>
              </a:moveTo>
              <a:lnTo>
                <a:pt x="1703194" y="1147193"/>
              </a:lnTo>
              <a:lnTo>
                <a:pt x="0" y="1147193"/>
              </a:lnTo>
              <a:lnTo>
                <a:pt x="0" y="12949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B300E5C-1193-461F-BA57-29F45EF38C10}">
      <dsp:nvSpPr>
        <dsp:cNvPr id="0" name=""/>
        <dsp:cNvSpPr/>
      </dsp:nvSpPr>
      <dsp:spPr>
        <a:xfrm>
          <a:off x="2457747" y="2413"/>
          <a:ext cx="1407598" cy="7037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Project Manager: Name</a:t>
          </a:r>
        </a:p>
      </dsp:txBody>
      <dsp:txXfrm>
        <a:off x="2457747" y="2413"/>
        <a:ext cx="1407598" cy="703799"/>
      </dsp:txXfrm>
    </dsp:sp>
    <dsp:sp modelId="{7EC67D82-C591-4535-BEDB-26B1055DE3F5}">
      <dsp:nvSpPr>
        <dsp:cNvPr id="0" name=""/>
        <dsp:cNvSpPr/>
      </dsp:nvSpPr>
      <dsp:spPr>
        <a:xfrm>
          <a:off x="754552" y="2001203"/>
          <a:ext cx="1407598" cy="7037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Hardware Lead: Name</a:t>
          </a:r>
        </a:p>
      </dsp:txBody>
      <dsp:txXfrm>
        <a:off x="754552" y="2001203"/>
        <a:ext cx="1407598" cy="703799"/>
      </dsp:txXfrm>
    </dsp:sp>
    <dsp:sp modelId="{53924F30-8715-42AF-91FE-5F19554A2729}">
      <dsp:nvSpPr>
        <dsp:cNvPr id="0" name=""/>
        <dsp:cNvSpPr/>
      </dsp:nvSpPr>
      <dsp:spPr>
        <a:xfrm>
          <a:off x="1106452" y="3000599"/>
          <a:ext cx="1407598" cy="7037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Mechanical Engineer: Name</a:t>
          </a:r>
        </a:p>
      </dsp:txBody>
      <dsp:txXfrm>
        <a:off x="1106452" y="3000599"/>
        <a:ext cx="1407598" cy="703799"/>
      </dsp:txXfrm>
    </dsp:sp>
    <dsp:sp modelId="{3742A498-80A0-4DC3-B746-C714EE61A8CA}">
      <dsp:nvSpPr>
        <dsp:cNvPr id="0" name=""/>
        <dsp:cNvSpPr/>
      </dsp:nvSpPr>
      <dsp:spPr>
        <a:xfrm>
          <a:off x="2457747" y="2001203"/>
          <a:ext cx="1407598" cy="7037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Software Lead: Name</a:t>
          </a:r>
        </a:p>
      </dsp:txBody>
      <dsp:txXfrm>
        <a:off x="2457747" y="2001203"/>
        <a:ext cx="1407598" cy="703799"/>
      </dsp:txXfrm>
    </dsp:sp>
    <dsp:sp modelId="{9AC5C3FF-2230-4829-A11A-933E1E7B4E1D}">
      <dsp:nvSpPr>
        <dsp:cNvPr id="0" name=""/>
        <dsp:cNvSpPr/>
      </dsp:nvSpPr>
      <dsp:spPr>
        <a:xfrm>
          <a:off x="2809646" y="3000599"/>
          <a:ext cx="1407598" cy="7037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API Engineer: Name</a:t>
          </a:r>
        </a:p>
      </dsp:txBody>
      <dsp:txXfrm>
        <a:off x="2809646" y="3000599"/>
        <a:ext cx="1407598" cy="703799"/>
      </dsp:txXfrm>
    </dsp:sp>
    <dsp:sp modelId="{54731AB4-4AEC-41C5-B9EE-596F726248E9}">
      <dsp:nvSpPr>
        <dsp:cNvPr id="0" name=""/>
        <dsp:cNvSpPr/>
      </dsp:nvSpPr>
      <dsp:spPr>
        <a:xfrm>
          <a:off x="4160941" y="2001203"/>
          <a:ext cx="1407598" cy="7037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Integration Lead: Name</a:t>
          </a:r>
        </a:p>
      </dsp:txBody>
      <dsp:txXfrm>
        <a:off x="4160941" y="2001203"/>
        <a:ext cx="1407598" cy="703799"/>
      </dsp:txXfrm>
    </dsp:sp>
    <dsp:sp modelId="{19B71B0C-CE96-4549-A239-B8E775C5049A}">
      <dsp:nvSpPr>
        <dsp:cNvPr id="0" name=""/>
        <dsp:cNvSpPr/>
      </dsp:nvSpPr>
      <dsp:spPr>
        <a:xfrm>
          <a:off x="4512841" y="3000599"/>
          <a:ext cx="1407598" cy="7037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I&amp;T Engineer: Name</a:t>
          </a:r>
        </a:p>
      </dsp:txBody>
      <dsp:txXfrm>
        <a:off x="4512841" y="3000599"/>
        <a:ext cx="1407598" cy="703799"/>
      </dsp:txXfrm>
    </dsp:sp>
    <dsp:sp modelId="{DF1AE811-694F-4C6E-B0E3-CC21A34E1709}">
      <dsp:nvSpPr>
        <dsp:cNvPr id="0" name=""/>
        <dsp:cNvSpPr/>
      </dsp:nvSpPr>
      <dsp:spPr>
        <a:xfrm>
          <a:off x="1606149" y="1001808"/>
          <a:ext cx="1407598" cy="7037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Engineering Project Manager: Name</a:t>
          </a:r>
        </a:p>
      </dsp:txBody>
      <dsp:txXfrm>
        <a:off x="1606149" y="1001808"/>
        <a:ext cx="1407598" cy="703799"/>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13310C-3ED4-4C93-84FA-39EDF427972F}" type="datetimeFigureOut">
              <a:rPr lang="en-US" smtClean="0"/>
              <a:t>7/7/2025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CBAB69-F327-4B0B-A8D8-23AA5410FFE4}" type="slidenum">
              <a:rPr lang="en-US" smtClean="0"/>
              <a:t>‹#›</a:t>
            </a:fld>
            <a:endParaRPr lang="en-US"/>
          </a:p>
        </p:txBody>
      </p:sp>
    </p:spTree>
    <p:extLst>
      <p:ext uri="{BB962C8B-B14F-4D97-AF65-F5344CB8AC3E}">
        <p14:creationId xmlns:p14="http://schemas.microsoft.com/office/powerpoint/2010/main" val="655116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a:t>
            </a:fld>
            <a:endParaRPr lang="en-US"/>
          </a:p>
        </p:txBody>
      </p:sp>
    </p:spTree>
    <p:extLst>
      <p:ext uri="{BB962C8B-B14F-4D97-AF65-F5344CB8AC3E}">
        <p14:creationId xmlns:p14="http://schemas.microsoft.com/office/powerpoint/2010/main" val="4216285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2</a:t>
            </a:fld>
            <a:endParaRPr lang="en-US"/>
          </a:p>
        </p:txBody>
      </p:sp>
    </p:spTree>
    <p:extLst>
      <p:ext uri="{BB962C8B-B14F-4D97-AF65-F5344CB8AC3E}">
        <p14:creationId xmlns:p14="http://schemas.microsoft.com/office/powerpoint/2010/main" val="3838149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a:t>
            </a:r>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3</a:t>
            </a:fld>
            <a:endParaRPr lang="en-US"/>
          </a:p>
        </p:txBody>
      </p:sp>
    </p:spTree>
    <p:extLst>
      <p:ext uri="{BB962C8B-B14F-4D97-AF65-F5344CB8AC3E}">
        <p14:creationId xmlns:p14="http://schemas.microsoft.com/office/powerpoint/2010/main" val="2900682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D73E3-5676-F51E-2578-D576C4881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EE7C8-9912-16FB-B736-D49C42ED5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1DCCB5-A8A5-83BB-A37A-F941631AC958}"/>
              </a:ext>
            </a:extLst>
          </p:cNvPr>
          <p:cNvSpPr>
            <a:spLocks noGrp="1"/>
          </p:cNvSpPr>
          <p:nvPr>
            <p:ph type="body" idx="1"/>
          </p:nvPr>
        </p:nvSpPr>
        <p:spPr/>
        <p:txBody>
          <a:bodyPr/>
          <a:lstStyle/>
          <a:p>
            <a:r>
              <a:rPr lang="en-US"/>
              <a:t>All</a:t>
            </a:r>
          </a:p>
        </p:txBody>
      </p:sp>
      <p:sp>
        <p:nvSpPr>
          <p:cNvPr id="4" name="Header Placeholder 3">
            <a:extLst>
              <a:ext uri="{FF2B5EF4-FFF2-40B4-BE49-F238E27FC236}">
                <a16:creationId xmlns:a16="http://schemas.microsoft.com/office/drawing/2014/main" id="{FD3AD60B-3703-12B8-EA42-4E9C06BC2A7C}"/>
              </a:ext>
            </a:extLst>
          </p:cNvPr>
          <p:cNvSpPr>
            <a:spLocks noGrp="1"/>
          </p:cNvSpPr>
          <p:nvPr>
            <p:ph type="hdr" sz="quarter"/>
          </p:nvPr>
        </p:nvSpPr>
        <p:spPr/>
        <p:txBody>
          <a:bodyPr/>
          <a:lstStyle/>
          <a:p>
            <a:endParaRPr lang="en-US"/>
          </a:p>
          <a:p>
            <a:endParaRPr lang="en-US"/>
          </a:p>
        </p:txBody>
      </p:sp>
      <p:sp>
        <p:nvSpPr>
          <p:cNvPr id="5" name="Footer Placeholder 4">
            <a:extLst>
              <a:ext uri="{FF2B5EF4-FFF2-40B4-BE49-F238E27FC236}">
                <a16:creationId xmlns:a16="http://schemas.microsoft.com/office/drawing/2014/main" id="{A4E3D639-144E-4942-D0CB-081B683B01A5}"/>
              </a:ext>
            </a:extLst>
          </p:cNvPr>
          <p:cNvSpPr>
            <a:spLocks noGrp="1"/>
          </p:cNvSpPr>
          <p:nvPr>
            <p:ph type="ftr" sz="quarter" idx="4"/>
          </p:nvPr>
        </p:nvSpPr>
        <p:spPr/>
        <p:txBody>
          <a:bodyPr/>
          <a:lstStyle/>
          <a:p>
            <a:endParaRPr lang="en-US"/>
          </a:p>
          <a:p>
            <a:endParaRPr lang="en-US"/>
          </a:p>
        </p:txBody>
      </p:sp>
      <p:sp>
        <p:nvSpPr>
          <p:cNvPr id="6" name="Slide Number Placeholder 5">
            <a:extLst>
              <a:ext uri="{FF2B5EF4-FFF2-40B4-BE49-F238E27FC236}">
                <a16:creationId xmlns:a16="http://schemas.microsoft.com/office/drawing/2014/main" id="{51CA7714-0838-BD82-5EAE-86337B35A050}"/>
              </a:ext>
            </a:extLst>
          </p:cNvPr>
          <p:cNvSpPr>
            <a:spLocks noGrp="1"/>
          </p:cNvSpPr>
          <p:nvPr>
            <p:ph type="sldNum" sz="quarter" idx="5"/>
          </p:nvPr>
        </p:nvSpPr>
        <p:spPr/>
        <p:txBody>
          <a:bodyPr/>
          <a:lstStyle/>
          <a:p>
            <a:fld id="{91F5F514-E216-4B0B-9B33-6FEA2EC08AD4}" type="slidenum">
              <a:rPr lang="en-US" smtClean="0"/>
              <a:t>4</a:t>
            </a:fld>
            <a:endParaRPr lang="en-US"/>
          </a:p>
        </p:txBody>
      </p:sp>
    </p:spTree>
    <p:extLst>
      <p:ext uri="{BB962C8B-B14F-4D97-AF65-F5344CB8AC3E}">
        <p14:creationId xmlns:p14="http://schemas.microsoft.com/office/powerpoint/2010/main" val="1476290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5</a:t>
            </a:fld>
            <a:endParaRPr lang="en-US"/>
          </a:p>
        </p:txBody>
      </p:sp>
    </p:spTree>
    <p:extLst>
      <p:ext uri="{BB962C8B-B14F-4D97-AF65-F5344CB8AC3E}">
        <p14:creationId xmlns:p14="http://schemas.microsoft.com/office/powerpoint/2010/main" val="734289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6</a:t>
            </a:fld>
            <a:endParaRPr lang="en-US"/>
          </a:p>
        </p:txBody>
      </p:sp>
    </p:spTree>
    <p:extLst>
      <p:ext uri="{BB962C8B-B14F-4D97-AF65-F5344CB8AC3E}">
        <p14:creationId xmlns:p14="http://schemas.microsoft.com/office/powerpoint/2010/main" val="2754535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7CBAB69-F327-4B0B-A8D8-23AA5410FFE4}" type="slidenum">
              <a:rPr lang="en-US" smtClean="0"/>
              <a:t>8</a:t>
            </a:fld>
            <a:endParaRPr lang="en-US"/>
          </a:p>
        </p:txBody>
      </p:sp>
    </p:spTree>
    <p:extLst>
      <p:ext uri="{BB962C8B-B14F-4D97-AF65-F5344CB8AC3E}">
        <p14:creationId xmlns:p14="http://schemas.microsoft.com/office/powerpoint/2010/main" val="7775722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n"/>
            </a:pPr>
            <a:endParaRPr lang="en-US">
              <a:ea typeface="Calibri"/>
              <a:cs typeface="Calibri"/>
            </a:endParaRPr>
          </a:p>
        </p:txBody>
      </p:sp>
      <p:sp>
        <p:nvSpPr>
          <p:cNvPr id="4" name="Slide Number Placeholder 3"/>
          <p:cNvSpPr>
            <a:spLocks noGrp="1"/>
          </p:cNvSpPr>
          <p:nvPr>
            <p:ph type="sldNum" sz="quarter" idx="5"/>
          </p:nvPr>
        </p:nvSpPr>
        <p:spPr/>
        <p:txBody>
          <a:bodyPr/>
          <a:lstStyle/>
          <a:p>
            <a:fld id="{942A28B2-6879-4A07-937A-6F5BCE681D3B}" type="slidenum">
              <a:rPr lang="en-US"/>
              <a:t>10</a:t>
            </a:fld>
            <a:endParaRPr lang="en-US"/>
          </a:p>
        </p:txBody>
      </p:sp>
    </p:spTree>
    <p:extLst>
      <p:ext uri="{BB962C8B-B14F-4D97-AF65-F5344CB8AC3E}">
        <p14:creationId xmlns:p14="http://schemas.microsoft.com/office/powerpoint/2010/main" val="3296884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n"/>
            </a:pPr>
            <a:endParaRPr lang="en-US">
              <a:ea typeface="Calibri"/>
              <a:cs typeface="Calibri"/>
            </a:endParaRPr>
          </a:p>
        </p:txBody>
      </p:sp>
      <p:sp>
        <p:nvSpPr>
          <p:cNvPr id="4" name="Slide Number Placeholder 3"/>
          <p:cNvSpPr>
            <a:spLocks noGrp="1"/>
          </p:cNvSpPr>
          <p:nvPr>
            <p:ph type="sldNum" sz="quarter" idx="5"/>
          </p:nvPr>
        </p:nvSpPr>
        <p:spPr/>
        <p:txBody>
          <a:bodyPr/>
          <a:lstStyle/>
          <a:p>
            <a:fld id="{942A28B2-6879-4A07-937A-6F5BCE681D3B}" type="slidenum">
              <a:rPr lang="en-US"/>
              <a:t>11</a:t>
            </a:fld>
            <a:endParaRPr lang="en-US"/>
          </a:p>
        </p:txBody>
      </p:sp>
    </p:spTree>
    <p:extLst>
      <p:ext uri="{BB962C8B-B14F-4D97-AF65-F5344CB8AC3E}">
        <p14:creationId xmlns:p14="http://schemas.microsoft.com/office/powerpoint/2010/main" val="3354485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12</a:t>
            </a:fld>
            <a:endParaRPr lang="en-US"/>
          </a:p>
        </p:txBody>
      </p:sp>
    </p:spTree>
    <p:extLst>
      <p:ext uri="{BB962C8B-B14F-4D97-AF65-F5344CB8AC3E}">
        <p14:creationId xmlns:p14="http://schemas.microsoft.com/office/powerpoint/2010/main" val="2183282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13</a:t>
            </a:fld>
            <a:endParaRPr lang="en-US"/>
          </a:p>
        </p:txBody>
      </p:sp>
    </p:spTree>
    <p:extLst>
      <p:ext uri="{BB962C8B-B14F-4D97-AF65-F5344CB8AC3E}">
        <p14:creationId xmlns:p14="http://schemas.microsoft.com/office/powerpoint/2010/main" val="2134333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18</a:t>
            </a:fld>
            <a:endParaRPr lang="en-US"/>
          </a:p>
        </p:txBody>
      </p:sp>
    </p:spTree>
    <p:extLst>
      <p:ext uri="{BB962C8B-B14F-4D97-AF65-F5344CB8AC3E}">
        <p14:creationId xmlns:p14="http://schemas.microsoft.com/office/powerpoint/2010/main" val="354870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19</a:t>
            </a:fld>
            <a:endParaRPr lang="en-US"/>
          </a:p>
        </p:txBody>
      </p:sp>
    </p:spTree>
    <p:extLst>
      <p:ext uri="{BB962C8B-B14F-4D97-AF65-F5344CB8AC3E}">
        <p14:creationId xmlns:p14="http://schemas.microsoft.com/office/powerpoint/2010/main" val="2393107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22</a:t>
            </a:fld>
            <a:endParaRPr lang="en-US"/>
          </a:p>
        </p:txBody>
      </p:sp>
    </p:spTree>
    <p:extLst>
      <p:ext uri="{BB962C8B-B14F-4D97-AF65-F5344CB8AC3E}">
        <p14:creationId xmlns:p14="http://schemas.microsoft.com/office/powerpoint/2010/main" val="890767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23</a:t>
            </a:fld>
            <a:endParaRPr lang="en-US"/>
          </a:p>
        </p:txBody>
      </p:sp>
    </p:spTree>
    <p:extLst>
      <p:ext uri="{BB962C8B-B14F-4D97-AF65-F5344CB8AC3E}">
        <p14:creationId xmlns:p14="http://schemas.microsoft.com/office/powerpoint/2010/main" val="90243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ue Title Slide">
    <p:bg>
      <p:bgRef idx="1001">
        <a:schemeClr val="bg1"/>
      </p:bgRef>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33F7BAC-152D-C166-040A-38B037DED7D8}"/>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302EBD48-AA04-F31C-CE37-AA09A6C7897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978359E-23FB-0B43-1994-7B1EE96D6309}"/>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891FA71E-0212-4DBE-A395-9FE7E0C98054}"/>
              </a:ext>
            </a:extLst>
          </p:cNvPr>
          <p:cNvSpPr/>
          <p:nvPr userDrawn="1"/>
        </p:nvSpPr>
        <p:spPr>
          <a:xfrm>
            <a:off x="-1" y="-94883"/>
            <a:ext cx="12192001" cy="4803982"/>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6" name="Text Placeholder 22">
            <a:extLst>
              <a:ext uri="{FF2B5EF4-FFF2-40B4-BE49-F238E27FC236}">
                <a16:creationId xmlns:a16="http://schemas.microsoft.com/office/drawing/2014/main" id="{EC51FD09-7A7E-68BC-55B2-2AA99FDC3AB4}"/>
              </a:ext>
            </a:extLst>
          </p:cNvPr>
          <p:cNvSpPr>
            <a:spLocks noGrp="1"/>
          </p:cNvSpPr>
          <p:nvPr>
            <p:ph type="body" sz="quarter" idx="20" hasCustomPrompt="1"/>
          </p:nvPr>
        </p:nvSpPr>
        <p:spPr>
          <a:xfrm>
            <a:off x="640079" y="2743200"/>
            <a:ext cx="8937553" cy="881137"/>
          </a:xfrm>
          <a:prstGeom prst="rect">
            <a:avLst/>
          </a:prstGeom>
        </p:spPr>
        <p:txBody>
          <a:bodyPr/>
          <a:lstStyle>
            <a:lvl1pPr marL="0" indent="0" algn="l">
              <a:lnSpc>
                <a:spcPct val="100000"/>
              </a:lnSpc>
              <a:spcBef>
                <a:spcPts val="0"/>
              </a:spcBef>
              <a:buNone/>
              <a:defRPr lang="en-US" sz="4000" b="1" kern="1200" dirty="0" smtClean="0">
                <a:solidFill>
                  <a:schemeClr val="bg1"/>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Title Slide</a:t>
            </a:r>
          </a:p>
        </p:txBody>
      </p:sp>
      <p:pic>
        <p:nvPicPr>
          <p:cNvPr id="2" name="Picture 1">
            <a:extLst>
              <a:ext uri="{FF2B5EF4-FFF2-40B4-BE49-F238E27FC236}">
                <a16:creationId xmlns:a16="http://schemas.microsoft.com/office/drawing/2014/main" id="{D61AC76D-6CDF-4CA7-F62C-39F36B29F3C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12393510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ull Page ">
    <p:spTree>
      <p:nvGrpSpPr>
        <p:cNvPr id="1" name=""/>
        <p:cNvGrpSpPr/>
        <p:nvPr/>
      </p:nvGrpSpPr>
      <p:grpSpPr>
        <a:xfrm>
          <a:off x="0" y="0"/>
          <a:ext cx="0" cy="0"/>
          <a:chOff x="0" y="0"/>
          <a:chExt cx="0" cy="0"/>
        </a:xfrm>
      </p:grpSpPr>
      <p:sp>
        <p:nvSpPr>
          <p:cNvPr id="5" name="Content Placeholder 12">
            <a:extLst>
              <a:ext uri="{FF2B5EF4-FFF2-40B4-BE49-F238E27FC236}">
                <a16:creationId xmlns:a16="http://schemas.microsoft.com/office/drawing/2014/main" id="{673C045F-876A-487E-9097-CF25663536C5}"/>
              </a:ext>
            </a:extLst>
          </p:cNvPr>
          <p:cNvSpPr>
            <a:spLocks noGrp="1"/>
          </p:cNvSpPr>
          <p:nvPr>
            <p:ph sz="quarter" idx="12" hasCustomPrompt="1"/>
          </p:nvPr>
        </p:nvSpPr>
        <p:spPr>
          <a:xfrm>
            <a:off x="612648" y="1331304"/>
            <a:ext cx="10962862" cy="3707836"/>
          </a:xfrm>
          <a:prstGeom prst="rect">
            <a:avLst/>
          </a:prstGeom>
        </p:spPr>
        <p:txBody>
          <a:bodyPr/>
          <a:lstStyle>
            <a:lvl1pPr marL="0" indent="0">
              <a:buFontTx/>
              <a:buNone/>
              <a:defRPr sz="1800" baseline="0">
                <a:solidFill>
                  <a:schemeClr val="tx1"/>
                </a:solidFill>
                <a:latin typeface="Arial" panose="020B0604020202020204" pitchFamily="34" charset="0"/>
                <a:cs typeface="Arial" panose="020B0604020202020204" pitchFamily="34" charset="0"/>
              </a:defRPr>
            </a:lvl1pPr>
            <a:lvl2pPr>
              <a:defRPr sz="1600">
                <a:solidFill>
                  <a:schemeClr val="tx1"/>
                </a:solidFill>
              </a:defRPr>
            </a:lvl2pPr>
            <a:lvl3pPr>
              <a:defRPr sz="1400"/>
            </a:lvl3pPr>
            <a:lvl4pPr>
              <a:defRPr sz="1400"/>
            </a:lvl4pPr>
            <a:lvl5pPr>
              <a:defRPr sz="1400"/>
            </a:lvl5pPr>
            <a:lvl6pPr>
              <a:defRPr sz="1400"/>
            </a:lvl6pPr>
            <a:lvl7pPr>
              <a:defRPr sz="1400"/>
            </a:lvl7pPr>
            <a:lvl8pPr>
              <a:defRPr sz="1400"/>
            </a:lvl8pPr>
            <a:lvl9pPr marL="3657600" indent="0">
              <a:buNone/>
              <a:defRPr/>
            </a:lvl9pPr>
          </a:lstStyle>
          <a:p>
            <a:pPr lvl="0"/>
            <a:r>
              <a:rPr lang="en-US"/>
              <a:t>Click to edit text</a:t>
            </a:r>
          </a:p>
        </p:txBody>
      </p:sp>
      <p:sp>
        <p:nvSpPr>
          <p:cNvPr id="6" name="Title 1">
            <a:extLst>
              <a:ext uri="{FF2B5EF4-FFF2-40B4-BE49-F238E27FC236}">
                <a16:creationId xmlns:a16="http://schemas.microsoft.com/office/drawing/2014/main" id="{DE6E007D-4A49-4350-A5D2-296D7DED613E}"/>
              </a:ext>
            </a:extLst>
          </p:cNvPr>
          <p:cNvSpPr>
            <a:spLocks noGrp="1"/>
          </p:cNvSpPr>
          <p:nvPr>
            <p:ph type="title" hasCustomPrompt="1"/>
          </p:nvPr>
        </p:nvSpPr>
        <p:spPr>
          <a:xfrm>
            <a:off x="612648" y="504671"/>
            <a:ext cx="10984633" cy="684362"/>
          </a:xfrm>
          <a:prstGeom prst="rect">
            <a:avLst/>
          </a:prstGeom>
        </p:spPr>
        <p:txBody>
          <a:bodyPr/>
          <a:lstStyle>
            <a:lvl1pPr>
              <a:defRPr sz="2800" b="1" i="0">
                <a:solidFill>
                  <a:srgbClr val="003478"/>
                </a:solidFill>
                <a:latin typeface="Arial" panose="020B0604020202020204" pitchFamily="34" charset="0"/>
                <a:cs typeface="Arial" panose="020B0604020202020204" pitchFamily="34" charset="0"/>
              </a:defRPr>
            </a:lvl1pPr>
          </a:lstStyle>
          <a:p>
            <a:r>
              <a:rPr lang="en-US"/>
              <a:t>Click to Edit Title Style</a:t>
            </a:r>
          </a:p>
        </p:txBody>
      </p:sp>
      <p:sp>
        <p:nvSpPr>
          <p:cNvPr id="7" name="Text Placeholder 2">
            <a:extLst>
              <a:ext uri="{FF2B5EF4-FFF2-40B4-BE49-F238E27FC236}">
                <a16:creationId xmlns:a16="http://schemas.microsoft.com/office/drawing/2014/main" id="{A8CA206A-CB1D-4E4E-8256-938ED74FCA69}"/>
              </a:ext>
            </a:extLst>
          </p:cNvPr>
          <p:cNvSpPr>
            <a:spLocks noGrp="1"/>
          </p:cNvSpPr>
          <p:nvPr>
            <p:ph type="body" sz="quarter" idx="14" hasCustomPrompt="1"/>
          </p:nvPr>
        </p:nvSpPr>
        <p:spPr>
          <a:xfrm>
            <a:off x="612910" y="5206735"/>
            <a:ext cx="5108023" cy="238125"/>
          </a:xfrm>
          <a:prstGeom prst="rect">
            <a:avLst/>
          </a:prstGeom>
        </p:spPr>
        <p:txBody>
          <a:bodyPr/>
          <a:lstStyle>
            <a:lvl1pPr marL="0" indent="0">
              <a:buNone/>
              <a:defRPr sz="1000">
                <a:latin typeface="Arial" panose="020B0604020202020204" pitchFamily="34" charset="0"/>
              </a:defRPr>
            </a:lvl1pPr>
            <a:lvl2pPr marL="457200" indent="0">
              <a:buNone/>
              <a:defRPr sz="1000">
                <a:latin typeface="Arial Nova Cond" panose="020B0604020202020204" pitchFamily="34" charset="0"/>
              </a:defRPr>
            </a:lvl2pPr>
            <a:lvl3pPr marL="914400" indent="0">
              <a:buNone/>
              <a:defRPr sz="1000">
                <a:latin typeface="Arial Nova Cond" panose="020B0604020202020204" pitchFamily="34" charset="0"/>
              </a:defRPr>
            </a:lvl3pPr>
            <a:lvl4pPr marL="1371600" indent="0">
              <a:buNone/>
              <a:defRPr sz="1000">
                <a:latin typeface="Arial Nova Cond" panose="020B0604020202020204" pitchFamily="34" charset="0"/>
              </a:defRPr>
            </a:lvl4pPr>
            <a:lvl5pPr marL="1828800" indent="0">
              <a:buNone/>
              <a:defRPr sz="1000">
                <a:latin typeface="Arial Nova Cond" panose="020B0604020202020204"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Footnote</a:t>
            </a:r>
          </a:p>
        </p:txBody>
      </p:sp>
      <p:sp>
        <p:nvSpPr>
          <p:cNvPr id="8" name="Text Placeholder 12">
            <a:extLst>
              <a:ext uri="{FF2B5EF4-FFF2-40B4-BE49-F238E27FC236}">
                <a16:creationId xmlns:a16="http://schemas.microsoft.com/office/drawing/2014/main" id="{E04CEAC4-5E47-14AB-3A81-6C2468206472}"/>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1782558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losing Slide">
    <p:bg>
      <p:bgPr>
        <a:solidFill>
          <a:srgbClr val="00347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20CF70-981B-D172-D2B4-88B5B0BEAB0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020824" y="2670048"/>
            <a:ext cx="8092440" cy="1222216"/>
          </a:xfrm>
          <a:prstGeom prst="rect">
            <a:avLst/>
          </a:prstGeom>
        </p:spPr>
      </p:pic>
    </p:spTree>
    <p:extLst>
      <p:ext uri="{BB962C8B-B14F-4D97-AF65-F5344CB8AC3E}">
        <p14:creationId xmlns:p14="http://schemas.microsoft.com/office/powerpoint/2010/main" val="39882992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ictures with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863943"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8" y="4635698"/>
            <a:ext cx="2999232"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78624" y="4635698"/>
            <a:ext cx="2998301"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459252" y="4635698"/>
            <a:ext cx="2998301"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Picture Placeholder 2">
            <a:extLst>
              <a:ext uri="{FF2B5EF4-FFF2-40B4-BE49-F238E27FC236}">
                <a16:creationId xmlns:a16="http://schemas.microsoft.com/office/drawing/2014/main" id="{C9FBEC01-9F7C-4B40-BB53-7CA71DF23C74}"/>
              </a:ext>
            </a:extLst>
          </p:cNvPr>
          <p:cNvSpPr>
            <a:spLocks noGrp="1"/>
          </p:cNvSpPr>
          <p:nvPr>
            <p:ph type="pic" sz="quarter" idx="26"/>
          </p:nvPr>
        </p:nvSpPr>
        <p:spPr>
          <a:xfrm>
            <a:off x="609598" y="1550504"/>
            <a:ext cx="2999232" cy="2961861"/>
          </a:xfrm>
          <a:prstGeom prst="rect">
            <a:avLst/>
          </a:prstGeom>
        </p:spPr>
        <p:txBody>
          <a:bodyPr/>
          <a:lstStyle>
            <a:lvl1pPr marL="0" indent="0">
              <a:buNone/>
              <a:defRPr/>
            </a:lvl1pPr>
          </a:lstStyle>
          <a:p>
            <a:r>
              <a:rPr lang="en-US"/>
              <a:t>Click icon to add picture</a:t>
            </a:r>
          </a:p>
        </p:txBody>
      </p:sp>
      <p:sp>
        <p:nvSpPr>
          <p:cNvPr id="21" name="Picture Placeholder 2">
            <a:extLst>
              <a:ext uri="{FF2B5EF4-FFF2-40B4-BE49-F238E27FC236}">
                <a16:creationId xmlns:a16="http://schemas.microsoft.com/office/drawing/2014/main" id="{72BC0D6B-8A30-40EF-AB45-BA0C194FDCFF}"/>
              </a:ext>
            </a:extLst>
          </p:cNvPr>
          <p:cNvSpPr>
            <a:spLocks noGrp="1"/>
          </p:cNvSpPr>
          <p:nvPr>
            <p:ph type="pic" sz="quarter" idx="27"/>
          </p:nvPr>
        </p:nvSpPr>
        <p:spPr>
          <a:xfrm>
            <a:off x="4578624" y="1550504"/>
            <a:ext cx="2998301" cy="2961861"/>
          </a:xfrm>
          <a:prstGeom prst="rect">
            <a:avLst/>
          </a:prstGeom>
        </p:spPr>
        <p:txBody>
          <a:bodyPr/>
          <a:lstStyle>
            <a:lvl1pPr marL="0" indent="0">
              <a:buNone/>
              <a:defRPr/>
            </a:lvl1pPr>
          </a:lstStyle>
          <a:p>
            <a:r>
              <a:rPr lang="en-US"/>
              <a:t>Click icon to add picture</a:t>
            </a:r>
          </a:p>
        </p:txBody>
      </p:sp>
      <p:sp>
        <p:nvSpPr>
          <p:cNvPr id="22" name="Picture Placeholder 2">
            <a:extLst>
              <a:ext uri="{FF2B5EF4-FFF2-40B4-BE49-F238E27FC236}">
                <a16:creationId xmlns:a16="http://schemas.microsoft.com/office/drawing/2014/main" id="{8957662E-BFCE-48F9-862F-DF8DE0A7D641}"/>
              </a:ext>
            </a:extLst>
          </p:cNvPr>
          <p:cNvSpPr>
            <a:spLocks noGrp="1"/>
          </p:cNvSpPr>
          <p:nvPr>
            <p:ph type="pic" sz="quarter" idx="28"/>
          </p:nvPr>
        </p:nvSpPr>
        <p:spPr>
          <a:xfrm>
            <a:off x="8459252" y="1553128"/>
            <a:ext cx="2998301" cy="2961861"/>
          </a:xfrm>
          <a:prstGeom prst="rect">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128288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Full Page ">
    <p:spTree>
      <p:nvGrpSpPr>
        <p:cNvPr id="1" name=""/>
        <p:cNvGrpSpPr/>
        <p:nvPr/>
      </p:nvGrpSpPr>
      <p:grpSpPr>
        <a:xfrm>
          <a:off x="0" y="0"/>
          <a:ext cx="0" cy="0"/>
          <a:chOff x="0" y="0"/>
          <a:chExt cx="0" cy="0"/>
        </a:xfrm>
      </p:grpSpPr>
      <p:sp>
        <p:nvSpPr>
          <p:cNvPr id="5" name="Content Placeholder 12">
            <a:extLst>
              <a:ext uri="{FF2B5EF4-FFF2-40B4-BE49-F238E27FC236}">
                <a16:creationId xmlns:a16="http://schemas.microsoft.com/office/drawing/2014/main" id="{673C045F-876A-487E-9097-CF25663536C5}"/>
              </a:ext>
            </a:extLst>
          </p:cNvPr>
          <p:cNvSpPr>
            <a:spLocks noGrp="1"/>
          </p:cNvSpPr>
          <p:nvPr>
            <p:ph sz="quarter" idx="12" hasCustomPrompt="1"/>
          </p:nvPr>
        </p:nvSpPr>
        <p:spPr>
          <a:xfrm>
            <a:off x="612648" y="1331304"/>
            <a:ext cx="10962862" cy="3707836"/>
          </a:xfrm>
          <a:prstGeom prst="rect">
            <a:avLst/>
          </a:prstGeom>
        </p:spPr>
        <p:txBody>
          <a:bodyPr/>
          <a:lstStyle>
            <a:lvl1pPr marL="0" indent="0">
              <a:buFontTx/>
              <a:buNone/>
              <a:defRPr sz="1800" baseline="0">
                <a:solidFill>
                  <a:schemeClr val="tx1"/>
                </a:solidFill>
                <a:latin typeface="Arial" panose="020B0604020202020204" pitchFamily="34" charset="0"/>
                <a:cs typeface="Arial" panose="020B0604020202020204" pitchFamily="34" charset="0"/>
              </a:defRPr>
            </a:lvl1pPr>
            <a:lvl2pPr>
              <a:defRPr sz="1600">
                <a:solidFill>
                  <a:schemeClr val="tx1"/>
                </a:solidFill>
              </a:defRPr>
            </a:lvl2pPr>
            <a:lvl3pPr>
              <a:defRPr sz="1400"/>
            </a:lvl3pPr>
            <a:lvl4pPr>
              <a:defRPr sz="1400"/>
            </a:lvl4pPr>
            <a:lvl5pPr>
              <a:defRPr sz="1400"/>
            </a:lvl5pPr>
            <a:lvl6pPr>
              <a:defRPr sz="1400"/>
            </a:lvl6pPr>
            <a:lvl7pPr>
              <a:defRPr sz="1400"/>
            </a:lvl7pPr>
            <a:lvl8pPr>
              <a:defRPr sz="1400"/>
            </a:lvl8pPr>
            <a:lvl9pPr marL="3657600" indent="0">
              <a:buNone/>
              <a:defRPr/>
            </a:lvl9pPr>
          </a:lstStyle>
          <a:p>
            <a:pPr lvl="0"/>
            <a:r>
              <a:rPr lang="en-US"/>
              <a:t>Click to edit text</a:t>
            </a:r>
          </a:p>
        </p:txBody>
      </p:sp>
      <p:sp>
        <p:nvSpPr>
          <p:cNvPr id="6" name="Title 1">
            <a:extLst>
              <a:ext uri="{FF2B5EF4-FFF2-40B4-BE49-F238E27FC236}">
                <a16:creationId xmlns:a16="http://schemas.microsoft.com/office/drawing/2014/main" id="{DE6E007D-4A49-4350-A5D2-296D7DED613E}"/>
              </a:ext>
            </a:extLst>
          </p:cNvPr>
          <p:cNvSpPr>
            <a:spLocks noGrp="1"/>
          </p:cNvSpPr>
          <p:nvPr>
            <p:ph type="title" hasCustomPrompt="1"/>
          </p:nvPr>
        </p:nvSpPr>
        <p:spPr>
          <a:xfrm>
            <a:off x="612648" y="504671"/>
            <a:ext cx="10984633" cy="684362"/>
          </a:xfrm>
          <a:prstGeom prst="rect">
            <a:avLst/>
          </a:prstGeom>
        </p:spPr>
        <p:txBody>
          <a:bodyPr/>
          <a:lstStyle>
            <a:lvl1pPr>
              <a:defRPr sz="2800" b="1" i="0">
                <a:solidFill>
                  <a:srgbClr val="003478"/>
                </a:solidFill>
                <a:latin typeface="Arial" panose="020B0604020202020204" pitchFamily="34" charset="0"/>
                <a:cs typeface="Arial" panose="020B0604020202020204" pitchFamily="34" charset="0"/>
              </a:defRPr>
            </a:lvl1pPr>
          </a:lstStyle>
          <a:p>
            <a:r>
              <a:rPr lang="en-US"/>
              <a:t>Click to Edit Title Style</a:t>
            </a:r>
          </a:p>
        </p:txBody>
      </p:sp>
      <p:sp>
        <p:nvSpPr>
          <p:cNvPr id="7" name="Text Placeholder 2">
            <a:extLst>
              <a:ext uri="{FF2B5EF4-FFF2-40B4-BE49-F238E27FC236}">
                <a16:creationId xmlns:a16="http://schemas.microsoft.com/office/drawing/2014/main" id="{A8CA206A-CB1D-4E4E-8256-938ED74FCA69}"/>
              </a:ext>
            </a:extLst>
          </p:cNvPr>
          <p:cNvSpPr>
            <a:spLocks noGrp="1"/>
          </p:cNvSpPr>
          <p:nvPr>
            <p:ph type="body" sz="quarter" idx="14" hasCustomPrompt="1"/>
          </p:nvPr>
        </p:nvSpPr>
        <p:spPr>
          <a:xfrm>
            <a:off x="612910" y="5206735"/>
            <a:ext cx="5108023" cy="238125"/>
          </a:xfrm>
          <a:prstGeom prst="rect">
            <a:avLst/>
          </a:prstGeom>
        </p:spPr>
        <p:txBody>
          <a:bodyPr/>
          <a:lstStyle>
            <a:lvl1pPr marL="0" indent="0">
              <a:buNone/>
              <a:defRPr sz="1000">
                <a:latin typeface="Arial" panose="020B0604020202020204" pitchFamily="34" charset="0"/>
              </a:defRPr>
            </a:lvl1pPr>
            <a:lvl2pPr marL="457200" indent="0">
              <a:buNone/>
              <a:defRPr sz="1000">
                <a:latin typeface="Arial Nova Cond" panose="020B0604020202020204" pitchFamily="34" charset="0"/>
              </a:defRPr>
            </a:lvl2pPr>
            <a:lvl3pPr marL="914400" indent="0">
              <a:buNone/>
              <a:defRPr sz="1000">
                <a:latin typeface="Arial Nova Cond" panose="020B0604020202020204" pitchFamily="34" charset="0"/>
              </a:defRPr>
            </a:lvl3pPr>
            <a:lvl4pPr marL="1371600" indent="0">
              <a:buNone/>
              <a:defRPr sz="1000">
                <a:latin typeface="Arial Nova Cond" panose="020B0604020202020204" pitchFamily="34" charset="0"/>
              </a:defRPr>
            </a:lvl4pPr>
            <a:lvl5pPr marL="1828800" indent="0">
              <a:buNone/>
              <a:defRPr sz="1000">
                <a:latin typeface="Arial Nova Cond" panose="020B0604020202020204"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Footnote</a:t>
            </a:r>
          </a:p>
        </p:txBody>
      </p:sp>
      <p:sp>
        <p:nvSpPr>
          <p:cNvPr id="8" name="Text Placeholder 12">
            <a:extLst>
              <a:ext uri="{FF2B5EF4-FFF2-40B4-BE49-F238E27FC236}">
                <a16:creationId xmlns:a16="http://schemas.microsoft.com/office/drawing/2014/main" id="{E04CEAC4-5E47-14AB-3A81-6C2468206472}"/>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4" name="TextBox 3">
            <a:extLst>
              <a:ext uri="{FF2B5EF4-FFF2-40B4-BE49-F238E27FC236}">
                <a16:creationId xmlns:a16="http://schemas.microsoft.com/office/drawing/2014/main" id="{DB253AF9-EF5E-6A8C-1936-5C5C44F3A041}"/>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10" name="Group 9">
            <a:extLst>
              <a:ext uri="{FF2B5EF4-FFF2-40B4-BE49-F238E27FC236}">
                <a16:creationId xmlns:a16="http://schemas.microsoft.com/office/drawing/2014/main" id="{E83D7B4C-A8BD-CA0A-39C7-70654FA9A900}"/>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B93327F8-CE74-766B-34BA-3C89A37673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155EA6B2-31CC-7173-E4C0-1699369D1FBA}"/>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40487394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1005457"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5" name="Text Placeholder 12">
            <a:extLst>
              <a:ext uri="{FF2B5EF4-FFF2-40B4-BE49-F238E27FC236}">
                <a16:creationId xmlns:a16="http://schemas.microsoft.com/office/drawing/2014/main" id="{2AA9E988-1444-5E64-B3F6-5961B2D426E1}"/>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3219493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ue Title Slide">
    <p:bg>
      <p:bgRef idx="1001">
        <a:schemeClr val="bg1"/>
      </p:bgRef>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33F7BAC-152D-C166-040A-38B037DED7D8}"/>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302EBD48-AA04-F31C-CE37-AA09A6C7897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978359E-23FB-0B43-1994-7B1EE96D6309}"/>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891FA71E-0212-4DBE-A395-9FE7E0C98054}"/>
              </a:ext>
            </a:extLst>
          </p:cNvPr>
          <p:cNvSpPr/>
          <p:nvPr userDrawn="1"/>
        </p:nvSpPr>
        <p:spPr>
          <a:xfrm>
            <a:off x="-1" y="-94883"/>
            <a:ext cx="12192001" cy="4803982"/>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6" name="Text Placeholder 22">
            <a:extLst>
              <a:ext uri="{FF2B5EF4-FFF2-40B4-BE49-F238E27FC236}">
                <a16:creationId xmlns:a16="http://schemas.microsoft.com/office/drawing/2014/main" id="{EC51FD09-7A7E-68BC-55B2-2AA99FDC3AB4}"/>
              </a:ext>
            </a:extLst>
          </p:cNvPr>
          <p:cNvSpPr>
            <a:spLocks noGrp="1"/>
          </p:cNvSpPr>
          <p:nvPr>
            <p:ph type="body" sz="quarter" idx="20" hasCustomPrompt="1"/>
          </p:nvPr>
        </p:nvSpPr>
        <p:spPr>
          <a:xfrm>
            <a:off x="640079" y="2743200"/>
            <a:ext cx="8937553" cy="881137"/>
          </a:xfrm>
          <a:prstGeom prst="rect">
            <a:avLst/>
          </a:prstGeom>
        </p:spPr>
        <p:txBody>
          <a:bodyPr/>
          <a:lstStyle>
            <a:lvl1pPr marL="0" indent="0" algn="l">
              <a:lnSpc>
                <a:spcPct val="100000"/>
              </a:lnSpc>
              <a:spcBef>
                <a:spcPts val="0"/>
              </a:spcBef>
              <a:buNone/>
              <a:defRPr lang="en-US" sz="4000" b="1" kern="1200" dirty="0" smtClean="0">
                <a:solidFill>
                  <a:schemeClr val="bg1"/>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Title Slide</a:t>
            </a:r>
          </a:p>
        </p:txBody>
      </p:sp>
      <p:pic>
        <p:nvPicPr>
          <p:cNvPr id="2" name="Picture 1">
            <a:extLst>
              <a:ext uri="{FF2B5EF4-FFF2-40B4-BE49-F238E27FC236}">
                <a16:creationId xmlns:a16="http://schemas.microsoft.com/office/drawing/2014/main" id="{D61AC76D-6CDF-4CA7-F62C-39F36B29F3C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21041312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White Title Slid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0CED8CA-A72F-AF21-6058-B4237E952BC4}"/>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1A84C06C-A6FA-A596-03FA-7AE5AFA459C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559D86A-95E7-9D68-C20E-16547174097B}"/>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0C6617D5-B90F-45FD-B3DA-A0A816BE6062}"/>
              </a:ext>
            </a:extLst>
          </p:cNvPr>
          <p:cNvSpPr/>
          <p:nvPr userDrawn="1"/>
        </p:nvSpPr>
        <p:spPr>
          <a:xfrm>
            <a:off x="0" y="4661452"/>
            <a:ext cx="12191999" cy="88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6" name="Text Placeholder 22">
            <a:extLst>
              <a:ext uri="{FF2B5EF4-FFF2-40B4-BE49-F238E27FC236}">
                <a16:creationId xmlns:a16="http://schemas.microsoft.com/office/drawing/2014/main" id="{EC51FD09-7A7E-68BC-55B2-2AA99FDC3AB4}"/>
              </a:ext>
            </a:extLst>
          </p:cNvPr>
          <p:cNvSpPr>
            <a:spLocks noGrp="1"/>
          </p:cNvSpPr>
          <p:nvPr>
            <p:ph type="body" sz="quarter" idx="20" hasCustomPrompt="1"/>
          </p:nvPr>
        </p:nvSpPr>
        <p:spPr>
          <a:xfrm>
            <a:off x="640079" y="2743200"/>
            <a:ext cx="8937553" cy="881137"/>
          </a:xfrm>
          <a:prstGeom prst="rect">
            <a:avLst/>
          </a:prstGeom>
        </p:spPr>
        <p:txBody>
          <a:bodyPr/>
          <a:lstStyle>
            <a:lvl1pPr marL="0" indent="0" algn="l">
              <a:lnSpc>
                <a:spcPct val="100000"/>
              </a:lnSpc>
              <a:spcBef>
                <a:spcPts val="0"/>
              </a:spcBef>
              <a:buNone/>
              <a:defRPr lang="en-US" sz="40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Title Slide</a:t>
            </a:r>
          </a:p>
        </p:txBody>
      </p:sp>
      <p:pic>
        <p:nvPicPr>
          <p:cNvPr id="2" name="Picture 1">
            <a:extLst>
              <a:ext uri="{FF2B5EF4-FFF2-40B4-BE49-F238E27FC236}">
                <a16:creationId xmlns:a16="http://schemas.microsoft.com/office/drawing/2014/main" id="{D61AC76D-6CDF-4CA7-F62C-39F36B29F3C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13247597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lt Title Slide Three Images">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ECD94B9-DFF9-807C-B9A1-77549D5D25B1}"/>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05840EFC-BB72-97B2-E7BE-58DC1EF3C82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5A6C6A6-4E1E-C018-A755-D4F7FD9AEB3C}"/>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3">
            <a:extLst>
              <a:ext uri="{FF2B5EF4-FFF2-40B4-BE49-F238E27FC236}">
                <a16:creationId xmlns:a16="http://schemas.microsoft.com/office/drawing/2014/main" id="{DDB7EFD5-F946-484D-A6C2-5B2D6182EA91}"/>
              </a:ext>
            </a:extLst>
          </p:cNvPr>
          <p:cNvSpPr>
            <a:spLocks noGrp="1"/>
          </p:cNvSpPr>
          <p:nvPr>
            <p:ph type="pic" sz="quarter" idx="26"/>
          </p:nvPr>
        </p:nvSpPr>
        <p:spPr>
          <a:xfrm>
            <a:off x="0" y="-28"/>
            <a:ext cx="4052888" cy="4661481"/>
          </a:xfrm>
          <a:prstGeom prst="rect">
            <a:avLst/>
          </a:prstGeom>
        </p:spPr>
        <p:txBody>
          <a:bodyPr anchor="ctr"/>
          <a:lstStyle>
            <a:lvl1pPr marL="0" indent="0" algn="ctr">
              <a:buNone/>
              <a:defRPr/>
            </a:lvl1pPr>
          </a:lstStyle>
          <a:p>
            <a:r>
              <a:rPr lang="en-US"/>
              <a:t>Click icon to add picture</a:t>
            </a:r>
          </a:p>
        </p:txBody>
      </p:sp>
      <p:sp>
        <p:nvSpPr>
          <p:cNvPr id="12" name="Picture Placeholder 3">
            <a:extLst>
              <a:ext uri="{FF2B5EF4-FFF2-40B4-BE49-F238E27FC236}">
                <a16:creationId xmlns:a16="http://schemas.microsoft.com/office/drawing/2014/main" id="{2E7EBE47-C42F-463E-A18D-5FA034BA22CD}"/>
              </a:ext>
            </a:extLst>
          </p:cNvPr>
          <p:cNvSpPr>
            <a:spLocks noGrp="1"/>
          </p:cNvSpPr>
          <p:nvPr>
            <p:ph type="pic" sz="quarter" idx="27"/>
          </p:nvPr>
        </p:nvSpPr>
        <p:spPr>
          <a:xfrm>
            <a:off x="4069556" y="-28"/>
            <a:ext cx="4052888" cy="4661481"/>
          </a:xfrm>
          <a:prstGeom prst="rect">
            <a:avLst/>
          </a:prstGeom>
        </p:spPr>
        <p:txBody>
          <a:bodyPr anchor="ctr"/>
          <a:lstStyle>
            <a:lvl1pPr marL="0" indent="0" algn="ctr">
              <a:buNone/>
              <a:defRPr/>
            </a:lvl1pPr>
          </a:lstStyle>
          <a:p>
            <a:r>
              <a:rPr lang="en-US"/>
              <a:t>Click icon to add picture</a:t>
            </a:r>
          </a:p>
        </p:txBody>
      </p:sp>
      <p:sp>
        <p:nvSpPr>
          <p:cNvPr id="13" name="Picture Placeholder 3">
            <a:extLst>
              <a:ext uri="{FF2B5EF4-FFF2-40B4-BE49-F238E27FC236}">
                <a16:creationId xmlns:a16="http://schemas.microsoft.com/office/drawing/2014/main" id="{8328F9AF-62EA-4F6E-BF8B-65716F02AC8D}"/>
              </a:ext>
            </a:extLst>
          </p:cNvPr>
          <p:cNvSpPr>
            <a:spLocks noGrp="1"/>
          </p:cNvSpPr>
          <p:nvPr>
            <p:ph type="pic" sz="quarter" idx="28"/>
          </p:nvPr>
        </p:nvSpPr>
        <p:spPr>
          <a:xfrm>
            <a:off x="8139112" y="-28"/>
            <a:ext cx="4052888" cy="4661481"/>
          </a:xfrm>
          <a:prstGeom prst="rect">
            <a:avLst/>
          </a:prstGeom>
        </p:spPr>
        <p:txBody>
          <a:bodyPr anchor="ctr"/>
          <a:lstStyle>
            <a:lvl1pPr marL="0" indent="0" algn="ctr">
              <a:buNone/>
              <a:defRPr/>
            </a:lvl1pPr>
          </a:lstStyle>
          <a:p>
            <a:r>
              <a:rPr lang="en-US"/>
              <a:t>Click icon to add picture</a:t>
            </a:r>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17" name="Rectangle 16">
            <a:extLst>
              <a:ext uri="{FF2B5EF4-FFF2-40B4-BE49-F238E27FC236}">
                <a16:creationId xmlns:a16="http://schemas.microsoft.com/office/drawing/2014/main" id="{891FA71E-0212-4DBE-A395-9FE7E0C98054}"/>
              </a:ext>
            </a:extLst>
          </p:cNvPr>
          <p:cNvSpPr/>
          <p:nvPr userDrawn="1"/>
        </p:nvSpPr>
        <p:spPr>
          <a:xfrm>
            <a:off x="-1" y="4654799"/>
            <a:ext cx="12196259"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83DA93E-93EF-F094-1611-027089143521}"/>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35535807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tl Title Slide One Imag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B6E6071-A85C-040F-9013-6AEEC1A87633}"/>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F9469CC1-D66A-0D10-A801-C48C66F8BF79}"/>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F7C3730-9678-0626-8486-94705E3F7965}"/>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3">
            <a:extLst>
              <a:ext uri="{FF2B5EF4-FFF2-40B4-BE49-F238E27FC236}">
                <a16:creationId xmlns:a16="http://schemas.microsoft.com/office/drawing/2014/main" id="{DDB7EFD5-F946-484D-A6C2-5B2D6182EA91}"/>
              </a:ext>
            </a:extLst>
          </p:cNvPr>
          <p:cNvSpPr>
            <a:spLocks noGrp="1"/>
          </p:cNvSpPr>
          <p:nvPr>
            <p:ph type="pic" sz="quarter" idx="26"/>
          </p:nvPr>
        </p:nvSpPr>
        <p:spPr>
          <a:xfrm>
            <a:off x="0" y="-10188"/>
            <a:ext cx="12191998" cy="4661481"/>
          </a:xfrm>
          <a:prstGeom prst="rect">
            <a:avLst/>
          </a:prstGeom>
        </p:spPr>
        <p:txBody>
          <a:bodyPr anchor="ctr"/>
          <a:lstStyle>
            <a:lvl1pPr marL="0" indent="0" algn="ctr">
              <a:buNone/>
              <a:defRPr/>
            </a:lvl1pPr>
          </a:lstStyle>
          <a:p>
            <a:r>
              <a:rPr lang="en-US"/>
              <a:t>Click icon to add picture</a:t>
            </a:r>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17" name="Rectangle 16">
            <a:extLst>
              <a:ext uri="{FF2B5EF4-FFF2-40B4-BE49-F238E27FC236}">
                <a16:creationId xmlns:a16="http://schemas.microsoft.com/office/drawing/2014/main" id="{891FA71E-0212-4DBE-A395-9FE7E0C98054}"/>
              </a:ext>
            </a:extLst>
          </p:cNvPr>
          <p:cNvSpPr/>
          <p:nvPr userDrawn="1"/>
        </p:nvSpPr>
        <p:spPr>
          <a:xfrm>
            <a:off x="-1" y="4654799"/>
            <a:ext cx="12196259"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999DD66F-5F4F-A64F-AA49-73E46708F31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37158815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call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570CFE-0D40-4114-88B7-2BA43DB1FF3B}"/>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 Placeholder 3">
            <a:extLst>
              <a:ext uri="{FF2B5EF4-FFF2-40B4-BE49-F238E27FC236}">
                <a16:creationId xmlns:a16="http://schemas.microsoft.com/office/drawing/2014/main" id="{F41C60BF-CFA2-410A-B843-9CEAFCB519FD}"/>
              </a:ext>
            </a:extLst>
          </p:cNvPr>
          <p:cNvSpPr>
            <a:spLocks noGrp="1"/>
          </p:cNvSpPr>
          <p:nvPr>
            <p:ph type="body" sz="quarter" idx="26" hasCustomPrompt="1"/>
          </p:nvPr>
        </p:nvSpPr>
        <p:spPr>
          <a:xfrm>
            <a:off x="609600" y="1335024"/>
            <a:ext cx="7505700" cy="4205287"/>
          </a:xfrm>
          <a:prstGeom prst="rect">
            <a:avLst/>
          </a:prstGeom>
        </p:spPr>
        <p:txBody>
          <a:bodyPr/>
          <a:lstStyle>
            <a:lvl1pPr marL="0" indent="0">
              <a:lnSpc>
                <a:spcPct val="100000"/>
              </a:lnSpc>
              <a:spcBef>
                <a:spcPts val="600"/>
              </a:spcBef>
              <a:spcAft>
                <a:spcPts val="600"/>
              </a:spcAft>
              <a:buNone/>
              <a:defRPr sz="1800"/>
            </a:lvl1pPr>
            <a:lvl2pPr marL="457200" indent="0">
              <a:lnSpc>
                <a:spcPct val="100000"/>
              </a:lnSpc>
              <a:spcBef>
                <a:spcPts val="600"/>
              </a:spcBef>
              <a:spcAft>
                <a:spcPts val="600"/>
              </a:spcAft>
              <a:buFont typeface="Symbol" panose="05050102010706020507" pitchFamily="18" charset="2"/>
              <a:buNone/>
              <a:defRPr sz="1800"/>
            </a:lvl2pPr>
            <a:lvl3pPr marL="914400" indent="0">
              <a:lnSpc>
                <a:spcPct val="100000"/>
              </a:lnSpc>
              <a:spcBef>
                <a:spcPts val="600"/>
              </a:spcBef>
              <a:spcAft>
                <a:spcPts val="600"/>
              </a:spcAft>
              <a:buNone/>
              <a:defRPr sz="1600"/>
            </a:lvl3pPr>
            <a:lvl4pPr marL="1371600" indent="0">
              <a:lnSpc>
                <a:spcPct val="100000"/>
              </a:lnSpc>
              <a:spcBef>
                <a:spcPts val="600"/>
              </a:spcBef>
              <a:spcAft>
                <a:spcPts val="600"/>
              </a:spcAft>
              <a:buFont typeface="Symbol" panose="05050102010706020507" pitchFamily="18" charset="2"/>
              <a:buNone/>
              <a:defRPr sz="1400"/>
            </a:lvl4pPr>
            <a:lvl5pPr marL="1828800" indent="0">
              <a:lnSpc>
                <a:spcPct val="100000"/>
              </a:lnSpc>
              <a:spcBef>
                <a:spcPts val="600"/>
              </a:spcBef>
              <a:spcAft>
                <a:spcPts val="600"/>
              </a:spcAft>
              <a:buNone/>
              <a:defRPr sz="1400"/>
            </a:lvl5pPr>
            <a:lvl6pPr marL="2286000" indent="0">
              <a:lnSpc>
                <a:spcPct val="100000"/>
              </a:lnSpc>
              <a:spcBef>
                <a:spcPts val="600"/>
              </a:spcBef>
              <a:spcAft>
                <a:spcPts val="600"/>
              </a:spcAft>
              <a:buFont typeface="Symbol" panose="05050102010706020507" pitchFamily="18" charset="2"/>
              <a:buNone/>
              <a:defRPr sz="1400"/>
            </a:lvl6pPr>
          </a:lstStyle>
          <a:p>
            <a:pPr lvl="0"/>
            <a:r>
              <a:rPr lang="en-US"/>
              <a:t>Click to edit text</a:t>
            </a:r>
          </a:p>
          <a:p>
            <a:pPr lvl="0"/>
            <a:endParaRPr lang="en-US"/>
          </a:p>
        </p:txBody>
      </p:sp>
      <p:sp>
        <p:nvSpPr>
          <p:cNvPr id="8" name="Title 1">
            <a:extLst>
              <a:ext uri="{FF2B5EF4-FFF2-40B4-BE49-F238E27FC236}">
                <a16:creationId xmlns:a16="http://schemas.microsoft.com/office/drawing/2014/main" id="{EAF92B20-A5A6-4909-A73A-C6C85E980ED7}"/>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Text Placeholder 18">
            <a:extLst>
              <a:ext uri="{FF2B5EF4-FFF2-40B4-BE49-F238E27FC236}">
                <a16:creationId xmlns:a16="http://schemas.microsoft.com/office/drawing/2014/main" id="{2262C48F-4708-42DE-8E80-44A3B0CD34B0}"/>
              </a:ext>
            </a:extLst>
          </p:cNvPr>
          <p:cNvSpPr>
            <a:spLocks noGrp="1"/>
          </p:cNvSpPr>
          <p:nvPr>
            <p:ph type="body" sz="quarter" idx="25"/>
          </p:nvPr>
        </p:nvSpPr>
        <p:spPr>
          <a:xfrm>
            <a:off x="881705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Text Placeholder 12">
            <a:extLst>
              <a:ext uri="{FF2B5EF4-FFF2-40B4-BE49-F238E27FC236}">
                <a16:creationId xmlns:a16="http://schemas.microsoft.com/office/drawing/2014/main" id="{10A8ED32-609D-7C19-DC91-94205136831A}"/>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4" name="Group 13">
            <a:extLst>
              <a:ext uri="{FF2B5EF4-FFF2-40B4-BE49-F238E27FC236}">
                <a16:creationId xmlns:a16="http://schemas.microsoft.com/office/drawing/2014/main" id="{2DFCAB81-8154-13EA-C04E-021F9D8F2C98}"/>
              </a:ext>
            </a:extLst>
          </p:cNvPr>
          <p:cNvGrpSpPr/>
          <p:nvPr userDrawn="1"/>
        </p:nvGrpSpPr>
        <p:grpSpPr>
          <a:xfrm>
            <a:off x="9133049" y="6372686"/>
            <a:ext cx="3058950" cy="485314"/>
            <a:chOff x="9133049" y="6372686"/>
            <a:chExt cx="3058950" cy="485314"/>
          </a:xfrm>
        </p:grpSpPr>
        <p:pic>
          <p:nvPicPr>
            <p:cNvPr id="4" name="Picture 3">
              <a:extLst>
                <a:ext uri="{FF2B5EF4-FFF2-40B4-BE49-F238E27FC236}">
                  <a16:creationId xmlns:a16="http://schemas.microsoft.com/office/drawing/2014/main" id="{397F3881-0CD4-BBC4-DE0D-7670831C26E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1" name="Picture 10">
              <a:extLst>
                <a:ext uri="{FF2B5EF4-FFF2-40B4-BE49-F238E27FC236}">
                  <a16:creationId xmlns:a16="http://schemas.microsoft.com/office/drawing/2014/main" id="{B78C58E0-9EB4-F7CA-5A9C-5B895CC67F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306949289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469F77-D9CE-43A9-9C6F-5AAA6A3F0E6C}"/>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Text Placeholder 3">
            <a:extLst>
              <a:ext uri="{FF2B5EF4-FFF2-40B4-BE49-F238E27FC236}">
                <a16:creationId xmlns:a16="http://schemas.microsoft.com/office/drawing/2014/main" id="{104720C3-3808-4215-B0DC-3782872EA28F}"/>
              </a:ext>
            </a:extLst>
          </p:cNvPr>
          <p:cNvSpPr>
            <a:spLocks noGrp="1"/>
          </p:cNvSpPr>
          <p:nvPr>
            <p:ph type="body" sz="quarter" idx="26" hasCustomPrompt="1"/>
          </p:nvPr>
        </p:nvSpPr>
        <p:spPr>
          <a:xfrm>
            <a:off x="609600" y="1335024"/>
            <a:ext cx="7505700" cy="4205287"/>
          </a:xfrm>
          <a:prstGeom prst="rect">
            <a:avLst/>
          </a:prstGeom>
        </p:spPr>
        <p:txBody>
          <a:bodyPr/>
          <a:lstStyle>
            <a:lvl1pPr>
              <a:lnSpc>
                <a:spcPct val="100000"/>
              </a:lnSpc>
              <a:spcBef>
                <a:spcPts val="600"/>
              </a:spcBef>
              <a:spcAft>
                <a:spcPts val="600"/>
              </a:spcAft>
              <a:defRPr sz="1800"/>
            </a:lvl1pPr>
            <a:lvl2pPr marL="685800" indent="-228600">
              <a:lnSpc>
                <a:spcPct val="100000"/>
              </a:lnSpc>
              <a:spcBef>
                <a:spcPts val="600"/>
              </a:spcBef>
              <a:spcAft>
                <a:spcPts val="600"/>
              </a:spcAft>
              <a:buFont typeface="Symbol" panose="05050102010706020507" pitchFamily="18" charset="2"/>
              <a:buChar char="-"/>
              <a:defRPr sz="1600"/>
            </a:lvl2pPr>
            <a:lvl3pPr>
              <a:lnSpc>
                <a:spcPct val="100000"/>
              </a:lnSpc>
              <a:spcBef>
                <a:spcPts val="600"/>
              </a:spcBef>
              <a:spcAft>
                <a:spcPts val="600"/>
              </a:spcAft>
              <a:defRPr sz="1400"/>
            </a:lvl3pPr>
            <a:lvl4pPr marL="1600200" indent="-228600">
              <a:lnSpc>
                <a:spcPct val="100000"/>
              </a:lnSpc>
              <a:spcBef>
                <a:spcPts val="600"/>
              </a:spcBef>
              <a:spcAft>
                <a:spcPts val="600"/>
              </a:spcAft>
              <a:buFont typeface="Symbol" panose="05050102010706020507" pitchFamily="18" charset="2"/>
              <a:buChar char="-"/>
              <a:defRPr sz="1200"/>
            </a:lvl4pPr>
            <a:lvl5pPr>
              <a:lnSpc>
                <a:spcPct val="100000"/>
              </a:lnSpc>
              <a:spcBef>
                <a:spcPts val="600"/>
              </a:spcBef>
              <a:spcAft>
                <a:spcPts val="600"/>
              </a:spcAft>
              <a:defRPr sz="1200"/>
            </a:lvl5pPr>
            <a:lvl6pPr marL="2514600" indent="-228600">
              <a:lnSpc>
                <a:spcPct val="100000"/>
              </a:lnSpc>
              <a:spcBef>
                <a:spcPts val="600"/>
              </a:spcBef>
              <a:spcAft>
                <a:spcPts val="600"/>
              </a:spcAft>
              <a:buFont typeface="Symbol" panose="05050102010706020507" pitchFamily="18" charset="2"/>
              <a:buChar char="-"/>
              <a:defRPr sz="1200"/>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2F6C"/>
                </a:solidFill>
                <a:latin typeface="+mn-lt"/>
                <a:cs typeface="Arial" panose="020B0604020202020204" pitchFamily="34" charset="0"/>
              </a:defRPr>
            </a:lvl1pPr>
          </a:lstStyle>
          <a:p>
            <a:r>
              <a:rPr lang="en-US"/>
              <a:t>Click to Edit Title Style</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81582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Rectangle 1">
            <a:extLst>
              <a:ext uri="{FF2B5EF4-FFF2-40B4-BE49-F238E27FC236}">
                <a16:creationId xmlns:a16="http://schemas.microsoft.com/office/drawing/2014/main" id="{E23D48B3-C899-488E-8ADA-A4B90B205F83}"/>
              </a:ext>
            </a:extLst>
          </p:cNvPr>
          <p:cNvSpPr/>
          <p:nvPr userDrawn="1"/>
        </p:nvSpPr>
        <p:spPr>
          <a:xfrm>
            <a:off x="8815359" y="3970165"/>
            <a:ext cx="2999232"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12">
            <a:extLst>
              <a:ext uri="{FF2B5EF4-FFF2-40B4-BE49-F238E27FC236}">
                <a16:creationId xmlns:a16="http://schemas.microsoft.com/office/drawing/2014/main" id="{572F4A05-4C17-6B0C-4237-3C99BA564937}"/>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5" name="Group 4">
            <a:extLst>
              <a:ext uri="{FF2B5EF4-FFF2-40B4-BE49-F238E27FC236}">
                <a16:creationId xmlns:a16="http://schemas.microsoft.com/office/drawing/2014/main" id="{BE2B4B07-ED07-4D34-9055-9EC94E13AC2F}"/>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AD3165D5-CC4A-79AC-0A77-539119C2046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AE6AB36C-0DDE-1319-20BE-D93E1A42FB80}"/>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13815492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with Support Image or Char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B15F6E8-53C2-1636-4DE5-37E2A1B24046}"/>
              </a:ext>
            </a:extLst>
          </p:cNvPr>
          <p:cNvSpPr>
            <a:spLocks noGrp="1"/>
          </p:cNvSpPr>
          <p:nvPr>
            <p:ph type="title" hasCustomPrompt="1"/>
          </p:nvPr>
        </p:nvSpPr>
        <p:spPr>
          <a:xfrm>
            <a:off x="609600" y="504671"/>
            <a:ext cx="10983686"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7" name="Text Placeholder 12">
            <a:extLst>
              <a:ext uri="{FF2B5EF4-FFF2-40B4-BE49-F238E27FC236}">
                <a16:creationId xmlns:a16="http://schemas.microsoft.com/office/drawing/2014/main" id="{2CDF49C0-F365-3752-37B3-94BC855DB789}"/>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9" name="Text Placeholder 3">
            <a:extLst>
              <a:ext uri="{FF2B5EF4-FFF2-40B4-BE49-F238E27FC236}">
                <a16:creationId xmlns:a16="http://schemas.microsoft.com/office/drawing/2014/main" id="{9EC5017B-E62E-B053-75FD-10DCDD413972}"/>
              </a:ext>
            </a:extLst>
          </p:cNvPr>
          <p:cNvSpPr>
            <a:spLocks noGrp="1"/>
          </p:cNvSpPr>
          <p:nvPr>
            <p:ph type="body" sz="quarter" idx="26" hasCustomPrompt="1"/>
          </p:nvPr>
        </p:nvSpPr>
        <p:spPr>
          <a:xfrm>
            <a:off x="609600" y="1341438"/>
            <a:ext cx="5324061" cy="3970097"/>
          </a:xfrm>
          <a:prstGeom prst="rect">
            <a:avLst/>
          </a:prstGeom>
          <a:solidFill>
            <a:schemeClr val="bg1"/>
          </a:solidFill>
        </p:spPr>
        <p:txBody>
          <a:bodyPr/>
          <a:lstStyle>
            <a:lvl1pPr>
              <a:lnSpc>
                <a:spcPct val="100000"/>
              </a:lnSpc>
              <a:spcBef>
                <a:spcPts val="600"/>
              </a:spcBef>
              <a:defRPr sz="1600"/>
            </a:lvl1pPr>
            <a:lvl2pPr marL="685800" indent="-228600">
              <a:lnSpc>
                <a:spcPct val="100000"/>
              </a:lnSpc>
              <a:spcBef>
                <a:spcPts val="600"/>
              </a:spcBef>
              <a:buFont typeface="Symbol" panose="05050102010706020507" pitchFamily="18" charset="2"/>
              <a:buChar char="-"/>
              <a:defRPr sz="1400"/>
            </a:lvl2pPr>
            <a:lvl3pPr>
              <a:lnSpc>
                <a:spcPct val="100000"/>
              </a:lnSpc>
              <a:spcBef>
                <a:spcPts val="600"/>
              </a:spcBef>
              <a:defRPr sz="1200"/>
            </a:lvl3pPr>
            <a:lvl4pPr marL="1600200" indent="-228600">
              <a:lnSpc>
                <a:spcPct val="100000"/>
              </a:lnSpc>
              <a:spcBef>
                <a:spcPts val="600"/>
              </a:spcBef>
              <a:buFont typeface="Symbol" panose="05050102010706020507" pitchFamily="18" charset="2"/>
              <a:buChar char="-"/>
              <a:defRPr sz="1100"/>
            </a:lvl4pPr>
            <a:lvl5pPr>
              <a:lnSpc>
                <a:spcPct val="100000"/>
              </a:lnSpc>
              <a:spcBef>
                <a:spcPts val="600"/>
              </a:spcBef>
              <a:defRPr sz="1100"/>
            </a:lvl5pPr>
            <a:lvl6pPr marL="2514600" indent="-228600">
              <a:lnSpc>
                <a:spcPct val="100000"/>
              </a:lnSpc>
              <a:spcBef>
                <a:spcPts val="600"/>
              </a:spcBef>
              <a:buFont typeface="Symbol" panose="05050102010706020507" pitchFamily="18" charset="2"/>
              <a:buChar char="-"/>
              <a:defRPr sz="1100"/>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3" name="Content Placeholder 3">
            <a:extLst>
              <a:ext uri="{FF2B5EF4-FFF2-40B4-BE49-F238E27FC236}">
                <a16:creationId xmlns:a16="http://schemas.microsoft.com/office/drawing/2014/main" id="{E3E2E5F4-CE7B-6998-ED92-C3DF5BA028BE}"/>
              </a:ext>
            </a:extLst>
          </p:cNvPr>
          <p:cNvSpPr>
            <a:spLocks noGrp="1"/>
          </p:cNvSpPr>
          <p:nvPr>
            <p:ph sz="quarter" idx="27" hasCustomPrompt="1"/>
          </p:nvPr>
        </p:nvSpPr>
        <p:spPr>
          <a:xfrm>
            <a:off x="6096000" y="1189033"/>
            <a:ext cx="5486399" cy="4366941"/>
          </a:xfrm>
          <a:prstGeom prst="rect">
            <a:avLst/>
          </a:prstGeom>
          <a:no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 styles</a:t>
            </a:r>
          </a:p>
        </p:txBody>
      </p:sp>
    </p:spTree>
    <p:extLst>
      <p:ext uri="{BB962C8B-B14F-4D97-AF65-F5344CB8AC3E}">
        <p14:creationId xmlns:p14="http://schemas.microsoft.com/office/powerpoint/2010/main" val="33119258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s with Text">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469F77-D9CE-43A9-9C6F-5AAA6A3F0E6C}"/>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9"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03961"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81705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Rectangle 1">
            <a:extLst>
              <a:ext uri="{FF2B5EF4-FFF2-40B4-BE49-F238E27FC236}">
                <a16:creationId xmlns:a16="http://schemas.microsoft.com/office/drawing/2014/main" id="{E23D48B3-C899-488E-8ADA-A4B90B205F83}"/>
              </a:ext>
            </a:extLst>
          </p:cNvPr>
          <p:cNvSpPr/>
          <p:nvPr userDrawn="1"/>
        </p:nvSpPr>
        <p:spPr>
          <a:xfrm>
            <a:off x="8797177" y="3970165"/>
            <a:ext cx="3050266"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hart Placeholder 4">
            <a:extLst>
              <a:ext uri="{FF2B5EF4-FFF2-40B4-BE49-F238E27FC236}">
                <a16:creationId xmlns:a16="http://schemas.microsoft.com/office/drawing/2014/main" id="{42C592AB-64AC-4BED-9399-369D4231D92E}"/>
              </a:ext>
            </a:extLst>
          </p:cNvPr>
          <p:cNvSpPr>
            <a:spLocks noGrp="1"/>
          </p:cNvSpPr>
          <p:nvPr>
            <p:ph type="chart" sz="quarter" idx="26"/>
          </p:nvPr>
        </p:nvSpPr>
        <p:spPr>
          <a:xfrm>
            <a:off x="609599" y="1282149"/>
            <a:ext cx="3610734" cy="3329539"/>
          </a:xfrm>
          <a:prstGeom prst="rect">
            <a:avLst/>
          </a:prstGeom>
        </p:spPr>
        <p:txBody>
          <a:bodyPr/>
          <a:lstStyle>
            <a:lvl1pPr marL="0" indent="0">
              <a:buNone/>
              <a:defRPr/>
            </a:lvl1pPr>
          </a:lstStyle>
          <a:p>
            <a:r>
              <a:rPr lang="en-US"/>
              <a:t>Click icon to add chart</a:t>
            </a:r>
          </a:p>
        </p:txBody>
      </p:sp>
      <p:sp>
        <p:nvSpPr>
          <p:cNvPr id="16" name="Chart Placeholder 4">
            <a:extLst>
              <a:ext uri="{FF2B5EF4-FFF2-40B4-BE49-F238E27FC236}">
                <a16:creationId xmlns:a16="http://schemas.microsoft.com/office/drawing/2014/main" id="{14525D09-DF4B-465A-B4C9-783517805A75}"/>
              </a:ext>
            </a:extLst>
          </p:cNvPr>
          <p:cNvSpPr>
            <a:spLocks noGrp="1"/>
          </p:cNvSpPr>
          <p:nvPr>
            <p:ph type="chart" sz="quarter" idx="27"/>
          </p:nvPr>
        </p:nvSpPr>
        <p:spPr>
          <a:xfrm>
            <a:off x="4503961" y="1282148"/>
            <a:ext cx="3610734" cy="3329539"/>
          </a:xfrm>
          <a:prstGeom prst="rect">
            <a:avLst/>
          </a:prstGeom>
        </p:spPr>
        <p:txBody>
          <a:bodyPr/>
          <a:lstStyle>
            <a:lvl1pPr marL="0" indent="0">
              <a:buNone/>
              <a:defRPr/>
            </a:lvl1pPr>
          </a:lstStyle>
          <a:p>
            <a:r>
              <a:rPr lang="en-US"/>
              <a:t>Click icon to add chart</a:t>
            </a:r>
          </a:p>
        </p:txBody>
      </p:sp>
      <p:sp>
        <p:nvSpPr>
          <p:cNvPr id="6" name="Text Placeholder 12">
            <a:extLst>
              <a:ext uri="{FF2B5EF4-FFF2-40B4-BE49-F238E27FC236}">
                <a16:creationId xmlns:a16="http://schemas.microsoft.com/office/drawing/2014/main" id="{7CAF2C09-6C4F-DCFF-85A3-4CF6EC0DC190}"/>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0" name="Group 9">
            <a:extLst>
              <a:ext uri="{FF2B5EF4-FFF2-40B4-BE49-F238E27FC236}">
                <a16:creationId xmlns:a16="http://schemas.microsoft.com/office/drawing/2014/main" id="{0872B136-9813-EAA9-D4CC-EDDD2496ED13}"/>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55EFA2D2-28D0-4A07-1BB5-A3ACB8AAF57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05E8B924-70A3-C6FA-25EB-D0B799934CA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1649488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ullets with Pictur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04720C3-3808-4215-B0DC-3782872EA28F}"/>
              </a:ext>
            </a:extLst>
          </p:cNvPr>
          <p:cNvSpPr>
            <a:spLocks noGrp="1"/>
          </p:cNvSpPr>
          <p:nvPr>
            <p:ph type="body" sz="quarter" idx="26" hasCustomPrompt="1"/>
          </p:nvPr>
        </p:nvSpPr>
        <p:spPr>
          <a:xfrm>
            <a:off x="609600" y="1335024"/>
            <a:ext cx="7505700" cy="4205287"/>
          </a:xfrm>
          <a:prstGeom prst="rect">
            <a:avLst/>
          </a:prstGeom>
        </p:spPr>
        <p:txBody>
          <a:bodyPr/>
          <a:lstStyle>
            <a:lvl1pPr marL="0" indent="0">
              <a:lnSpc>
                <a:spcPct val="100000"/>
              </a:lnSpc>
              <a:spcBef>
                <a:spcPts val="600"/>
              </a:spcBef>
              <a:spcAft>
                <a:spcPts val="1200"/>
              </a:spcAft>
              <a:buNone/>
              <a:defRPr sz="1800"/>
            </a:lvl1pPr>
            <a:lvl2pPr marL="685800" indent="-228600">
              <a:lnSpc>
                <a:spcPct val="100000"/>
              </a:lnSpc>
              <a:spcBef>
                <a:spcPts val="600"/>
              </a:spcBef>
              <a:buFont typeface="Symbol" panose="05050102010706020507" pitchFamily="18" charset="2"/>
              <a:buChar char="-"/>
              <a:defRPr sz="1600"/>
            </a:lvl2pPr>
            <a:lvl3pPr>
              <a:lnSpc>
                <a:spcPct val="100000"/>
              </a:lnSpc>
              <a:spcBef>
                <a:spcPts val="600"/>
              </a:spcBef>
              <a:defRPr sz="1400"/>
            </a:lvl3pPr>
            <a:lvl4pPr marL="1600200" indent="-228600">
              <a:lnSpc>
                <a:spcPct val="100000"/>
              </a:lnSpc>
              <a:spcBef>
                <a:spcPts val="600"/>
              </a:spcBef>
              <a:buFont typeface="Symbol" panose="05050102010706020507" pitchFamily="18" charset="2"/>
              <a:buChar char="-"/>
              <a:defRPr sz="1200"/>
            </a:lvl4pPr>
            <a:lvl5pPr>
              <a:lnSpc>
                <a:spcPct val="100000"/>
              </a:lnSpc>
              <a:spcBef>
                <a:spcPts val="600"/>
              </a:spcBef>
              <a:defRPr sz="1200"/>
            </a:lvl5pPr>
            <a:lvl6pPr marL="2514600" indent="-228600">
              <a:lnSpc>
                <a:spcPct val="100000"/>
              </a:lnSpc>
              <a:spcBef>
                <a:spcPts val="600"/>
              </a:spcBef>
              <a:buFont typeface="Symbol" panose="05050102010706020507" pitchFamily="18" charset="2"/>
              <a:buChar char="-"/>
              <a:defRPr sz="1200"/>
            </a:lvl6pPr>
          </a:lstStyle>
          <a:p>
            <a:pPr lvl="0"/>
            <a:r>
              <a:rPr lang="en-US"/>
              <a:t>Click to edit text</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Picture Placeholder 3">
            <a:extLst>
              <a:ext uri="{FF2B5EF4-FFF2-40B4-BE49-F238E27FC236}">
                <a16:creationId xmlns:a16="http://schemas.microsoft.com/office/drawing/2014/main" id="{39A26BD1-014A-4113-86CB-7536D7778B1F}"/>
              </a:ext>
            </a:extLst>
          </p:cNvPr>
          <p:cNvSpPr>
            <a:spLocks noGrp="1"/>
          </p:cNvSpPr>
          <p:nvPr>
            <p:ph type="pic" sz="quarter" idx="28"/>
          </p:nvPr>
        </p:nvSpPr>
        <p:spPr>
          <a:xfrm>
            <a:off x="8459788" y="0"/>
            <a:ext cx="3732212" cy="6858000"/>
          </a:xfrm>
          <a:prstGeom prst="rect">
            <a:avLst/>
          </a:prstGeom>
        </p:spPr>
        <p:txBody>
          <a:bodyPr/>
          <a:lstStyle>
            <a:lvl1pPr marL="0" indent="0" algn="ctr">
              <a:buNone/>
              <a:defRPr/>
            </a:lvl1pPr>
          </a:lstStyle>
          <a:p>
            <a:r>
              <a:rPr lang="en-US"/>
              <a:t>Click icon to add picture</a:t>
            </a:r>
          </a:p>
        </p:txBody>
      </p:sp>
      <p:sp>
        <p:nvSpPr>
          <p:cNvPr id="5" name="Text Placeholder 12">
            <a:extLst>
              <a:ext uri="{FF2B5EF4-FFF2-40B4-BE49-F238E27FC236}">
                <a16:creationId xmlns:a16="http://schemas.microsoft.com/office/drawing/2014/main" id="{D14C3FAA-13C8-D347-8F54-8B7489B22BD2}"/>
              </a:ext>
            </a:extLst>
          </p:cNvPr>
          <p:cNvSpPr>
            <a:spLocks noGrp="1"/>
          </p:cNvSpPr>
          <p:nvPr>
            <p:ph type="body" sz="quarter" idx="29"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0" name="Group 9">
            <a:extLst>
              <a:ext uri="{FF2B5EF4-FFF2-40B4-BE49-F238E27FC236}">
                <a16:creationId xmlns:a16="http://schemas.microsoft.com/office/drawing/2014/main" id="{E0776967-DA06-9B38-4E08-CC52416C6041}"/>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12949578-0E33-BC86-4767-E27400D0414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0B6759A7-06CF-87C2-3CF9-55999A6E251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7497782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s with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6595D06-54FB-4096-9761-C161613AAED3}"/>
              </a:ext>
            </a:extLst>
          </p:cNvPr>
          <p:cNvSpPr>
            <a:spLocks noGrp="1"/>
          </p:cNvSpPr>
          <p:nvPr>
            <p:ph type="pic" sz="quarter" idx="28"/>
          </p:nvPr>
        </p:nvSpPr>
        <p:spPr>
          <a:xfrm>
            <a:off x="8459788" y="0"/>
            <a:ext cx="3732212" cy="6858000"/>
          </a:xfrm>
          <a:prstGeom prst="rect">
            <a:avLst/>
          </a:prstGeom>
        </p:spPr>
        <p:txBody>
          <a:bodyPr/>
          <a:lstStyle>
            <a:lvl1pPr marL="0" indent="0" algn="ctr">
              <a:buNone/>
              <a:defRPr/>
            </a:lvl1pPr>
          </a:lstStyle>
          <a:p>
            <a:r>
              <a:rPr lang="en-US"/>
              <a:t>Click icon to add picture</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9"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03961"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Chart Placeholder 4">
            <a:extLst>
              <a:ext uri="{FF2B5EF4-FFF2-40B4-BE49-F238E27FC236}">
                <a16:creationId xmlns:a16="http://schemas.microsoft.com/office/drawing/2014/main" id="{42C592AB-64AC-4BED-9399-369D4231D92E}"/>
              </a:ext>
            </a:extLst>
          </p:cNvPr>
          <p:cNvSpPr>
            <a:spLocks noGrp="1"/>
          </p:cNvSpPr>
          <p:nvPr>
            <p:ph type="chart" sz="quarter" idx="26"/>
          </p:nvPr>
        </p:nvSpPr>
        <p:spPr>
          <a:xfrm>
            <a:off x="609599" y="1470993"/>
            <a:ext cx="3610734" cy="3140696"/>
          </a:xfrm>
          <a:prstGeom prst="rect">
            <a:avLst/>
          </a:prstGeom>
        </p:spPr>
        <p:txBody>
          <a:bodyPr/>
          <a:lstStyle>
            <a:lvl1pPr marL="0" indent="0">
              <a:buNone/>
              <a:defRPr/>
            </a:lvl1pPr>
          </a:lstStyle>
          <a:p>
            <a:r>
              <a:rPr lang="en-US"/>
              <a:t>Click icon to add chart</a:t>
            </a:r>
          </a:p>
        </p:txBody>
      </p:sp>
      <p:sp>
        <p:nvSpPr>
          <p:cNvPr id="16" name="Chart Placeholder 4">
            <a:extLst>
              <a:ext uri="{FF2B5EF4-FFF2-40B4-BE49-F238E27FC236}">
                <a16:creationId xmlns:a16="http://schemas.microsoft.com/office/drawing/2014/main" id="{14525D09-DF4B-465A-B4C9-783517805A75}"/>
              </a:ext>
            </a:extLst>
          </p:cNvPr>
          <p:cNvSpPr>
            <a:spLocks noGrp="1"/>
          </p:cNvSpPr>
          <p:nvPr>
            <p:ph type="chart" sz="quarter" idx="27"/>
          </p:nvPr>
        </p:nvSpPr>
        <p:spPr>
          <a:xfrm>
            <a:off x="4503961" y="1470992"/>
            <a:ext cx="3610734" cy="3140696"/>
          </a:xfrm>
          <a:prstGeom prst="rect">
            <a:avLst/>
          </a:prstGeom>
        </p:spPr>
        <p:txBody>
          <a:bodyPr/>
          <a:lstStyle>
            <a:lvl1pPr marL="0" indent="0">
              <a:buNone/>
              <a:defRPr/>
            </a:lvl1pPr>
          </a:lstStyle>
          <a:p>
            <a:r>
              <a:rPr lang="en-US"/>
              <a:t>Click icon to add chart</a:t>
            </a:r>
          </a:p>
        </p:txBody>
      </p:sp>
      <p:sp>
        <p:nvSpPr>
          <p:cNvPr id="6" name="Text Placeholder 12">
            <a:extLst>
              <a:ext uri="{FF2B5EF4-FFF2-40B4-BE49-F238E27FC236}">
                <a16:creationId xmlns:a16="http://schemas.microsoft.com/office/drawing/2014/main" id="{27D283DF-8242-C10D-B0D1-09338E9E6A17}"/>
              </a:ext>
            </a:extLst>
          </p:cNvPr>
          <p:cNvSpPr>
            <a:spLocks noGrp="1"/>
          </p:cNvSpPr>
          <p:nvPr>
            <p:ph type="body" sz="quarter" idx="29" hasCustomPrompt="1"/>
          </p:nvPr>
        </p:nvSpPr>
        <p:spPr>
          <a:xfrm>
            <a:off x="609599" y="5559814"/>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0" name="Group 9">
            <a:extLst>
              <a:ext uri="{FF2B5EF4-FFF2-40B4-BE49-F238E27FC236}">
                <a16:creationId xmlns:a16="http://schemas.microsoft.com/office/drawing/2014/main" id="{C7ABD29F-1CE9-43BB-ED10-8D84929E1490}"/>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39AD2B9B-38F2-85DB-128A-663ED648E73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C573F9DB-B587-9A5D-CF7A-1D99D60FA52B}"/>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26542407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s with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863943"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8" y="4635698"/>
            <a:ext cx="2999232"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78624" y="4635698"/>
            <a:ext cx="2998301"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459252" y="4635698"/>
            <a:ext cx="2998301"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Picture Placeholder 2">
            <a:extLst>
              <a:ext uri="{FF2B5EF4-FFF2-40B4-BE49-F238E27FC236}">
                <a16:creationId xmlns:a16="http://schemas.microsoft.com/office/drawing/2014/main" id="{C9FBEC01-9F7C-4B40-BB53-7CA71DF23C74}"/>
              </a:ext>
            </a:extLst>
          </p:cNvPr>
          <p:cNvSpPr>
            <a:spLocks noGrp="1"/>
          </p:cNvSpPr>
          <p:nvPr>
            <p:ph type="pic" sz="quarter" idx="26"/>
          </p:nvPr>
        </p:nvSpPr>
        <p:spPr>
          <a:xfrm>
            <a:off x="609598" y="1550504"/>
            <a:ext cx="2999232" cy="2961861"/>
          </a:xfrm>
          <a:prstGeom prst="rect">
            <a:avLst/>
          </a:prstGeom>
        </p:spPr>
        <p:txBody>
          <a:bodyPr/>
          <a:lstStyle>
            <a:lvl1pPr marL="0" indent="0">
              <a:buNone/>
              <a:defRPr/>
            </a:lvl1pPr>
          </a:lstStyle>
          <a:p>
            <a:r>
              <a:rPr lang="en-US"/>
              <a:t>Click icon to add picture</a:t>
            </a:r>
          </a:p>
        </p:txBody>
      </p:sp>
      <p:sp>
        <p:nvSpPr>
          <p:cNvPr id="21" name="Picture Placeholder 2">
            <a:extLst>
              <a:ext uri="{FF2B5EF4-FFF2-40B4-BE49-F238E27FC236}">
                <a16:creationId xmlns:a16="http://schemas.microsoft.com/office/drawing/2014/main" id="{72BC0D6B-8A30-40EF-AB45-BA0C194FDCFF}"/>
              </a:ext>
            </a:extLst>
          </p:cNvPr>
          <p:cNvSpPr>
            <a:spLocks noGrp="1"/>
          </p:cNvSpPr>
          <p:nvPr>
            <p:ph type="pic" sz="quarter" idx="27"/>
          </p:nvPr>
        </p:nvSpPr>
        <p:spPr>
          <a:xfrm>
            <a:off x="4578624" y="1550504"/>
            <a:ext cx="2998301" cy="2961861"/>
          </a:xfrm>
          <a:prstGeom prst="rect">
            <a:avLst/>
          </a:prstGeom>
        </p:spPr>
        <p:txBody>
          <a:bodyPr/>
          <a:lstStyle>
            <a:lvl1pPr marL="0" indent="0">
              <a:buNone/>
              <a:defRPr/>
            </a:lvl1pPr>
          </a:lstStyle>
          <a:p>
            <a:r>
              <a:rPr lang="en-US"/>
              <a:t>Click icon to add picture</a:t>
            </a:r>
          </a:p>
        </p:txBody>
      </p:sp>
      <p:sp>
        <p:nvSpPr>
          <p:cNvPr id="22" name="Picture Placeholder 2">
            <a:extLst>
              <a:ext uri="{FF2B5EF4-FFF2-40B4-BE49-F238E27FC236}">
                <a16:creationId xmlns:a16="http://schemas.microsoft.com/office/drawing/2014/main" id="{8957662E-BFCE-48F9-862F-DF8DE0A7D641}"/>
              </a:ext>
            </a:extLst>
          </p:cNvPr>
          <p:cNvSpPr>
            <a:spLocks noGrp="1"/>
          </p:cNvSpPr>
          <p:nvPr>
            <p:ph type="pic" sz="quarter" idx="28"/>
          </p:nvPr>
        </p:nvSpPr>
        <p:spPr>
          <a:xfrm>
            <a:off x="8459252" y="1553128"/>
            <a:ext cx="2998301" cy="2961861"/>
          </a:xfrm>
          <a:prstGeom prst="rect">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5194689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Background witht tex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08D1A72F-30FE-C706-D91B-5D73BA4BF601}"/>
              </a:ext>
            </a:extLst>
          </p:cNvPr>
          <p:cNvSpPr>
            <a:spLocks noGrp="1"/>
          </p:cNvSpPr>
          <p:nvPr>
            <p:ph type="pic" sz="quarter" idx="26"/>
          </p:nvPr>
        </p:nvSpPr>
        <p:spPr>
          <a:xfrm>
            <a:off x="0" y="2985825"/>
            <a:ext cx="12192000" cy="3326863"/>
          </a:xfrm>
          <a:prstGeom prst="rect">
            <a:avLst/>
          </a:prstGeom>
        </p:spPr>
        <p:txBody>
          <a:bodyPr anchor="b"/>
          <a:lstStyle>
            <a:lvl1pPr marL="0" indent="0">
              <a:buNone/>
              <a:defRPr/>
            </a:lvl1pPr>
          </a:lstStyle>
          <a:p>
            <a:r>
              <a:rPr lang="en-US"/>
              <a:t>Click icon to add picture</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863943"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4" name="Text Placeholder 18">
            <a:extLst>
              <a:ext uri="{FF2B5EF4-FFF2-40B4-BE49-F238E27FC236}">
                <a16:creationId xmlns:a16="http://schemas.microsoft.com/office/drawing/2014/main" id="{ECA9DC0C-749B-1447-0277-1CD90538C59B}"/>
              </a:ext>
            </a:extLst>
          </p:cNvPr>
          <p:cNvSpPr>
            <a:spLocks noGrp="1"/>
          </p:cNvSpPr>
          <p:nvPr>
            <p:ph type="body" sz="quarter" idx="23"/>
          </p:nvPr>
        </p:nvSpPr>
        <p:spPr>
          <a:xfrm>
            <a:off x="609600"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6" name="Text Placeholder 18">
            <a:extLst>
              <a:ext uri="{FF2B5EF4-FFF2-40B4-BE49-F238E27FC236}">
                <a16:creationId xmlns:a16="http://schemas.microsoft.com/office/drawing/2014/main" id="{C54991A4-D052-C528-8AA6-E6F74EA3CF51}"/>
              </a:ext>
            </a:extLst>
          </p:cNvPr>
          <p:cNvSpPr>
            <a:spLocks noGrp="1"/>
          </p:cNvSpPr>
          <p:nvPr>
            <p:ph type="body" sz="quarter" idx="27"/>
          </p:nvPr>
        </p:nvSpPr>
        <p:spPr>
          <a:xfrm>
            <a:off x="4596851"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Text Placeholder 18">
            <a:extLst>
              <a:ext uri="{FF2B5EF4-FFF2-40B4-BE49-F238E27FC236}">
                <a16:creationId xmlns:a16="http://schemas.microsoft.com/office/drawing/2014/main" id="{9A11DFAD-2C1A-492B-633D-6D2E3CB8E383}"/>
              </a:ext>
            </a:extLst>
          </p:cNvPr>
          <p:cNvSpPr>
            <a:spLocks noGrp="1"/>
          </p:cNvSpPr>
          <p:nvPr>
            <p:ph type="body" sz="quarter" idx="28"/>
          </p:nvPr>
        </p:nvSpPr>
        <p:spPr>
          <a:xfrm>
            <a:off x="8584102"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1745928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983686"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600" y="5302002"/>
            <a:ext cx="2998301" cy="380029"/>
          </a:xfrm>
          <a:prstGeom prst="rect">
            <a:avLst/>
          </a:prstGeom>
        </p:spPr>
        <p:txBody>
          <a:bodyPr/>
          <a:lstStyle>
            <a:lvl1pPr marL="0" indent="0">
              <a:lnSpc>
                <a:spcPct val="100000"/>
              </a:lnSpc>
              <a:spcBef>
                <a:spcPts val="0"/>
              </a:spcBef>
              <a:buFont typeface="Arial" panose="020B0604020202020204" pitchFamily="34" charset="0"/>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9" name="Chart Placeholder 8">
            <a:extLst>
              <a:ext uri="{FF2B5EF4-FFF2-40B4-BE49-F238E27FC236}">
                <a16:creationId xmlns:a16="http://schemas.microsoft.com/office/drawing/2014/main" id="{AB518037-F3DC-4DBC-AA07-629E5C8B49FC}"/>
              </a:ext>
            </a:extLst>
          </p:cNvPr>
          <p:cNvSpPr>
            <a:spLocks noGrp="1"/>
          </p:cNvSpPr>
          <p:nvPr>
            <p:ph type="chart" sz="quarter" idx="24"/>
          </p:nvPr>
        </p:nvSpPr>
        <p:spPr>
          <a:xfrm>
            <a:off x="609600" y="1258606"/>
            <a:ext cx="10972800" cy="3938869"/>
          </a:xfrm>
          <a:prstGeom prst="rect">
            <a:avLst/>
          </a:prstGeom>
          <a:solidFill>
            <a:schemeClr val="bg1"/>
          </a:solidFill>
        </p:spPr>
        <p:txBody>
          <a:bodyPr/>
          <a:lstStyle>
            <a:lvl1pPr marL="0" indent="0">
              <a:buNone/>
              <a:defRPr/>
            </a:lvl1pPr>
          </a:lstStyle>
          <a:p>
            <a:r>
              <a:rPr lang="en-US"/>
              <a:t>Click icon to add chart</a:t>
            </a:r>
          </a:p>
        </p:txBody>
      </p:sp>
      <p:sp>
        <p:nvSpPr>
          <p:cNvPr id="5" name="Text Placeholder 12">
            <a:extLst>
              <a:ext uri="{FF2B5EF4-FFF2-40B4-BE49-F238E27FC236}">
                <a16:creationId xmlns:a16="http://schemas.microsoft.com/office/drawing/2014/main" id="{FCAD2B6C-443D-28D6-F18D-18F54A9EEC44}"/>
              </a:ext>
            </a:extLst>
          </p:cNvPr>
          <p:cNvSpPr>
            <a:spLocks noGrp="1"/>
          </p:cNvSpPr>
          <p:nvPr>
            <p:ph type="body" sz="quarter" idx="11" hasCustomPrompt="1"/>
          </p:nvPr>
        </p:nvSpPr>
        <p:spPr>
          <a:xfrm>
            <a:off x="609599" y="5804362"/>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38388144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1005457"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Text Placeholder 3">
            <a:extLst>
              <a:ext uri="{FF2B5EF4-FFF2-40B4-BE49-F238E27FC236}">
                <a16:creationId xmlns:a16="http://schemas.microsoft.com/office/drawing/2014/main" id="{BC59C980-A3D0-4EF8-9506-D402C5A6FD93}"/>
              </a:ext>
            </a:extLst>
          </p:cNvPr>
          <p:cNvSpPr>
            <a:spLocks noGrp="1"/>
          </p:cNvSpPr>
          <p:nvPr>
            <p:ph type="body" sz="quarter" idx="26" hasCustomPrompt="1"/>
          </p:nvPr>
        </p:nvSpPr>
        <p:spPr>
          <a:xfrm>
            <a:off x="609600" y="1341438"/>
            <a:ext cx="5324061" cy="3970097"/>
          </a:xfrm>
          <a:prstGeom prst="rect">
            <a:avLst/>
          </a:prstGeom>
          <a:noFill/>
        </p:spPr>
        <p:txBody>
          <a:bodyPr/>
          <a:lstStyle>
            <a:lvl1pPr>
              <a:lnSpc>
                <a:spcPct val="100000"/>
              </a:lnSpc>
              <a:spcBef>
                <a:spcPts val="600"/>
              </a:spcBef>
              <a:spcAft>
                <a:spcPts val="1200"/>
              </a:spcAft>
              <a:defRPr sz="1800"/>
            </a:lvl1pPr>
            <a:lvl2pPr marL="685800" indent="-228600">
              <a:lnSpc>
                <a:spcPct val="100000"/>
              </a:lnSpc>
              <a:spcBef>
                <a:spcPts val="600"/>
              </a:spcBef>
              <a:spcAft>
                <a:spcPts val="1200"/>
              </a:spcAft>
              <a:buFont typeface="Symbol" panose="05050102010706020507" pitchFamily="18" charset="2"/>
              <a:buChar char="-"/>
              <a:defRPr sz="1600"/>
            </a:lvl2pPr>
            <a:lvl3pPr>
              <a:lnSpc>
                <a:spcPct val="100000"/>
              </a:lnSpc>
              <a:spcBef>
                <a:spcPts val="600"/>
              </a:spcBef>
              <a:spcAft>
                <a:spcPts val="1200"/>
              </a:spcAft>
              <a:defRPr sz="1400"/>
            </a:lvl3pPr>
            <a:lvl4pPr marL="1600200" indent="-228600">
              <a:lnSpc>
                <a:spcPct val="100000"/>
              </a:lnSpc>
              <a:spcBef>
                <a:spcPts val="600"/>
              </a:spcBef>
              <a:spcAft>
                <a:spcPts val="1200"/>
              </a:spcAft>
              <a:buFont typeface="Symbol" panose="05050102010706020507" pitchFamily="18" charset="2"/>
              <a:buChar char="-"/>
              <a:defRPr sz="1200"/>
            </a:lvl4pPr>
            <a:lvl5pPr>
              <a:lnSpc>
                <a:spcPct val="100000"/>
              </a:lnSpc>
              <a:spcBef>
                <a:spcPts val="600"/>
              </a:spcBef>
              <a:spcAft>
                <a:spcPts val="1200"/>
              </a:spcAft>
              <a:defRPr sz="1200"/>
            </a:lvl5pPr>
            <a:lvl6pPr marL="2514600" indent="-228600">
              <a:lnSpc>
                <a:spcPct val="100000"/>
              </a:lnSpc>
              <a:spcBef>
                <a:spcPts val="600"/>
              </a:spcBef>
              <a:spcAft>
                <a:spcPts val="1200"/>
              </a:spcAft>
              <a:buFont typeface="Symbol" panose="05050102010706020507" pitchFamily="18" charset="2"/>
              <a:buChar char="-"/>
              <a:defRPr sz="1200"/>
            </a:lvl6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0" name="Text Placeholder 3">
            <a:extLst>
              <a:ext uri="{FF2B5EF4-FFF2-40B4-BE49-F238E27FC236}">
                <a16:creationId xmlns:a16="http://schemas.microsoft.com/office/drawing/2014/main" id="{34CC6854-32C8-45B3-B6D3-D2E66DF7D4C6}"/>
              </a:ext>
            </a:extLst>
          </p:cNvPr>
          <p:cNvSpPr>
            <a:spLocks noGrp="1"/>
          </p:cNvSpPr>
          <p:nvPr>
            <p:ph type="body" sz="quarter" idx="27" hasCustomPrompt="1"/>
          </p:nvPr>
        </p:nvSpPr>
        <p:spPr>
          <a:xfrm>
            <a:off x="6258341" y="1341437"/>
            <a:ext cx="5324061" cy="3970097"/>
          </a:xfrm>
          <a:prstGeom prst="rect">
            <a:avLst/>
          </a:prstGeom>
          <a:noFill/>
        </p:spPr>
        <p:txBody>
          <a:bodyPr/>
          <a:lstStyle>
            <a:lvl1pPr>
              <a:lnSpc>
                <a:spcPct val="100000"/>
              </a:lnSpc>
              <a:spcBef>
                <a:spcPts val="600"/>
              </a:spcBef>
              <a:spcAft>
                <a:spcPts val="1200"/>
              </a:spcAft>
              <a:defRPr sz="1800"/>
            </a:lvl1pPr>
            <a:lvl2pPr marL="685800" indent="-228600">
              <a:lnSpc>
                <a:spcPct val="100000"/>
              </a:lnSpc>
              <a:spcBef>
                <a:spcPts val="600"/>
              </a:spcBef>
              <a:spcAft>
                <a:spcPts val="1200"/>
              </a:spcAft>
              <a:buFont typeface="Symbol" panose="05050102010706020507" pitchFamily="18" charset="2"/>
              <a:buChar char="-"/>
              <a:defRPr sz="1600"/>
            </a:lvl2pPr>
            <a:lvl3pPr>
              <a:lnSpc>
                <a:spcPct val="100000"/>
              </a:lnSpc>
              <a:spcBef>
                <a:spcPts val="600"/>
              </a:spcBef>
              <a:spcAft>
                <a:spcPts val="1200"/>
              </a:spcAft>
              <a:defRPr sz="1400"/>
            </a:lvl3pPr>
            <a:lvl4pPr marL="1600200" indent="-228600">
              <a:lnSpc>
                <a:spcPct val="100000"/>
              </a:lnSpc>
              <a:spcBef>
                <a:spcPts val="600"/>
              </a:spcBef>
              <a:spcAft>
                <a:spcPts val="1200"/>
              </a:spcAft>
              <a:buFont typeface="Symbol" panose="05050102010706020507" pitchFamily="18" charset="2"/>
              <a:buChar char="-"/>
              <a:defRPr sz="1200"/>
            </a:lvl4pPr>
            <a:lvl5pPr>
              <a:lnSpc>
                <a:spcPct val="100000"/>
              </a:lnSpc>
              <a:spcBef>
                <a:spcPts val="600"/>
              </a:spcBef>
              <a:spcAft>
                <a:spcPts val="1200"/>
              </a:spcAft>
              <a:defRPr sz="1200"/>
            </a:lvl5pPr>
            <a:lvl6pPr marL="2514600" indent="-228600">
              <a:lnSpc>
                <a:spcPct val="100000"/>
              </a:lnSpc>
              <a:spcBef>
                <a:spcPts val="600"/>
              </a:spcBef>
              <a:spcAft>
                <a:spcPts val="1200"/>
              </a:spcAft>
              <a:buFont typeface="Symbol" panose="05050102010706020507" pitchFamily="18" charset="2"/>
              <a:buChar char="-"/>
              <a:defRPr sz="1200"/>
            </a:lvl6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5" name="Text Placeholder 12">
            <a:extLst>
              <a:ext uri="{FF2B5EF4-FFF2-40B4-BE49-F238E27FC236}">
                <a16:creationId xmlns:a16="http://schemas.microsoft.com/office/drawing/2014/main" id="{2AA9E988-1444-5E64-B3F6-5961B2D426E1}"/>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39350471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CB37C666-26F7-4F2C-92CE-67B0C3E52D6B}"/>
              </a:ext>
            </a:extLst>
          </p:cNvPr>
          <p:cNvSpPr>
            <a:spLocks noGrp="1"/>
          </p:cNvSpPr>
          <p:nvPr>
            <p:ph type="title" hasCustomPrompt="1"/>
          </p:nvPr>
        </p:nvSpPr>
        <p:spPr>
          <a:xfrm>
            <a:off x="609600" y="504671"/>
            <a:ext cx="10983686" cy="684362"/>
          </a:xfrm>
          <a:prstGeom prst="rect">
            <a:avLst/>
          </a:prstGeom>
        </p:spPr>
        <p:txBody>
          <a:bodyPr/>
          <a:lstStyle>
            <a:lvl1pPr>
              <a:defRPr sz="2800" b="1" i="0">
                <a:solidFill>
                  <a:srgbClr val="002F6C"/>
                </a:solidFill>
                <a:latin typeface="+mn-lt"/>
                <a:cs typeface="Arial" panose="020B0604020202020204" pitchFamily="34" charset="0"/>
              </a:defRPr>
            </a:lvl1pPr>
          </a:lstStyle>
          <a:p>
            <a:r>
              <a:rPr lang="en-US"/>
              <a:t>Click to Edit Title Style</a:t>
            </a:r>
          </a:p>
        </p:txBody>
      </p:sp>
      <p:grpSp>
        <p:nvGrpSpPr>
          <p:cNvPr id="4" name="Group 3">
            <a:extLst>
              <a:ext uri="{FF2B5EF4-FFF2-40B4-BE49-F238E27FC236}">
                <a16:creationId xmlns:a16="http://schemas.microsoft.com/office/drawing/2014/main" id="{ECF76341-4282-6E92-E5C4-7B19444CA503}"/>
              </a:ext>
            </a:extLst>
          </p:cNvPr>
          <p:cNvGrpSpPr/>
          <p:nvPr userDrawn="1"/>
        </p:nvGrpSpPr>
        <p:grpSpPr>
          <a:xfrm>
            <a:off x="9133049" y="6372686"/>
            <a:ext cx="3058950" cy="485314"/>
            <a:chOff x="9133049" y="6372686"/>
            <a:chExt cx="3058950" cy="485314"/>
          </a:xfrm>
        </p:grpSpPr>
        <p:pic>
          <p:nvPicPr>
            <p:cNvPr id="7" name="Picture 6">
              <a:extLst>
                <a:ext uri="{FF2B5EF4-FFF2-40B4-BE49-F238E27FC236}">
                  <a16:creationId xmlns:a16="http://schemas.microsoft.com/office/drawing/2014/main" id="{EA088008-B6B4-3C0F-C6FA-06158D9DE6C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8" name="Picture 7">
              <a:extLst>
                <a:ext uri="{FF2B5EF4-FFF2-40B4-BE49-F238E27FC236}">
                  <a16:creationId xmlns:a16="http://schemas.microsoft.com/office/drawing/2014/main" id="{C8110EBA-7F3C-ABFE-5131-BCF5E19F043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
        <p:nvSpPr>
          <p:cNvPr id="2" name="TextBox 1">
            <a:extLst>
              <a:ext uri="{FF2B5EF4-FFF2-40B4-BE49-F238E27FC236}">
                <a16:creationId xmlns:a16="http://schemas.microsoft.com/office/drawing/2014/main" id="{537BA708-6B5F-1D5C-2873-7CEFC3DF7B5D}"/>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spTree>
    <p:extLst>
      <p:ext uri="{BB962C8B-B14F-4D97-AF65-F5344CB8AC3E}">
        <p14:creationId xmlns:p14="http://schemas.microsoft.com/office/powerpoint/2010/main" val="2470603178"/>
      </p:ext>
    </p:extLst>
  </p:cSld>
  <p:clrMapOvr>
    <a:masterClrMapping/>
  </p:clrMapOvr>
  <p:extLst>
    <p:ext uri="{DCECCB84-F9BA-43D5-87BE-67443E8EF086}">
      <p15:sldGuideLst xmlns:p15="http://schemas.microsoft.com/office/powerpoint/2012/main">
        <p15:guide id="1" orient="horz" pos="417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ulti Photo with Text Block">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984631" cy="684362"/>
          </a:xfrm>
          <a:prstGeom prst="rect">
            <a:avLst/>
          </a:prstGeom>
        </p:spPr>
        <p:txBody>
          <a:bodyPr/>
          <a:lstStyle>
            <a:lvl1pPr>
              <a:defRPr sz="2800" b="1" i="0">
                <a:solidFill>
                  <a:srgbClr val="003478"/>
                </a:solidFill>
                <a:latin typeface="+mn-lt"/>
                <a:cs typeface="Calibri" panose="020F0502020204030204" pitchFamily="34" charset="0"/>
              </a:defRPr>
            </a:lvl1pPr>
          </a:lstStyle>
          <a:p>
            <a:r>
              <a:rPr lang="en-US"/>
              <a:t>Click to Edit Title Style</a:t>
            </a:r>
          </a:p>
        </p:txBody>
      </p:sp>
      <p:sp>
        <p:nvSpPr>
          <p:cNvPr id="11" name="Picture Placeholder 2">
            <a:extLst>
              <a:ext uri="{FF2B5EF4-FFF2-40B4-BE49-F238E27FC236}">
                <a16:creationId xmlns:a16="http://schemas.microsoft.com/office/drawing/2014/main" id="{29B4C5E7-2BAE-493F-BBFD-70C991434101}"/>
              </a:ext>
            </a:extLst>
          </p:cNvPr>
          <p:cNvSpPr>
            <a:spLocks noGrp="1"/>
          </p:cNvSpPr>
          <p:nvPr>
            <p:ph type="pic" sz="quarter" idx="14"/>
          </p:nvPr>
        </p:nvSpPr>
        <p:spPr>
          <a:xfrm>
            <a:off x="8060634" y="1619940"/>
            <a:ext cx="1696280" cy="1749425"/>
          </a:xfrm>
          <a:prstGeom prst="rect">
            <a:avLst/>
          </a:prstGeom>
        </p:spPr>
        <p:txBody>
          <a:bodyPr anchor="ctr"/>
          <a:lstStyle>
            <a:lvl1pPr marL="0" indent="0" algn="ctr">
              <a:buNone/>
              <a:defRPr/>
            </a:lvl1pPr>
          </a:lstStyle>
          <a:p>
            <a:r>
              <a:rPr lang="en-US"/>
              <a:t>Click icon to add picture</a:t>
            </a:r>
          </a:p>
        </p:txBody>
      </p:sp>
      <p:sp>
        <p:nvSpPr>
          <p:cNvPr id="15" name="Picture Placeholder 2">
            <a:extLst>
              <a:ext uri="{FF2B5EF4-FFF2-40B4-BE49-F238E27FC236}">
                <a16:creationId xmlns:a16="http://schemas.microsoft.com/office/drawing/2014/main" id="{C54C5A27-7B3C-4273-A211-4F8CF1D0C8AF}"/>
              </a:ext>
            </a:extLst>
          </p:cNvPr>
          <p:cNvSpPr>
            <a:spLocks noGrp="1"/>
          </p:cNvSpPr>
          <p:nvPr>
            <p:ph type="pic" sz="quarter" idx="18"/>
          </p:nvPr>
        </p:nvSpPr>
        <p:spPr>
          <a:xfrm>
            <a:off x="9882808" y="1619940"/>
            <a:ext cx="1696280" cy="1749425"/>
          </a:xfrm>
          <a:prstGeom prst="rect">
            <a:avLst/>
          </a:prstGeom>
        </p:spPr>
        <p:txBody>
          <a:bodyPr anchor="ctr"/>
          <a:lstStyle>
            <a:lvl1pPr marL="0" indent="0" algn="ctr">
              <a:buNone/>
              <a:defRPr/>
            </a:lvl1pPr>
          </a:lstStyle>
          <a:p>
            <a:r>
              <a:rPr lang="en-US"/>
              <a:t>Click icon to add picture</a:t>
            </a:r>
          </a:p>
        </p:txBody>
      </p:sp>
      <p:sp>
        <p:nvSpPr>
          <p:cNvPr id="16" name="Picture Placeholder 2">
            <a:extLst>
              <a:ext uri="{FF2B5EF4-FFF2-40B4-BE49-F238E27FC236}">
                <a16:creationId xmlns:a16="http://schemas.microsoft.com/office/drawing/2014/main" id="{C816A4C0-7387-4691-A213-8237D3C5C1FE}"/>
              </a:ext>
            </a:extLst>
          </p:cNvPr>
          <p:cNvSpPr>
            <a:spLocks noGrp="1"/>
          </p:cNvSpPr>
          <p:nvPr>
            <p:ph type="pic" sz="quarter" idx="19"/>
          </p:nvPr>
        </p:nvSpPr>
        <p:spPr>
          <a:xfrm>
            <a:off x="8054007" y="3531567"/>
            <a:ext cx="1696280" cy="1749425"/>
          </a:xfrm>
          <a:prstGeom prst="rect">
            <a:avLst/>
          </a:prstGeom>
        </p:spPr>
        <p:txBody>
          <a:bodyPr anchor="ctr"/>
          <a:lstStyle>
            <a:lvl1pPr marL="0" indent="0" algn="ctr">
              <a:buNone/>
              <a:defRPr/>
            </a:lvl1pPr>
          </a:lstStyle>
          <a:p>
            <a:r>
              <a:rPr lang="en-US"/>
              <a:t>Click icon to add picture</a:t>
            </a:r>
          </a:p>
        </p:txBody>
      </p:sp>
      <p:sp>
        <p:nvSpPr>
          <p:cNvPr id="17" name="Picture Placeholder 2">
            <a:extLst>
              <a:ext uri="{FF2B5EF4-FFF2-40B4-BE49-F238E27FC236}">
                <a16:creationId xmlns:a16="http://schemas.microsoft.com/office/drawing/2014/main" id="{D43098FF-AC40-42B4-B12D-6ECFA4F0808E}"/>
              </a:ext>
            </a:extLst>
          </p:cNvPr>
          <p:cNvSpPr>
            <a:spLocks noGrp="1"/>
          </p:cNvSpPr>
          <p:nvPr>
            <p:ph type="pic" sz="quarter" idx="20"/>
          </p:nvPr>
        </p:nvSpPr>
        <p:spPr>
          <a:xfrm>
            <a:off x="9886120" y="3531567"/>
            <a:ext cx="1696280" cy="1749425"/>
          </a:xfrm>
          <a:prstGeom prst="rect">
            <a:avLst/>
          </a:prstGeom>
        </p:spPr>
        <p:txBody>
          <a:bodyPr anchor="ctr"/>
          <a:lstStyle>
            <a:lvl1pPr marL="0" indent="0" algn="ctr">
              <a:buNone/>
              <a:defRPr/>
            </a:lvl1pPr>
          </a:lstStyle>
          <a:p>
            <a:r>
              <a:rPr lang="en-US"/>
              <a:t>Click icon to add picture</a:t>
            </a:r>
          </a:p>
        </p:txBody>
      </p:sp>
      <p:sp>
        <p:nvSpPr>
          <p:cNvPr id="18" name="Picture Placeholder 2">
            <a:extLst>
              <a:ext uri="{FF2B5EF4-FFF2-40B4-BE49-F238E27FC236}">
                <a16:creationId xmlns:a16="http://schemas.microsoft.com/office/drawing/2014/main" id="{A3F9BCE2-3ADE-4F3D-B650-E42610BAF834}"/>
              </a:ext>
            </a:extLst>
          </p:cNvPr>
          <p:cNvSpPr>
            <a:spLocks noGrp="1"/>
          </p:cNvSpPr>
          <p:nvPr>
            <p:ph type="pic" sz="quarter" idx="21"/>
          </p:nvPr>
        </p:nvSpPr>
        <p:spPr>
          <a:xfrm>
            <a:off x="619540" y="1619940"/>
            <a:ext cx="1696280" cy="1749425"/>
          </a:xfrm>
          <a:prstGeom prst="rect">
            <a:avLst/>
          </a:prstGeom>
        </p:spPr>
        <p:txBody>
          <a:bodyPr anchor="ctr"/>
          <a:lstStyle>
            <a:lvl1pPr marL="0" indent="0" algn="ctr">
              <a:buNone/>
              <a:defRPr/>
            </a:lvl1pPr>
          </a:lstStyle>
          <a:p>
            <a:r>
              <a:rPr lang="en-US"/>
              <a:t>Click icon to add picture</a:t>
            </a:r>
          </a:p>
        </p:txBody>
      </p:sp>
      <p:sp>
        <p:nvSpPr>
          <p:cNvPr id="19" name="Picture Placeholder 2">
            <a:extLst>
              <a:ext uri="{FF2B5EF4-FFF2-40B4-BE49-F238E27FC236}">
                <a16:creationId xmlns:a16="http://schemas.microsoft.com/office/drawing/2014/main" id="{17F0C345-FD44-4CB9-AA15-F9A7B0CA6DE7}"/>
              </a:ext>
            </a:extLst>
          </p:cNvPr>
          <p:cNvSpPr>
            <a:spLocks noGrp="1"/>
          </p:cNvSpPr>
          <p:nvPr>
            <p:ph type="pic" sz="quarter" idx="22"/>
          </p:nvPr>
        </p:nvSpPr>
        <p:spPr>
          <a:xfrm>
            <a:off x="2441714" y="1619940"/>
            <a:ext cx="1696280" cy="1749425"/>
          </a:xfrm>
          <a:prstGeom prst="rect">
            <a:avLst/>
          </a:prstGeom>
        </p:spPr>
        <p:txBody>
          <a:bodyPr anchor="ctr"/>
          <a:lstStyle>
            <a:lvl1pPr marL="0" indent="0" algn="ctr">
              <a:buNone/>
              <a:defRPr/>
            </a:lvl1pPr>
          </a:lstStyle>
          <a:p>
            <a:r>
              <a:rPr lang="en-US"/>
              <a:t>Click icon to add picture</a:t>
            </a:r>
          </a:p>
        </p:txBody>
      </p:sp>
      <p:sp>
        <p:nvSpPr>
          <p:cNvPr id="20" name="Picture Placeholder 2">
            <a:extLst>
              <a:ext uri="{FF2B5EF4-FFF2-40B4-BE49-F238E27FC236}">
                <a16:creationId xmlns:a16="http://schemas.microsoft.com/office/drawing/2014/main" id="{14A06D38-ACF1-4C38-B96C-4A022CD87DCF}"/>
              </a:ext>
            </a:extLst>
          </p:cNvPr>
          <p:cNvSpPr>
            <a:spLocks noGrp="1"/>
          </p:cNvSpPr>
          <p:nvPr>
            <p:ph type="pic" sz="quarter" idx="23"/>
          </p:nvPr>
        </p:nvSpPr>
        <p:spPr>
          <a:xfrm>
            <a:off x="612913" y="3531567"/>
            <a:ext cx="1696280" cy="1749425"/>
          </a:xfrm>
          <a:prstGeom prst="rect">
            <a:avLst/>
          </a:prstGeom>
        </p:spPr>
        <p:txBody>
          <a:bodyPr anchor="ctr"/>
          <a:lstStyle>
            <a:lvl1pPr marL="0" indent="0" algn="ctr">
              <a:buNone/>
              <a:defRPr/>
            </a:lvl1pPr>
          </a:lstStyle>
          <a:p>
            <a:r>
              <a:rPr lang="en-US"/>
              <a:t>Click icon to add picture</a:t>
            </a:r>
          </a:p>
        </p:txBody>
      </p:sp>
      <p:sp>
        <p:nvSpPr>
          <p:cNvPr id="21" name="Picture Placeholder 2">
            <a:extLst>
              <a:ext uri="{FF2B5EF4-FFF2-40B4-BE49-F238E27FC236}">
                <a16:creationId xmlns:a16="http://schemas.microsoft.com/office/drawing/2014/main" id="{3E961B3A-4844-482D-8E3E-7A2D4FC91565}"/>
              </a:ext>
            </a:extLst>
          </p:cNvPr>
          <p:cNvSpPr>
            <a:spLocks noGrp="1"/>
          </p:cNvSpPr>
          <p:nvPr>
            <p:ph type="pic" sz="quarter" idx="24"/>
          </p:nvPr>
        </p:nvSpPr>
        <p:spPr>
          <a:xfrm>
            <a:off x="2445026" y="3531567"/>
            <a:ext cx="1696280" cy="1749425"/>
          </a:xfrm>
          <a:prstGeom prst="rect">
            <a:avLst/>
          </a:prstGeom>
        </p:spPr>
        <p:txBody>
          <a:bodyPr anchor="ctr"/>
          <a:lstStyle>
            <a:lvl1pPr marL="0" indent="0" algn="ctr">
              <a:buNone/>
              <a:defRPr/>
            </a:lvl1pPr>
          </a:lstStyle>
          <a:p>
            <a:r>
              <a:rPr lang="en-US"/>
              <a:t>Click icon to add picture</a:t>
            </a:r>
          </a:p>
        </p:txBody>
      </p:sp>
      <p:sp>
        <p:nvSpPr>
          <p:cNvPr id="22" name="Text Placeholder 21">
            <a:extLst>
              <a:ext uri="{FF2B5EF4-FFF2-40B4-BE49-F238E27FC236}">
                <a16:creationId xmlns:a16="http://schemas.microsoft.com/office/drawing/2014/main" id="{5E71B3E1-54DA-4FBD-B4D4-E14162E1B854}"/>
              </a:ext>
            </a:extLst>
          </p:cNvPr>
          <p:cNvSpPr>
            <a:spLocks noGrp="1"/>
          </p:cNvSpPr>
          <p:nvPr>
            <p:ph type="body" sz="quarter" idx="25"/>
          </p:nvPr>
        </p:nvSpPr>
        <p:spPr>
          <a:xfrm>
            <a:off x="4273208" y="1619941"/>
            <a:ext cx="3657600" cy="3657600"/>
          </a:xfrm>
          <a:prstGeom prst="rect">
            <a:avLst/>
          </a:prstGeom>
          <a:solidFill>
            <a:srgbClr val="003478"/>
          </a:solidFill>
        </p:spPr>
        <p:txBody>
          <a:bodyPr lIns="365760" rIns="365760" anchor="ctr"/>
          <a:lstStyle>
            <a:lvl1pPr marL="0" indent="0" algn="l">
              <a:buNone/>
              <a:defRPr sz="16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Text Placeholder 12">
            <a:extLst>
              <a:ext uri="{FF2B5EF4-FFF2-40B4-BE49-F238E27FC236}">
                <a16:creationId xmlns:a16="http://schemas.microsoft.com/office/drawing/2014/main" id="{C386BB78-113E-72A3-1A10-779C47F4D8B9}"/>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26513667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ull Page ">
    <p:spTree>
      <p:nvGrpSpPr>
        <p:cNvPr id="1" name=""/>
        <p:cNvGrpSpPr/>
        <p:nvPr/>
      </p:nvGrpSpPr>
      <p:grpSpPr>
        <a:xfrm>
          <a:off x="0" y="0"/>
          <a:ext cx="0" cy="0"/>
          <a:chOff x="0" y="0"/>
          <a:chExt cx="0" cy="0"/>
        </a:xfrm>
      </p:grpSpPr>
      <p:sp>
        <p:nvSpPr>
          <p:cNvPr id="5" name="Content Placeholder 12">
            <a:extLst>
              <a:ext uri="{FF2B5EF4-FFF2-40B4-BE49-F238E27FC236}">
                <a16:creationId xmlns:a16="http://schemas.microsoft.com/office/drawing/2014/main" id="{673C045F-876A-487E-9097-CF25663536C5}"/>
              </a:ext>
            </a:extLst>
          </p:cNvPr>
          <p:cNvSpPr>
            <a:spLocks noGrp="1"/>
          </p:cNvSpPr>
          <p:nvPr>
            <p:ph sz="quarter" idx="12" hasCustomPrompt="1"/>
          </p:nvPr>
        </p:nvSpPr>
        <p:spPr>
          <a:xfrm>
            <a:off x="612648" y="1331304"/>
            <a:ext cx="10962862" cy="3707836"/>
          </a:xfrm>
          <a:prstGeom prst="rect">
            <a:avLst/>
          </a:prstGeom>
        </p:spPr>
        <p:txBody>
          <a:bodyPr/>
          <a:lstStyle>
            <a:lvl1pPr marL="0" indent="0">
              <a:buFontTx/>
              <a:buNone/>
              <a:defRPr sz="1800" baseline="0">
                <a:solidFill>
                  <a:schemeClr val="tx1"/>
                </a:solidFill>
                <a:latin typeface="Arial" panose="020B0604020202020204" pitchFamily="34" charset="0"/>
                <a:cs typeface="Arial" panose="020B0604020202020204" pitchFamily="34" charset="0"/>
              </a:defRPr>
            </a:lvl1pPr>
            <a:lvl2pPr>
              <a:defRPr sz="1600">
                <a:solidFill>
                  <a:schemeClr val="tx1"/>
                </a:solidFill>
              </a:defRPr>
            </a:lvl2pPr>
            <a:lvl3pPr>
              <a:defRPr sz="1400"/>
            </a:lvl3pPr>
            <a:lvl4pPr>
              <a:defRPr sz="1400"/>
            </a:lvl4pPr>
            <a:lvl5pPr>
              <a:defRPr sz="1400"/>
            </a:lvl5pPr>
            <a:lvl6pPr>
              <a:defRPr sz="1400"/>
            </a:lvl6pPr>
            <a:lvl7pPr>
              <a:defRPr sz="1400"/>
            </a:lvl7pPr>
            <a:lvl8pPr>
              <a:defRPr sz="1400"/>
            </a:lvl8pPr>
            <a:lvl9pPr marL="3657600" indent="0">
              <a:buNone/>
              <a:defRPr/>
            </a:lvl9pPr>
          </a:lstStyle>
          <a:p>
            <a:pPr lvl="0"/>
            <a:r>
              <a:rPr lang="en-US"/>
              <a:t>Click to edit text</a:t>
            </a:r>
          </a:p>
        </p:txBody>
      </p:sp>
      <p:sp>
        <p:nvSpPr>
          <p:cNvPr id="6" name="Title 1">
            <a:extLst>
              <a:ext uri="{FF2B5EF4-FFF2-40B4-BE49-F238E27FC236}">
                <a16:creationId xmlns:a16="http://schemas.microsoft.com/office/drawing/2014/main" id="{DE6E007D-4A49-4350-A5D2-296D7DED613E}"/>
              </a:ext>
            </a:extLst>
          </p:cNvPr>
          <p:cNvSpPr>
            <a:spLocks noGrp="1"/>
          </p:cNvSpPr>
          <p:nvPr>
            <p:ph type="title" hasCustomPrompt="1"/>
          </p:nvPr>
        </p:nvSpPr>
        <p:spPr>
          <a:xfrm>
            <a:off x="612648" y="504671"/>
            <a:ext cx="10984633" cy="684362"/>
          </a:xfrm>
          <a:prstGeom prst="rect">
            <a:avLst/>
          </a:prstGeom>
        </p:spPr>
        <p:txBody>
          <a:bodyPr/>
          <a:lstStyle>
            <a:lvl1pPr>
              <a:defRPr sz="2800" b="1" i="0">
                <a:solidFill>
                  <a:srgbClr val="003478"/>
                </a:solidFill>
                <a:latin typeface="Arial" panose="020B0604020202020204" pitchFamily="34" charset="0"/>
                <a:cs typeface="Arial" panose="020B0604020202020204" pitchFamily="34" charset="0"/>
              </a:defRPr>
            </a:lvl1pPr>
          </a:lstStyle>
          <a:p>
            <a:r>
              <a:rPr lang="en-US"/>
              <a:t>Click to Edit Title Style</a:t>
            </a:r>
          </a:p>
        </p:txBody>
      </p:sp>
      <p:sp>
        <p:nvSpPr>
          <p:cNvPr id="7" name="Text Placeholder 2">
            <a:extLst>
              <a:ext uri="{FF2B5EF4-FFF2-40B4-BE49-F238E27FC236}">
                <a16:creationId xmlns:a16="http://schemas.microsoft.com/office/drawing/2014/main" id="{A8CA206A-CB1D-4E4E-8256-938ED74FCA69}"/>
              </a:ext>
            </a:extLst>
          </p:cNvPr>
          <p:cNvSpPr>
            <a:spLocks noGrp="1"/>
          </p:cNvSpPr>
          <p:nvPr>
            <p:ph type="body" sz="quarter" idx="14" hasCustomPrompt="1"/>
          </p:nvPr>
        </p:nvSpPr>
        <p:spPr>
          <a:xfrm>
            <a:off x="612910" y="5206735"/>
            <a:ext cx="5108023" cy="238125"/>
          </a:xfrm>
          <a:prstGeom prst="rect">
            <a:avLst/>
          </a:prstGeom>
        </p:spPr>
        <p:txBody>
          <a:bodyPr/>
          <a:lstStyle>
            <a:lvl1pPr marL="0" indent="0">
              <a:buNone/>
              <a:defRPr sz="1000">
                <a:latin typeface="Arial" panose="020B0604020202020204" pitchFamily="34" charset="0"/>
              </a:defRPr>
            </a:lvl1pPr>
            <a:lvl2pPr marL="457200" indent="0">
              <a:buNone/>
              <a:defRPr sz="1000">
                <a:latin typeface="Arial Nova Cond" panose="020B0604020202020204" pitchFamily="34" charset="0"/>
              </a:defRPr>
            </a:lvl2pPr>
            <a:lvl3pPr marL="914400" indent="0">
              <a:buNone/>
              <a:defRPr sz="1000">
                <a:latin typeface="Arial Nova Cond" panose="020B0604020202020204" pitchFamily="34" charset="0"/>
              </a:defRPr>
            </a:lvl3pPr>
            <a:lvl4pPr marL="1371600" indent="0">
              <a:buNone/>
              <a:defRPr sz="1000">
                <a:latin typeface="Arial Nova Cond" panose="020B0604020202020204" pitchFamily="34" charset="0"/>
              </a:defRPr>
            </a:lvl4pPr>
            <a:lvl5pPr marL="1828800" indent="0">
              <a:buNone/>
              <a:defRPr sz="1000">
                <a:latin typeface="Arial Nova Cond" panose="020B0604020202020204"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Footnote</a:t>
            </a:r>
          </a:p>
        </p:txBody>
      </p:sp>
      <p:sp>
        <p:nvSpPr>
          <p:cNvPr id="8" name="Text Placeholder 12">
            <a:extLst>
              <a:ext uri="{FF2B5EF4-FFF2-40B4-BE49-F238E27FC236}">
                <a16:creationId xmlns:a16="http://schemas.microsoft.com/office/drawing/2014/main" id="{E04CEAC4-5E47-14AB-3A81-6C2468206472}"/>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1065907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ransition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760E2-4A59-41CF-9D25-3932C8732117}"/>
              </a:ext>
            </a:extLst>
          </p:cNvPr>
          <p:cNvSpPr>
            <a:spLocks noGrp="1"/>
          </p:cNvSpPr>
          <p:nvPr>
            <p:ph type="title" hasCustomPrompt="1"/>
          </p:nvPr>
        </p:nvSpPr>
        <p:spPr>
          <a:xfrm>
            <a:off x="1482511" y="3009440"/>
            <a:ext cx="9218621" cy="650277"/>
          </a:xfrm>
          <a:prstGeom prst="rect">
            <a:avLst/>
          </a:prstGeom>
        </p:spPr>
        <p:txBody>
          <a:bodyPr/>
          <a:lstStyle>
            <a:lvl1pPr algn="ctr">
              <a:defRPr sz="3600" b="1">
                <a:solidFill>
                  <a:srgbClr val="003478"/>
                </a:solidFill>
                <a:latin typeface="Arial" panose="020B0604020202020204" pitchFamily="34" charset="0"/>
                <a:cs typeface="Arial" panose="020B0604020202020204" pitchFamily="34" charset="0"/>
              </a:defRPr>
            </a:lvl1pPr>
          </a:lstStyle>
          <a:p>
            <a:r>
              <a:rPr lang="en-US"/>
              <a:t>Transition Slide</a:t>
            </a:r>
          </a:p>
        </p:txBody>
      </p:sp>
      <p:cxnSp>
        <p:nvCxnSpPr>
          <p:cNvPr id="4" name="Straight Connector 3">
            <a:extLst>
              <a:ext uri="{FF2B5EF4-FFF2-40B4-BE49-F238E27FC236}">
                <a16:creationId xmlns:a16="http://schemas.microsoft.com/office/drawing/2014/main" id="{47064096-BC33-4BE5-921C-3C44EFC9E5AC}"/>
              </a:ext>
            </a:extLst>
          </p:cNvPr>
          <p:cNvCxnSpPr>
            <a:cxnSpLocks/>
          </p:cNvCxnSpPr>
          <p:nvPr userDrawn="1"/>
        </p:nvCxnSpPr>
        <p:spPr>
          <a:xfrm>
            <a:off x="5406021" y="4128578"/>
            <a:ext cx="1371600" cy="0"/>
          </a:xfrm>
          <a:prstGeom prst="line">
            <a:avLst/>
          </a:prstGeom>
          <a:ln w="57150">
            <a:solidFill>
              <a:srgbClr val="00347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1416978"/>
      </p:ext>
    </p:extLst>
  </p:cSld>
  <p:clrMapOvr>
    <a:masterClrMapping/>
  </p:clrMapOvr>
  <p:extLst>
    <p:ext uri="{DCECCB84-F9BA-43D5-87BE-67443E8EF086}">
      <p15:sldGuideLst xmlns:p15="http://schemas.microsoft.com/office/powerpoint/2012/main">
        <p15:guide id="1" orient="horz" pos="417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rgbClr val="00347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20CF70-981B-D172-D2B4-88B5B0BEAB0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020824" y="2670048"/>
            <a:ext cx="8092440" cy="1222216"/>
          </a:xfrm>
          <a:prstGeom prst="rect">
            <a:avLst/>
          </a:prstGeom>
        </p:spPr>
      </p:pic>
    </p:spTree>
    <p:extLst>
      <p:ext uri="{BB962C8B-B14F-4D97-AF65-F5344CB8AC3E}">
        <p14:creationId xmlns:p14="http://schemas.microsoft.com/office/powerpoint/2010/main" val="6812456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20CF70-981B-D172-D2B4-88B5B0BEAB07}"/>
              </a:ext>
            </a:extLst>
          </p:cNvPr>
          <p:cNvPicPr>
            <a:picLocks noChangeAspect="1"/>
          </p:cNvPicPr>
          <p:nvPr userDrawn="1"/>
        </p:nvPicPr>
        <p:blipFill>
          <a:blip r:embed="rId2"/>
          <a:srcRect/>
          <a:stretch/>
        </p:blipFill>
        <p:spPr>
          <a:xfrm>
            <a:off x="1888568" y="2534856"/>
            <a:ext cx="8391714" cy="1496028"/>
          </a:xfrm>
          <a:prstGeom prst="rect">
            <a:avLst/>
          </a:prstGeom>
        </p:spPr>
      </p:pic>
    </p:spTree>
    <p:extLst>
      <p:ext uri="{BB962C8B-B14F-4D97-AF65-F5344CB8AC3E}">
        <p14:creationId xmlns:p14="http://schemas.microsoft.com/office/powerpoint/2010/main" val="1491824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21" Type="http://schemas.openxmlformats.org/officeDocument/2006/relationships/theme" Target="../theme/theme2.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image" Target="../media/image4.emf"/><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7/7/2025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697" r:id="rId15"/>
    <p:sldLayoutId id="2147483698" r:id="rId16"/>
    <p:sldLayoutId id="2147483699"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28606A0D-F311-0796-C012-27793984BC64}"/>
              </a:ext>
            </a:extLst>
          </p:cNvPr>
          <p:cNvGrpSpPr/>
          <p:nvPr userDrawn="1"/>
        </p:nvGrpSpPr>
        <p:grpSpPr>
          <a:xfrm>
            <a:off x="9133049" y="6372686"/>
            <a:ext cx="3058950" cy="485314"/>
            <a:chOff x="9133049" y="6372686"/>
            <a:chExt cx="3058950" cy="485314"/>
          </a:xfrm>
        </p:grpSpPr>
        <p:pic>
          <p:nvPicPr>
            <p:cNvPr id="7" name="Picture 6">
              <a:extLst>
                <a:ext uri="{FF2B5EF4-FFF2-40B4-BE49-F238E27FC236}">
                  <a16:creationId xmlns:a16="http://schemas.microsoft.com/office/drawing/2014/main" id="{B16187F8-1C1D-0801-4482-F23166F6BD58}"/>
                </a:ext>
              </a:extLst>
            </p:cNvPr>
            <p:cNvPicPr>
              <a:picLocks noChangeAspect="1"/>
            </p:cNvPicPr>
            <p:nvPr userDrawn="1"/>
          </p:nvPicPr>
          <p:blipFill>
            <a:blip r:embed="rId2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8" name="Picture 7">
              <a:extLst>
                <a:ext uri="{FF2B5EF4-FFF2-40B4-BE49-F238E27FC236}">
                  <a16:creationId xmlns:a16="http://schemas.microsoft.com/office/drawing/2014/main" id="{EB850358-7414-69CC-2F89-3037F33B891E}"/>
                </a:ext>
              </a:extLst>
            </p:cNvPr>
            <p:cNvPicPr>
              <a:picLocks noChangeAspect="1"/>
            </p:cNvPicPr>
            <p:nvPr userDrawn="1"/>
          </p:nvPicPr>
          <p:blipFill>
            <a:blip r:embed="rId2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
        <p:nvSpPr>
          <p:cNvPr id="9" name="TextBox 8">
            <a:extLst>
              <a:ext uri="{FF2B5EF4-FFF2-40B4-BE49-F238E27FC236}">
                <a16:creationId xmlns:a16="http://schemas.microsoft.com/office/drawing/2014/main" id="{4434746A-E7F8-6B35-4074-B99A1387F08A}"/>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spTree>
    <p:extLst>
      <p:ext uri="{BB962C8B-B14F-4D97-AF65-F5344CB8AC3E}">
        <p14:creationId xmlns:p14="http://schemas.microsoft.com/office/powerpoint/2010/main" val="3484436922"/>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84">
          <p15:clr>
            <a:srgbClr val="F26B43"/>
          </p15:clr>
        </p15:guide>
        <p15:guide id="3" pos="7296">
          <p15:clr>
            <a:srgbClr val="F26B43"/>
          </p15:clr>
        </p15:guide>
        <p15:guide id="4" orient="horz" pos="360">
          <p15:clr>
            <a:srgbClr val="F26B43"/>
          </p15:clr>
        </p15:guide>
        <p15:guide id="5" orient="horz" pos="2160">
          <p15:clr>
            <a:srgbClr val="F26B43"/>
          </p15:clr>
        </p15:guide>
        <p15:guide id="6" orient="horz" pos="3912">
          <p15:clr>
            <a:srgbClr val="F26B43"/>
          </p15:clr>
        </p15:guide>
        <p15:guide id="7" orient="horz" pos="4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microsoft.com/office/2018/10/relationships/comments" Target="../comments/modernComment_7FFFE0C3_78110647.xml"/><Relationship Id="rId7"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9.xml.rels><?xml version="1.0" encoding="UTF-8" standalone="yes"?>
<Relationships xmlns="http://schemas.openxmlformats.org/package/2006/relationships"><Relationship Id="rId2" Type="http://schemas.openxmlformats.org/officeDocument/2006/relationships/hyperlink" Target="https://gsa.federalschedules.com/resources/taa-designated-countries/" TargetMode="Externa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hyperlink" Target="https://gsa.federalschedules.com/resources/taa-designated-countrie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7FFFE0C9_9750FFB2.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hyperlink" Target="https://gov.teams.microsoft.us/l/channel/19%3Agcch%3Addda0a78d5fa442d949aaddb9b20213d%40thread.tacv2/2025%20TLS%20Intern%20Project?groupId=6574db2b-5cd0-453f-b0fd-a918f58aa77e&amp;tenantId=b18f006c-b0fc-467d-b23a-a35b5695b5dc&amp;ngc=true" TargetMode="Externa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3" Type="http://schemas.openxmlformats.org/officeDocument/2006/relationships/hyperlink" Target="https://nav.ai.us.lmco.com/" TargetMode="External"/><Relationship Id="rId7" Type="http://schemas.openxmlformats.org/officeDocument/2006/relationships/hyperlink" Target="https://lmco.sharepoint.us/:p:/r/sites/US-RMS-Intern-Program-2025TLSInternProject/Shared%20Documents/2025%20TLS%20Intern%20Project/Project%20Resources/TEMPER_OrgChart.pptx?d=w0b05403ebd634c609dba5a81c0d1f08a&amp;csf=1&amp;web=1&amp;e=7CtkFv"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hyperlink" Target="https://lmco.sharepoint.us/:x:/r/sites/US-RMS-Intern-Program-2025TLSInternProject/Shared%20Documents/2025%20TLS%20Intern%20Project/Project%20Resources/TEMPER%20Gantt%20Chart.xlsx?d=web8173a280704041be761356b8b54d55&amp;csf=1&amp;web=1&amp;e=ArG3gM" TargetMode="External"/><Relationship Id="rId5" Type="http://schemas.openxmlformats.org/officeDocument/2006/relationships/hyperlink" Target="https://lmco.sharepoint.us/:p:/r/sites/US-RMS-Intern-Program-2025TLSInternProject/Shared%20Documents/2025%20TLS%20Intern%20Project/Project%20Resources/Intern-Project-Kickoff-TLS_2025_Final.pptx?d=w5b989a45e37a4c56b73a557e077b8351&amp;csf=1&amp;web=1&amp;e=JtEbwG" TargetMode="External"/><Relationship Id="rId4" Type="http://schemas.openxmlformats.org/officeDocument/2006/relationships/hyperlink" Target="https://lmco.sharepoint.us/:f:/r/sites/US-RMS-Intern-Program-2025TLSInternProject/Shared%20Documents/2025%20TLS%20Intern%20Project/Project%20Resources?csf=1&amp;web=1&amp;e=PJfhg8"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1BC57B-165A-30B8-7B66-FE91BE5EEA3C}"/>
              </a:ext>
            </a:extLst>
          </p:cNvPr>
          <p:cNvSpPr>
            <a:spLocks noGrp="1"/>
          </p:cNvSpPr>
          <p:nvPr>
            <p:ph type="body" sz="quarter" idx="15"/>
          </p:nvPr>
        </p:nvSpPr>
        <p:spPr/>
        <p:txBody>
          <a:bodyPr vert="horz" lIns="91440" tIns="45720" rIns="91440" bIns="45720" rtlCol="0" anchor="t">
            <a:normAutofit fontScale="92500" lnSpcReduction="20000"/>
          </a:bodyPr>
          <a:lstStyle/>
          <a:p>
            <a:r>
              <a:rPr lang="en-US">
                <a:cs typeface="Calibri"/>
              </a:rPr>
              <a:t>RMS Intern Program</a:t>
            </a:r>
          </a:p>
        </p:txBody>
      </p:sp>
      <p:sp>
        <p:nvSpPr>
          <p:cNvPr id="3" name="Text Placeholder 2">
            <a:extLst>
              <a:ext uri="{FF2B5EF4-FFF2-40B4-BE49-F238E27FC236}">
                <a16:creationId xmlns:a16="http://schemas.microsoft.com/office/drawing/2014/main" id="{5705AA8C-565A-A851-C5E9-A81881E14B51}"/>
              </a:ext>
            </a:extLst>
          </p:cNvPr>
          <p:cNvSpPr>
            <a:spLocks noGrp="1"/>
          </p:cNvSpPr>
          <p:nvPr>
            <p:ph type="body" sz="quarter" idx="16"/>
          </p:nvPr>
        </p:nvSpPr>
        <p:spPr>
          <a:xfrm>
            <a:off x="639968" y="5493495"/>
            <a:ext cx="6490674" cy="439737"/>
          </a:xfrm>
        </p:spPr>
        <p:txBody>
          <a:bodyPr vert="horz" lIns="91440" tIns="45720" rIns="91440" bIns="45720" rtlCol="0" anchor="t">
            <a:normAutofit fontScale="92500" lnSpcReduction="20000"/>
          </a:bodyPr>
          <a:lstStyle/>
          <a:p>
            <a:r>
              <a:rPr lang="en-US" sz="1400">
                <a:cs typeface="Calibri"/>
              </a:rPr>
              <a:t>Presented by: Daejah Walker, Sara Gonzalez Henao</a:t>
            </a:r>
            <a:endParaRPr lang="en-US" sz="1400" b="1">
              <a:ea typeface="Calibri"/>
              <a:cs typeface="Calibri"/>
            </a:endParaRPr>
          </a:p>
          <a:p>
            <a:r>
              <a:rPr lang="en-US" sz="1400">
                <a:cs typeface="Calibri"/>
              </a:rPr>
              <a:t>Intern Program </a:t>
            </a:r>
            <a:r>
              <a:rPr lang="en-US" sz="1400">
                <a:solidFill>
                  <a:srgbClr val="000000"/>
                </a:solidFill>
                <a:cs typeface="Calibri"/>
              </a:rPr>
              <a:t>TLS Project</a:t>
            </a:r>
            <a:r>
              <a:rPr lang="en-US" sz="1400">
                <a:cs typeface="Calibri"/>
              </a:rPr>
              <a:t> Leads</a:t>
            </a:r>
            <a:endParaRPr lang="en-US" sz="1400">
              <a:ea typeface="Calibri"/>
              <a:cs typeface="Calibri"/>
            </a:endParaRPr>
          </a:p>
        </p:txBody>
      </p:sp>
      <p:sp>
        <p:nvSpPr>
          <p:cNvPr id="5" name="Text Placeholder 4">
            <a:extLst>
              <a:ext uri="{FF2B5EF4-FFF2-40B4-BE49-F238E27FC236}">
                <a16:creationId xmlns:a16="http://schemas.microsoft.com/office/drawing/2014/main" id="{F71E5F27-D4C1-FB49-DCE7-41ECA1462048}"/>
              </a:ext>
            </a:extLst>
          </p:cNvPr>
          <p:cNvSpPr>
            <a:spLocks noGrp="1"/>
          </p:cNvSpPr>
          <p:nvPr>
            <p:ph type="body" sz="quarter" idx="20"/>
          </p:nvPr>
        </p:nvSpPr>
        <p:spPr>
          <a:xfrm>
            <a:off x="640079" y="2743200"/>
            <a:ext cx="10122996" cy="881137"/>
          </a:xfrm>
        </p:spPr>
        <p:txBody>
          <a:bodyPr vert="horz" lIns="91440" tIns="45720" rIns="91440" bIns="45720" rtlCol="0" anchor="t">
            <a:normAutofit/>
          </a:bodyPr>
          <a:lstStyle/>
          <a:p>
            <a:r>
              <a:rPr lang="en-US">
                <a:cs typeface="Calibri"/>
              </a:rPr>
              <a:t>2025 TLS Intern Project Kickoff</a:t>
            </a:r>
          </a:p>
        </p:txBody>
      </p:sp>
    </p:spTree>
    <p:extLst>
      <p:ext uri="{BB962C8B-B14F-4D97-AF65-F5344CB8AC3E}">
        <p14:creationId xmlns:p14="http://schemas.microsoft.com/office/powerpoint/2010/main" val="2498576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F71980-EB2F-3CF5-269C-BCCCFB135280}"/>
              </a:ext>
            </a:extLst>
          </p:cNvPr>
          <p:cNvSpPr>
            <a:spLocks noGrp="1"/>
          </p:cNvSpPr>
          <p:nvPr>
            <p:ph sz="quarter" idx="12"/>
          </p:nvPr>
        </p:nvSpPr>
        <p:spPr>
          <a:xfrm>
            <a:off x="612648" y="1331304"/>
            <a:ext cx="10984948" cy="4779053"/>
          </a:xfrm>
        </p:spPr>
        <p:txBody>
          <a:bodyPr vert="horz" lIns="91440" tIns="45720" rIns="91440" bIns="45720" rtlCol="0" anchor="t">
            <a:normAutofit lnSpcReduction="10000"/>
          </a:bodyPr>
          <a:lstStyle/>
          <a:p>
            <a:pPr marL="285750" indent="-285750">
              <a:buFont typeface="Wingdings" panose="05000000000000000000" pitchFamily="2" charset="2"/>
              <a:buChar char="Ø"/>
            </a:pPr>
            <a:r>
              <a:rPr lang="en-US" sz="2000">
                <a:latin typeface="Arial"/>
                <a:cs typeface="Arial"/>
              </a:rPr>
              <a:t>Introductions</a:t>
            </a:r>
          </a:p>
          <a:p>
            <a:pPr marL="285750" indent="-285750">
              <a:buFont typeface="Wingdings" panose="05000000000000000000" pitchFamily="2" charset="2"/>
              <a:buChar char="Ø"/>
            </a:pPr>
            <a:r>
              <a:rPr lang="en-US" sz="2000">
                <a:latin typeface="Arial"/>
                <a:cs typeface="Arial"/>
              </a:rPr>
              <a:t>Roles and Responsibilities</a:t>
            </a:r>
          </a:p>
          <a:p>
            <a:pPr marL="285750" indent="-285750">
              <a:buFont typeface="Wingdings" panose="05000000000000000000" pitchFamily="2" charset="2"/>
              <a:buChar char="Ø"/>
            </a:pPr>
            <a:r>
              <a:rPr lang="en-US" sz="2000">
                <a:latin typeface="Arial"/>
                <a:cs typeface="Arial"/>
              </a:rPr>
              <a:t>RMS Intern Project Overview</a:t>
            </a:r>
          </a:p>
          <a:p>
            <a:pPr marL="285750" indent="-285750">
              <a:buFont typeface="Wingdings" panose="05000000000000000000" pitchFamily="2" charset="2"/>
              <a:buChar char="Ø"/>
            </a:pPr>
            <a:r>
              <a:rPr lang="en-US" sz="2000">
                <a:latin typeface="Arial"/>
                <a:cs typeface="Arial"/>
              </a:rPr>
              <a:t>TLS Project Overview</a:t>
            </a:r>
          </a:p>
          <a:p>
            <a:pPr marL="285750" indent="-285750">
              <a:buFont typeface="Wingdings" panose="05000000000000000000" pitchFamily="2" charset="2"/>
              <a:buChar char="Ø"/>
            </a:pPr>
            <a:r>
              <a:rPr lang="en-US" sz="2000">
                <a:latin typeface="Arial"/>
                <a:cs typeface="Arial"/>
              </a:rPr>
              <a:t>TLS Project Execution</a:t>
            </a:r>
          </a:p>
          <a:p>
            <a:pPr marL="285750" indent="-285750">
              <a:buFont typeface="Wingdings" panose="05000000000000000000" pitchFamily="2" charset="2"/>
              <a:buChar char="Ø"/>
            </a:pPr>
            <a:r>
              <a:rPr lang="en-US" sz="2000">
                <a:latin typeface="Arial"/>
                <a:cs typeface="Arial"/>
              </a:rPr>
              <a:t>TLS Project Deliverables</a:t>
            </a:r>
          </a:p>
          <a:p>
            <a:pPr marL="285750" indent="-285750">
              <a:buFont typeface="Wingdings" panose="05000000000000000000" pitchFamily="2" charset="2"/>
              <a:buChar char="Ø"/>
            </a:pPr>
            <a:r>
              <a:rPr lang="en-US" sz="2000">
                <a:latin typeface="Arial"/>
                <a:cs typeface="Arial"/>
              </a:rPr>
              <a:t>TLS Project Timeline</a:t>
            </a:r>
          </a:p>
          <a:p>
            <a:pPr marL="285750" indent="-285750">
              <a:buFont typeface="Wingdings" panose="05000000000000000000" pitchFamily="2" charset="2"/>
              <a:buChar char="Ø"/>
            </a:pPr>
            <a:r>
              <a:rPr lang="en-US" sz="2000">
                <a:latin typeface="Arial"/>
                <a:cs typeface="Arial"/>
              </a:rPr>
              <a:t>SOW Review</a:t>
            </a:r>
          </a:p>
          <a:p>
            <a:pPr marL="285750" indent="-285750">
              <a:buFont typeface="Wingdings" panose="05000000000000000000" pitchFamily="2" charset="2"/>
              <a:buChar char="Ø"/>
            </a:pPr>
            <a:r>
              <a:rPr lang="en-US" sz="2000">
                <a:latin typeface="Arial"/>
                <a:cs typeface="Arial"/>
              </a:rPr>
              <a:t>Expectations</a:t>
            </a:r>
          </a:p>
          <a:p>
            <a:pPr marL="285750" indent="-285750">
              <a:buFont typeface="Wingdings" panose="05000000000000000000" pitchFamily="2" charset="2"/>
              <a:buChar char="Ø"/>
            </a:pPr>
            <a:r>
              <a:rPr lang="en-US" sz="2000">
                <a:latin typeface="Arial"/>
                <a:cs typeface="Arial"/>
              </a:rPr>
              <a:t>Engagement</a:t>
            </a:r>
          </a:p>
          <a:p>
            <a:pPr marL="285750" indent="-285750">
              <a:buFont typeface="Wingdings" panose="05000000000000000000" pitchFamily="2" charset="2"/>
              <a:buChar char="Ø"/>
            </a:pPr>
            <a:r>
              <a:rPr lang="en-US" sz="2000">
                <a:latin typeface="Arial"/>
                <a:cs typeface="Arial"/>
              </a:rPr>
              <a:t>Charging Guidance</a:t>
            </a:r>
          </a:p>
          <a:p>
            <a:pPr marL="285750" indent="-285750">
              <a:buFont typeface="Wingdings" panose="05000000000000000000" pitchFamily="2" charset="2"/>
              <a:buChar char="Ø"/>
            </a:pPr>
            <a:r>
              <a:rPr lang="en-US" sz="2000">
                <a:latin typeface="Arial"/>
                <a:cs typeface="Arial"/>
              </a:rPr>
              <a:t>Open Floor</a:t>
            </a:r>
          </a:p>
        </p:txBody>
      </p:sp>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Agenda</a:t>
            </a:r>
          </a:p>
        </p:txBody>
      </p:sp>
    </p:spTree>
    <p:extLst>
      <p:ext uri="{BB962C8B-B14F-4D97-AF65-F5344CB8AC3E}">
        <p14:creationId xmlns:p14="http://schemas.microsoft.com/office/powerpoint/2010/main" val="3008620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B8B0B-DCDF-4843-723B-99DB1C52592E}"/>
              </a:ext>
            </a:extLst>
          </p:cNvPr>
          <p:cNvSpPr>
            <a:spLocks noGrp="1"/>
          </p:cNvSpPr>
          <p:nvPr>
            <p:ph type="title"/>
          </p:nvPr>
        </p:nvSpPr>
        <p:spPr/>
        <p:txBody>
          <a:bodyPr/>
          <a:lstStyle/>
          <a:p>
            <a:r>
              <a:rPr lang="en-US">
                <a:cs typeface="Arial"/>
              </a:rPr>
              <a:t>Introductions - Leads</a:t>
            </a:r>
            <a:endParaRPr lang="en-US"/>
          </a:p>
        </p:txBody>
      </p:sp>
      <p:sp>
        <p:nvSpPr>
          <p:cNvPr id="3" name="Text Placeholder 2">
            <a:extLst>
              <a:ext uri="{FF2B5EF4-FFF2-40B4-BE49-F238E27FC236}">
                <a16:creationId xmlns:a16="http://schemas.microsoft.com/office/drawing/2014/main" id="{B4C4F73E-3DF8-0C23-26F6-4665A33702F1}"/>
              </a:ext>
            </a:extLst>
          </p:cNvPr>
          <p:cNvSpPr>
            <a:spLocks noGrp="1"/>
          </p:cNvSpPr>
          <p:nvPr>
            <p:ph type="body" sz="quarter" idx="23"/>
          </p:nvPr>
        </p:nvSpPr>
        <p:spPr>
          <a:xfrm>
            <a:off x="925135" y="4540918"/>
            <a:ext cx="2816989" cy="1656188"/>
          </a:xfrm>
        </p:spPr>
        <p:txBody>
          <a:bodyPr vert="horz" lIns="91440" tIns="45720" rIns="91440" bIns="45720" rtlCol="0" anchor="t">
            <a:noAutofit/>
          </a:bodyPr>
          <a:lstStyle/>
          <a:p>
            <a:pPr algn="ctr">
              <a:defRPr/>
            </a:pPr>
            <a:r>
              <a:rPr lang="en-US" sz="1800" b="1">
                <a:latin typeface="Arial" panose="020B0604020202020204"/>
              </a:rPr>
              <a:t>Daejah Walker</a:t>
            </a:r>
            <a:endParaRPr lang="en-US" sz="1800" i="0" u="none" strike="noStrike" kern="1200" cap="none" spc="0" normalizeH="0" baseline="0" noProof="0">
              <a:ln>
                <a:noFill/>
              </a:ln>
              <a:effectLst/>
              <a:uLnTx/>
              <a:uFillTx/>
              <a:latin typeface="Arial" panose="020B0604020202020204"/>
              <a:cs typeface="Arial" panose="020B0604020202020204"/>
            </a:endParaRPr>
          </a:p>
          <a:p>
            <a:pPr algn="ctr">
              <a:defRPr/>
            </a:pPr>
            <a:r>
              <a:rPr lang="en-US" sz="1050">
                <a:latin typeface="Arial" panose="020B0604020202020204"/>
              </a:rPr>
              <a:t>TLS Lead</a:t>
            </a:r>
            <a:endParaRPr lang="en-US" sz="1050" b="0" i="0" u="none" strike="noStrike" kern="1200" cap="none" spc="0" normalizeH="0" baseline="0" noProof="0">
              <a:ln>
                <a:noFill/>
              </a:ln>
              <a:solidFill>
                <a:srgbClr val="000000"/>
              </a:solidFill>
              <a:effectLst/>
              <a:uLnTx/>
              <a:uFillTx/>
              <a:latin typeface="Arial" panose="020B0604020202020204"/>
              <a:cs typeface="Arial"/>
            </a:endParaRPr>
          </a:p>
          <a:p>
            <a:pPr algn="ctr">
              <a:defRPr/>
            </a:pPr>
            <a:endParaRPr lang="en-US" sz="1000">
              <a:solidFill>
                <a:srgbClr val="000000"/>
              </a:solidFill>
              <a:latin typeface="Arial" panose="020B0604020202020204"/>
              <a:cs typeface="Arial"/>
            </a:endParaRPr>
          </a:p>
          <a:p>
            <a:pPr marL="285750" indent="-285750">
              <a:buFont typeface="Wingdings" panose="05000000000000000000" pitchFamily="2" charset="2"/>
              <a:buChar char="v"/>
              <a:defRPr/>
            </a:pPr>
            <a:r>
              <a:rPr lang="en-US" sz="1600">
                <a:latin typeface="Arial" panose="020B0604020202020204"/>
                <a:cs typeface="Arial"/>
              </a:rPr>
              <a:t>LM RMS Orlando Intern 2019, 2020</a:t>
            </a:r>
          </a:p>
          <a:p>
            <a:pPr marL="285750" indent="-285750">
              <a:buFont typeface="Wingdings" panose="05000000000000000000" pitchFamily="2" charset="2"/>
              <a:buChar char="v"/>
              <a:defRPr/>
            </a:pPr>
            <a:r>
              <a:rPr lang="en-US" sz="1600">
                <a:latin typeface="Arial" panose="020B0604020202020204"/>
                <a:cs typeface="Arial"/>
              </a:rPr>
              <a:t>ELDP – Deputy EPM for eCASS </a:t>
            </a:r>
            <a:r>
              <a:rPr lang="en-US" sz="1600" err="1">
                <a:latin typeface="Arial" panose="020B0604020202020204"/>
                <a:cs typeface="Arial"/>
              </a:rPr>
              <a:t>FoT</a:t>
            </a:r>
            <a:endParaRPr lang="en-US" sz="1600" i="0" u="none" strike="noStrike" kern="1200" cap="none" spc="0" normalizeH="0" baseline="0" noProof="0">
              <a:ln>
                <a:noFill/>
              </a:ln>
              <a:effectLst/>
              <a:uLnTx/>
              <a:uFillTx/>
              <a:latin typeface="Arial" panose="020B0604020202020204"/>
              <a:cs typeface="Arial"/>
            </a:endParaRPr>
          </a:p>
        </p:txBody>
      </p:sp>
      <p:sp>
        <p:nvSpPr>
          <p:cNvPr id="4" name="Text Placeholder 3">
            <a:extLst>
              <a:ext uri="{FF2B5EF4-FFF2-40B4-BE49-F238E27FC236}">
                <a16:creationId xmlns:a16="http://schemas.microsoft.com/office/drawing/2014/main" id="{5998C481-2861-28F8-18EB-DA8671B1679F}"/>
              </a:ext>
            </a:extLst>
          </p:cNvPr>
          <p:cNvSpPr>
            <a:spLocks noGrp="1"/>
          </p:cNvSpPr>
          <p:nvPr>
            <p:ph type="body" sz="quarter" idx="24"/>
          </p:nvPr>
        </p:nvSpPr>
        <p:spPr>
          <a:xfrm>
            <a:off x="8709077" y="4551962"/>
            <a:ext cx="2535536" cy="1623057"/>
          </a:xfrm>
        </p:spPr>
        <p:txBody>
          <a:bodyPr lIns="91440" tIns="45720" rIns="91440" bIns="45720" anchor="t">
            <a:normAutofit/>
          </a:bodyPr>
          <a:lstStyle/>
          <a:p>
            <a:pPr algn="ctr">
              <a:defRPr/>
            </a:pPr>
            <a:r>
              <a:rPr lang="en-US" sz="1800" b="1">
                <a:latin typeface="Arial" panose="020B0604020202020204"/>
              </a:rPr>
              <a:t>Raquel Guzman</a:t>
            </a:r>
            <a:endParaRPr lang="en-US" sz="1800" b="1" i="0" u="none" strike="noStrike" kern="1200" cap="none" spc="0" normalizeH="0" baseline="0" noProof="0">
              <a:ln>
                <a:noFill/>
              </a:ln>
              <a:effectLst/>
              <a:uLnTx/>
              <a:uFillTx/>
              <a:latin typeface="Arial" panose="020B0604020202020204"/>
              <a:cs typeface="Arial"/>
            </a:endParaRPr>
          </a:p>
          <a:p>
            <a:pPr algn="ctr">
              <a:defRPr/>
            </a:pPr>
            <a:r>
              <a:rPr kumimoji="0" lang="en-US" sz="1050" i="0" u="none" strike="noStrike" kern="1200" cap="none" spc="0" normalizeH="0" baseline="0" noProof="0">
                <a:ln>
                  <a:noFill/>
                </a:ln>
                <a:effectLst/>
                <a:uLnTx/>
                <a:uFillTx/>
                <a:latin typeface="Arial" panose="020B0604020202020204"/>
                <a:ea typeface="+mn-ea"/>
                <a:cs typeface="+mn-cs"/>
              </a:rPr>
              <a:t>TLS </a:t>
            </a:r>
            <a:r>
              <a:rPr lang="en-US" sz="1050">
                <a:latin typeface="Arial" panose="020B0604020202020204"/>
              </a:rPr>
              <a:t>Site Coordinator </a:t>
            </a:r>
          </a:p>
          <a:p>
            <a:pPr marL="171450" indent="-171450" algn="ctr">
              <a:buFont typeface="Wingdings" panose="020B0604020202020204" pitchFamily="34" charset="0"/>
              <a:buChar char="v"/>
              <a:defRPr/>
            </a:pPr>
            <a:r>
              <a:rPr lang="en-US" sz="1600">
                <a:latin typeface="Arial" panose="020B0604020202020204"/>
                <a:cs typeface="Arial" panose="020B0604020202020204"/>
              </a:rPr>
              <a:t>ELDP - Scrum Master and Software Engineer – F-35 PTD</a:t>
            </a:r>
          </a:p>
        </p:txBody>
      </p:sp>
      <p:sp>
        <p:nvSpPr>
          <p:cNvPr id="7" name="Text Placeholder 2">
            <a:extLst>
              <a:ext uri="{FF2B5EF4-FFF2-40B4-BE49-F238E27FC236}">
                <a16:creationId xmlns:a16="http://schemas.microsoft.com/office/drawing/2014/main" id="{8BA3D4B1-6F11-8DC9-20A2-FEEEBB429FC9}"/>
              </a:ext>
            </a:extLst>
          </p:cNvPr>
          <p:cNvSpPr txBox="1">
            <a:spLocks/>
          </p:cNvSpPr>
          <p:nvPr/>
        </p:nvSpPr>
        <p:spPr>
          <a:xfrm>
            <a:off x="5058744" y="4507788"/>
            <a:ext cx="2518174" cy="1667231"/>
          </a:xfrm>
          <a:prstGeom prst="rect">
            <a:avLst/>
          </a:prstGeom>
        </p:spPr>
        <p:txBody>
          <a:bodyPr lIns="91440" tIns="45720" rIns="91440" bIns="45720" anchor="t"/>
          <a:lstStyle>
            <a:lvl1pPr marL="0" indent="0" algn="l"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en-US" sz="1800" b="1">
                <a:latin typeface="Arial" panose="020B0604020202020204"/>
              </a:rPr>
              <a:t>Sara Gonzalez Henao</a:t>
            </a:r>
            <a:endParaRPr lang="en-US" sz="1800" b="1">
              <a:latin typeface="Arial" panose="020B0604020202020204"/>
              <a:cs typeface="Arial"/>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50" b="0" i="0" u="none" strike="noStrike" kern="1200" cap="none" spc="0" normalizeH="0" baseline="0" noProof="0">
                <a:ln>
                  <a:noFill/>
                </a:ln>
                <a:effectLst/>
                <a:uLnTx/>
                <a:uFillTx/>
                <a:latin typeface="Arial" panose="020B0604020202020204"/>
                <a:ea typeface="+mn-ea"/>
                <a:cs typeface="+mn-cs"/>
              </a:rPr>
              <a:t>TLS </a:t>
            </a: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Lead</a:t>
            </a:r>
            <a:endParaRPr lang="en-US" sz="1050" b="0" i="0" u="none" strike="noStrike" kern="1200" cap="none" spc="0" normalizeH="0" baseline="0" noProof="0">
              <a:ln>
                <a:noFill/>
              </a:ln>
              <a:solidFill>
                <a:srgbClr val="000000"/>
              </a:solidFill>
              <a:effectLst/>
              <a:uLnTx/>
              <a:uFillTx/>
              <a:latin typeface="Arial" panose="020B0604020202020204"/>
              <a:cs typeface="Arial"/>
            </a:endParaRPr>
          </a:p>
          <a:p>
            <a:pPr algn="ctr">
              <a:defRPr/>
            </a:pPr>
            <a:endParaRPr lang="en-US" sz="1000">
              <a:solidFill>
                <a:srgbClr val="000000"/>
              </a:solidFill>
              <a:latin typeface="Arial" panose="020B0604020202020204"/>
              <a:cs typeface="Arial"/>
            </a:endParaRPr>
          </a:p>
          <a:p>
            <a:pPr marL="285750" indent="-285750">
              <a:buFont typeface="Wingdings" panose="05000000000000000000" pitchFamily="2" charset="2"/>
              <a:buChar char="v"/>
              <a:defRPr/>
            </a:pPr>
            <a:r>
              <a:rPr lang="en-US" sz="1600">
                <a:latin typeface="Arial"/>
                <a:cs typeface="Arial"/>
              </a:rPr>
              <a:t>MFG Intern </a:t>
            </a:r>
            <a:endParaRPr lang="en-US" sz="1600" b="0" i="0" u="none" strike="noStrike" kern="1200" cap="none" spc="0" normalizeH="0" baseline="0" noProof="0">
              <a:ln>
                <a:noFill/>
              </a:ln>
              <a:effectLst/>
              <a:uLnTx/>
              <a:uFillTx/>
              <a:latin typeface="Arial"/>
              <a:cs typeface="Arial"/>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600">
                <a:latin typeface="Arial"/>
                <a:ea typeface="Calibri" panose="020F0502020204030204"/>
                <a:cs typeface="Arial"/>
              </a:rPr>
              <a:t>ELDP - Deputy IPT Lead – F-35 PTD (ES)</a:t>
            </a:r>
            <a:endParaRPr lang="en-US" sz="1600" b="0" i="0" u="none" strike="noStrike" kern="1200" cap="none" spc="0" normalizeH="0" baseline="0" noProof="0">
              <a:ln>
                <a:noFill/>
              </a:ln>
              <a:solidFill>
                <a:srgbClr val="FF0000"/>
              </a:solidFill>
              <a:effectLst/>
              <a:uLnTx/>
              <a:uFillTx/>
              <a:latin typeface="Arial"/>
              <a:cs typeface="Arial"/>
            </a:endParaRPr>
          </a:p>
        </p:txBody>
      </p:sp>
      <p:pic>
        <p:nvPicPr>
          <p:cNvPr id="16" name="Picture 15">
            <a:extLst>
              <a:ext uri="{FF2B5EF4-FFF2-40B4-BE49-F238E27FC236}">
                <a16:creationId xmlns:a16="http://schemas.microsoft.com/office/drawing/2014/main" id="{F93388B6-0760-E024-1B67-FD5065D71755}"/>
              </a:ext>
            </a:extLst>
          </p:cNvPr>
          <p:cNvPicPr>
            <a:picLocks noChangeAspect="1"/>
          </p:cNvPicPr>
          <p:nvPr/>
        </p:nvPicPr>
        <p:blipFill>
          <a:blip r:embed="rId3"/>
          <a:stretch>
            <a:fillRect/>
          </a:stretch>
        </p:blipFill>
        <p:spPr>
          <a:xfrm>
            <a:off x="8494586" y="1529408"/>
            <a:ext cx="2964517" cy="2962913"/>
          </a:xfrm>
          <a:prstGeom prst="rect">
            <a:avLst/>
          </a:prstGeom>
        </p:spPr>
      </p:pic>
      <p:pic>
        <p:nvPicPr>
          <p:cNvPr id="10" name="Picture Placeholder 9">
            <a:extLst>
              <a:ext uri="{FF2B5EF4-FFF2-40B4-BE49-F238E27FC236}">
                <a16:creationId xmlns:a16="http://schemas.microsoft.com/office/drawing/2014/main" id="{2D80534C-9FF6-0C73-D627-36494C78783A}"/>
              </a:ext>
            </a:extLst>
          </p:cNvPr>
          <p:cNvPicPr>
            <a:picLocks noGrp="1" noChangeAspect="1"/>
          </p:cNvPicPr>
          <p:nvPr>
            <p:ph type="pic" sz="quarter" idx="27"/>
          </p:nvPr>
        </p:nvPicPr>
        <p:blipFill>
          <a:blip r:embed="rId4"/>
          <a:srcRect t="5953" b="5953"/>
          <a:stretch/>
        </p:blipFill>
        <p:spPr>
          <a:xfrm flipH="1">
            <a:off x="828675" y="1520825"/>
            <a:ext cx="2998788" cy="2960688"/>
          </a:xfrm>
        </p:spPr>
      </p:pic>
      <p:cxnSp>
        <p:nvCxnSpPr>
          <p:cNvPr id="5" name="Straight Arrow Connector 4">
            <a:extLst>
              <a:ext uri="{FF2B5EF4-FFF2-40B4-BE49-F238E27FC236}">
                <a16:creationId xmlns:a16="http://schemas.microsoft.com/office/drawing/2014/main" id="{9B3E02AB-5DA8-25DF-4E6C-15F9A607BA09}"/>
              </a:ext>
            </a:extLst>
          </p:cNvPr>
          <p:cNvCxnSpPr/>
          <p:nvPr/>
        </p:nvCxnSpPr>
        <p:spPr>
          <a:xfrm>
            <a:off x="8161420" y="1022683"/>
            <a:ext cx="40105" cy="4993105"/>
          </a:xfrm>
          <a:prstGeom prst="straightConnector1">
            <a:avLst/>
          </a:prstGeom>
          <a:ln w="57150"/>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C4E30D9-4A10-6102-F109-5D4478E43EFB}"/>
              </a:ext>
            </a:extLst>
          </p:cNvPr>
          <p:cNvPicPr>
            <a:picLocks noChangeAspect="1"/>
          </p:cNvPicPr>
          <p:nvPr/>
        </p:nvPicPr>
        <p:blipFill>
          <a:blip r:embed="rId5"/>
          <a:srcRect l="-135" t="243" r="-926" b="23235"/>
          <a:stretch>
            <a:fillRect/>
          </a:stretch>
        </p:blipFill>
        <p:spPr>
          <a:xfrm>
            <a:off x="5164577" y="1635241"/>
            <a:ext cx="2315834" cy="2748848"/>
          </a:xfrm>
          <a:prstGeom prst="rect">
            <a:avLst/>
          </a:prstGeom>
        </p:spPr>
      </p:pic>
    </p:spTree>
    <p:extLst>
      <p:ext uri="{BB962C8B-B14F-4D97-AF65-F5344CB8AC3E}">
        <p14:creationId xmlns:p14="http://schemas.microsoft.com/office/powerpoint/2010/main" val="4044962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DBA4E-0526-F15B-7C0C-2E161031FC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DF885-0DB4-39DA-6698-AFDF463557B7}"/>
              </a:ext>
            </a:extLst>
          </p:cNvPr>
          <p:cNvSpPr>
            <a:spLocks noGrp="1"/>
          </p:cNvSpPr>
          <p:nvPr>
            <p:ph type="title"/>
          </p:nvPr>
        </p:nvSpPr>
        <p:spPr/>
        <p:txBody>
          <a:bodyPr/>
          <a:lstStyle/>
          <a:p>
            <a:r>
              <a:rPr lang="en-US">
                <a:cs typeface="Arial"/>
              </a:rPr>
              <a:t>Introductions – Subject Matter Experts</a:t>
            </a:r>
            <a:endParaRPr lang="en-US"/>
          </a:p>
        </p:txBody>
      </p:sp>
      <p:sp>
        <p:nvSpPr>
          <p:cNvPr id="3" name="Text Placeholder 2">
            <a:extLst>
              <a:ext uri="{FF2B5EF4-FFF2-40B4-BE49-F238E27FC236}">
                <a16:creationId xmlns:a16="http://schemas.microsoft.com/office/drawing/2014/main" id="{5AA7F270-DE73-98B1-3249-69BA9ABAD4B6}"/>
              </a:ext>
            </a:extLst>
          </p:cNvPr>
          <p:cNvSpPr>
            <a:spLocks noGrp="1"/>
          </p:cNvSpPr>
          <p:nvPr>
            <p:ph type="body" sz="quarter" idx="23"/>
          </p:nvPr>
        </p:nvSpPr>
        <p:spPr>
          <a:xfrm>
            <a:off x="2430972" y="4485701"/>
            <a:ext cx="3004728" cy="1689318"/>
          </a:xfrm>
        </p:spPr>
        <p:txBody>
          <a:bodyPr vert="horz" lIns="91440" tIns="45720" rIns="91440" bIns="45720" rtlCol="0" anchor="t">
            <a:noAutofit/>
          </a:bodyPr>
          <a:lstStyle/>
          <a:p>
            <a:pPr algn="ctr">
              <a:defRPr/>
            </a:pPr>
            <a:r>
              <a:rPr lang="en-US" sz="1800" b="1">
                <a:latin typeface="Arial" panose="020B0604020202020204"/>
              </a:rPr>
              <a:t>Adam Moore</a:t>
            </a:r>
            <a:endParaRPr lang="en-US" sz="1800" i="0" u="none" strike="noStrike" kern="1200" cap="none" spc="0" normalizeH="0" baseline="0" noProof="0">
              <a:ln>
                <a:noFill/>
              </a:ln>
              <a:effectLst/>
              <a:uLnTx/>
              <a:uFillTx/>
              <a:latin typeface="Arial" panose="020B0604020202020204"/>
              <a:cs typeface="Arial" panose="020B0604020202020204"/>
            </a:endParaRPr>
          </a:p>
          <a:p>
            <a:pPr algn="ctr">
              <a:defRPr/>
            </a:pPr>
            <a:r>
              <a:rPr lang="en-US" sz="1050">
                <a:latin typeface="Arial" panose="020B0604020202020204"/>
              </a:rPr>
              <a:t>TLS Project SME</a:t>
            </a:r>
            <a:endParaRPr lang="en-US" sz="1050">
              <a:ea typeface="Calibri"/>
              <a:cs typeface="Calibri"/>
            </a:endParaRPr>
          </a:p>
          <a:p>
            <a:pPr algn="ctr">
              <a:defRPr/>
            </a:pPr>
            <a:endParaRPr lang="en-US" sz="1100">
              <a:solidFill>
                <a:srgbClr val="000000"/>
              </a:solidFill>
              <a:latin typeface="Arial" panose="020B0604020202020204"/>
              <a:cs typeface="Arial"/>
            </a:endParaRPr>
          </a:p>
          <a:p>
            <a:pPr marL="285750" indent="-285750">
              <a:buFont typeface="Wingdings,Sans-Serif" panose="05000000000000000000" pitchFamily="2" charset="2"/>
              <a:buChar char="v"/>
              <a:defRPr/>
            </a:pPr>
            <a:r>
              <a:rPr lang="en-US">
                <a:latin typeface="Arial" panose="020B0604020202020204"/>
                <a:cs typeface="Arial"/>
              </a:rPr>
              <a:t>LM Associate Fellow</a:t>
            </a:r>
          </a:p>
          <a:p>
            <a:pPr marL="285750" indent="-285750">
              <a:buFont typeface="Wingdings,Sans-Serif" panose="05000000000000000000" pitchFamily="2" charset="2"/>
              <a:buChar char="v"/>
              <a:defRPr/>
            </a:pPr>
            <a:r>
              <a:rPr lang="en-US">
                <a:latin typeface="Arial" panose="020B0604020202020204"/>
                <a:cs typeface="Arial"/>
              </a:rPr>
              <a:t>Engineering Project Manager for </a:t>
            </a:r>
            <a:r>
              <a:rPr lang="en-US" err="1">
                <a:latin typeface="Arial" panose="020B0604020202020204"/>
                <a:cs typeface="Arial"/>
              </a:rPr>
              <a:t>eCASS</a:t>
            </a:r>
            <a:r>
              <a:rPr lang="en-US">
                <a:latin typeface="Arial" panose="020B0604020202020204"/>
                <a:cs typeface="Arial"/>
              </a:rPr>
              <a:t> Family of Testers, Technical Lead for ALERT Proposal</a:t>
            </a:r>
          </a:p>
        </p:txBody>
      </p:sp>
      <p:sp>
        <p:nvSpPr>
          <p:cNvPr id="7" name="Text Placeholder 2">
            <a:extLst>
              <a:ext uri="{FF2B5EF4-FFF2-40B4-BE49-F238E27FC236}">
                <a16:creationId xmlns:a16="http://schemas.microsoft.com/office/drawing/2014/main" id="{0D65E464-7C82-1ED3-48AF-928CE05AA12C}"/>
              </a:ext>
            </a:extLst>
          </p:cNvPr>
          <p:cNvSpPr txBox="1">
            <a:spLocks/>
          </p:cNvSpPr>
          <p:nvPr/>
        </p:nvSpPr>
        <p:spPr>
          <a:xfrm>
            <a:off x="7317136" y="4485701"/>
            <a:ext cx="3004086" cy="1689318"/>
          </a:xfrm>
          <a:prstGeom prst="rect">
            <a:avLst/>
          </a:prstGeom>
        </p:spPr>
        <p:txBody>
          <a:bodyPr lIns="91440" tIns="45720" rIns="91440" bIns="45720" anchor="t"/>
          <a:lstStyle>
            <a:lvl1pPr marL="0" indent="0" algn="l"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en-US" sz="1800" b="1">
                <a:latin typeface="Arial" panose="020B0604020202020204"/>
              </a:rPr>
              <a:t>Michael Longtin</a:t>
            </a:r>
            <a:endParaRPr lang="en-US" sz="1800" b="1">
              <a:latin typeface="Arial" panose="020B0604020202020204"/>
              <a:cs typeface="Arial"/>
            </a:endParaRPr>
          </a:p>
          <a:p>
            <a:pPr algn="ctr">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TLS</a:t>
            </a:r>
            <a:r>
              <a:rPr lang="en-US" sz="1050">
                <a:solidFill>
                  <a:srgbClr val="000000"/>
                </a:solidFill>
                <a:latin typeface="Arial" panose="020B0604020202020204"/>
              </a:rPr>
              <a:t> Project SME</a:t>
            </a:r>
            <a:endParaRPr lang="en-US" sz="1050">
              <a:ea typeface="Calibri"/>
              <a:cs typeface="Calibri"/>
            </a:endParaRPr>
          </a:p>
          <a:p>
            <a:pPr algn="ctr">
              <a:defRPr/>
            </a:pPr>
            <a:endParaRPr lang="en-US" sz="1000">
              <a:latin typeface="Arial" panose="020B0604020202020204"/>
              <a:cs typeface="Arial"/>
            </a:endParaRPr>
          </a:p>
          <a:p>
            <a:pPr marL="285750" indent="-285750">
              <a:buFont typeface="Wingdings" panose="05000000000000000000" pitchFamily="2" charset="2"/>
              <a:buChar char="v"/>
              <a:defRPr/>
            </a:pPr>
            <a:r>
              <a:rPr lang="en-US">
                <a:latin typeface="Arial"/>
                <a:cs typeface="Arial"/>
              </a:rPr>
              <a:t>LM Associate Fellow</a:t>
            </a:r>
          </a:p>
          <a:p>
            <a:pPr marL="285750" indent="-285750">
              <a:buFont typeface="Wingdings" panose="05000000000000000000" pitchFamily="2" charset="2"/>
              <a:buChar char="v"/>
              <a:defRPr/>
            </a:pPr>
            <a:r>
              <a:rPr lang="en-US">
                <a:latin typeface="Arial"/>
                <a:ea typeface="+mn-lt"/>
                <a:cs typeface="+mn-lt"/>
              </a:rPr>
              <a:t>Software Engineer Office of Naval Research contract called SEAMS (Simulation Enhancement and Modernization Suite), involving Electronic Warfare.</a:t>
            </a:r>
            <a:endParaRPr lang="en-US" b="0" i="0" u="none" strike="noStrike" kern="1200" cap="none" spc="0" normalizeH="0" baseline="0" noProof="0">
              <a:ln>
                <a:noFill/>
              </a:ln>
              <a:effectLst/>
              <a:uLnTx/>
              <a:uFillTx/>
              <a:latin typeface="Arial"/>
              <a:cs typeface="Arial"/>
            </a:endParaRPr>
          </a:p>
        </p:txBody>
      </p:sp>
      <p:pic>
        <p:nvPicPr>
          <p:cNvPr id="4" name="Picture Placeholder 3">
            <a:extLst>
              <a:ext uri="{FF2B5EF4-FFF2-40B4-BE49-F238E27FC236}">
                <a16:creationId xmlns:a16="http://schemas.microsoft.com/office/drawing/2014/main" id="{67ED25B9-111A-797E-C428-5E45479B03A0}"/>
              </a:ext>
            </a:extLst>
          </p:cNvPr>
          <p:cNvPicPr>
            <a:picLocks noGrp="1" noChangeAspect="1"/>
          </p:cNvPicPr>
          <p:nvPr>
            <p:ph type="pic" sz="quarter" idx="28"/>
          </p:nvPr>
        </p:nvPicPr>
        <p:blipFill>
          <a:blip r:embed="rId3"/>
          <a:srcRect t="5200" b="5200"/>
          <a:stretch/>
        </p:blipFill>
        <p:spPr>
          <a:xfrm>
            <a:off x="7319963" y="1524000"/>
            <a:ext cx="2998787" cy="2962275"/>
          </a:xfrm>
        </p:spPr>
      </p:pic>
      <p:pic>
        <p:nvPicPr>
          <p:cNvPr id="5" name="Picture Placeholder 4">
            <a:extLst>
              <a:ext uri="{FF2B5EF4-FFF2-40B4-BE49-F238E27FC236}">
                <a16:creationId xmlns:a16="http://schemas.microsoft.com/office/drawing/2014/main" id="{B2AE4954-053C-995C-CCDE-959FD8F52241}"/>
              </a:ext>
            </a:extLst>
          </p:cNvPr>
          <p:cNvPicPr>
            <a:picLocks noGrp="1" noChangeAspect="1"/>
          </p:cNvPicPr>
          <p:nvPr>
            <p:ph type="pic" sz="quarter" idx="27"/>
          </p:nvPr>
        </p:nvPicPr>
        <p:blipFill>
          <a:blip r:embed="rId4"/>
          <a:srcRect l="-334" t="5012" r="334" b="24582"/>
          <a:stretch>
            <a:fillRect/>
          </a:stretch>
        </p:blipFill>
        <p:spPr>
          <a:xfrm>
            <a:off x="2422525" y="1520825"/>
            <a:ext cx="2998790" cy="2955809"/>
          </a:xfrm>
        </p:spPr>
      </p:pic>
    </p:spTree>
    <p:extLst>
      <p:ext uri="{BB962C8B-B14F-4D97-AF65-F5344CB8AC3E}">
        <p14:creationId xmlns:p14="http://schemas.microsoft.com/office/powerpoint/2010/main" val="1663251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Roles and Responsibilities</a:t>
            </a:r>
          </a:p>
        </p:txBody>
      </p:sp>
      <p:graphicFrame>
        <p:nvGraphicFramePr>
          <p:cNvPr id="7" name="Table 7">
            <a:extLst>
              <a:ext uri="{FF2B5EF4-FFF2-40B4-BE49-F238E27FC236}">
                <a16:creationId xmlns:a16="http://schemas.microsoft.com/office/drawing/2014/main" id="{36BF4B31-5FE0-71F0-F758-F622FBF19551}"/>
              </a:ext>
            </a:extLst>
          </p:cNvPr>
          <p:cNvGraphicFramePr>
            <a:graphicFrameLocks noGrp="1"/>
          </p:cNvGraphicFramePr>
          <p:nvPr>
            <p:extLst>
              <p:ext uri="{D42A27DB-BD31-4B8C-83A1-F6EECF244321}">
                <p14:modId xmlns:p14="http://schemas.microsoft.com/office/powerpoint/2010/main" val="691009083"/>
              </p:ext>
            </p:extLst>
          </p:nvPr>
        </p:nvGraphicFramePr>
        <p:xfrm>
          <a:off x="2031999" y="1950720"/>
          <a:ext cx="8128000" cy="26822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421846693"/>
                    </a:ext>
                  </a:extLst>
                </a:gridCol>
                <a:gridCol w="4064000">
                  <a:extLst>
                    <a:ext uri="{9D8B030D-6E8A-4147-A177-3AD203B41FA5}">
                      <a16:colId xmlns:a16="http://schemas.microsoft.com/office/drawing/2014/main" val="3898260590"/>
                    </a:ext>
                  </a:extLst>
                </a:gridCol>
              </a:tblGrid>
              <a:tr h="370840">
                <a:tc>
                  <a:txBody>
                    <a:bodyPr/>
                    <a:lstStyle/>
                    <a:p>
                      <a:pPr algn="ctr"/>
                      <a:r>
                        <a:rPr lang="en-US" sz="2000"/>
                        <a:t>Site Coordinator</a:t>
                      </a:r>
                    </a:p>
                  </a:txBody>
                  <a:tcPr/>
                </a:tc>
                <a:tc>
                  <a:txBody>
                    <a:bodyPr/>
                    <a:lstStyle/>
                    <a:p>
                      <a:pPr algn="ctr"/>
                      <a:r>
                        <a:rPr lang="en-US" sz="2000"/>
                        <a:t>TLS Project Lead</a:t>
                      </a:r>
                    </a:p>
                  </a:txBody>
                  <a:tcPr/>
                </a:tc>
                <a:extLst>
                  <a:ext uri="{0D108BD9-81ED-4DB2-BD59-A6C34878D82A}">
                    <a16:rowId xmlns:a16="http://schemas.microsoft.com/office/drawing/2014/main" val="3265846421"/>
                  </a:ext>
                </a:extLst>
              </a:tr>
              <a:tr h="370840">
                <a:tc>
                  <a:txBody>
                    <a:bodyPr/>
                    <a:lstStyle/>
                    <a:p>
                      <a:pPr marL="285750" indent="-285750">
                        <a:buFont typeface="Wingdings" panose="05000000000000000000" pitchFamily="2" charset="2"/>
                        <a:buChar char="Ø"/>
                      </a:pPr>
                      <a:r>
                        <a:rPr lang="en-US"/>
                        <a:t>Responsible for all site activities</a:t>
                      </a:r>
                    </a:p>
                    <a:p>
                      <a:pPr marL="742950" lvl="1" indent="-285750">
                        <a:buFont typeface="Wingdings" panose="05000000000000000000" pitchFamily="2" charset="2"/>
                        <a:buChar char="Ø"/>
                      </a:pPr>
                      <a:r>
                        <a:rPr lang="en-US"/>
                        <a:t>Technical Events</a:t>
                      </a:r>
                    </a:p>
                    <a:p>
                      <a:pPr marL="742950" lvl="1" indent="-285750">
                        <a:buFont typeface="Wingdings" panose="05000000000000000000" pitchFamily="2" charset="2"/>
                        <a:buChar char="Ø"/>
                      </a:pPr>
                      <a:r>
                        <a:rPr lang="en-US"/>
                        <a:t>Networking Events</a:t>
                      </a:r>
                    </a:p>
                    <a:p>
                      <a:pPr marL="742950" lvl="1" indent="-285750">
                        <a:buFont typeface="Wingdings" panose="05000000000000000000" pitchFamily="2" charset="2"/>
                        <a:buChar char="Ø"/>
                      </a:pPr>
                      <a:r>
                        <a:rPr lang="en-US"/>
                        <a:t>Social Events</a:t>
                      </a:r>
                    </a:p>
                    <a:p>
                      <a:pPr marL="285750" lvl="0" indent="-285750">
                        <a:buFont typeface="Wingdings" panose="05000000000000000000" pitchFamily="2" charset="2"/>
                        <a:buChar char="Ø"/>
                      </a:pPr>
                      <a:r>
                        <a:rPr lang="en-US"/>
                        <a:t>Provides support for all non-project related issues</a:t>
                      </a:r>
                    </a:p>
                    <a:p>
                      <a:pPr marL="285750" lvl="0" indent="-285750">
                        <a:buFont typeface="Wingdings" panose="05000000000000000000" pitchFamily="2" charset="2"/>
                        <a:buChar char="Ø"/>
                      </a:pPr>
                      <a:r>
                        <a:rPr lang="en-US"/>
                        <a:t>Not affiliated with Intern Project</a:t>
                      </a:r>
                    </a:p>
                  </a:txBody>
                  <a:tcPr/>
                </a:tc>
                <a:tc>
                  <a:txBody>
                    <a:bodyPr/>
                    <a:lstStyle/>
                    <a:p>
                      <a:pPr marL="285750" indent="-285750">
                        <a:buFont typeface="Wingdings" panose="05000000000000000000" pitchFamily="2" charset="2"/>
                        <a:buChar char="Ø"/>
                      </a:pPr>
                      <a:r>
                        <a:rPr lang="en-US"/>
                        <a:t>Responsible for execution of Intern Project</a:t>
                      </a:r>
                    </a:p>
                    <a:p>
                      <a:pPr marL="285750" lvl="0" indent="-285750">
                        <a:buFont typeface="Wingdings" panose="05000000000000000000" pitchFamily="2" charset="2"/>
                        <a:buChar char="Ø"/>
                      </a:pPr>
                      <a:r>
                        <a:rPr lang="en-US"/>
                        <a:t>Answers all questions pertaining to Intern Project</a:t>
                      </a:r>
                    </a:p>
                    <a:p>
                      <a:pPr marL="285750" lvl="0" indent="-285750">
                        <a:buFont typeface="Wingdings" panose="05000000000000000000" pitchFamily="2" charset="2"/>
                        <a:buChar char="Ø"/>
                      </a:pPr>
                      <a:r>
                        <a:rPr lang="en-US"/>
                        <a:t>Plans TLS project lectures</a:t>
                      </a:r>
                    </a:p>
                    <a:p>
                      <a:pPr marL="285750" lvl="0" indent="-285750">
                        <a:buFont typeface="Wingdings" panose="05000000000000000000" pitchFamily="2" charset="2"/>
                        <a:buChar char="Ø"/>
                      </a:pPr>
                      <a:r>
                        <a:rPr lang="en-US"/>
                        <a:t>Provides guidance and instruction on project through summer</a:t>
                      </a:r>
                    </a:p>
                    <a:p>
                      <a:pPr marL="285750" lvl="0" indent="-285750">
                        <a:buFont typeface="Wingdings" panose="05000000000000000000" pitchFamily="2" charset="2"/>
                        <a:buChar char="Ø"/>
                      </a:pPr>
                      <a:r>
                        <a:rPr lang="en-US"/>
                        <a:t>Not affiliated with site-based events</a:t>
                      </a:r>
                    </a:p>
                  </a:txBody>
                  <a:tcPr/>
                </a:tc>
                <a:extLst>
                  <a:ext uri="{0D108BD9-81ED-4DB2-BD59-A6C34878D82A}">
                    <a16:rowId xmlns:a16="http://schemas.microsoft.com/office/drawing/2014/main" val="210761161"/>
                  </a:ext>
                </a:extLst>
              </a:tr>
            </a:tbl>
          </a:graphicData>
        </a:graphic>
      </p:graphicFrame>
      <p:sp>
        <p:nvSpPr>
          <p:cNvPr id="8" name="TextBox 7">
            <a:extLst>
              <a:ext uri="{FF2B5EF4-FFF2-40B4-BE49-F238E27FC236}">
                <a16:creationId xmlns:a16="http://schemas.microsoft.com/office/drawing/2014/main" id="{C5E234FE-ED5F-A6FD-4B72-9529F2357BDD}"/>
              </a:ext>
            </a:extLst>
          </p:cNvPr>
          <p:cNvSpPr txBox="1"/>
          <p:nvPr/>
        </p:nvSpPr>
        <p:spPr>
          <a:xfrm>
            <a:off x="2135043" y="5830109"/>
            <a:ext cx="7921912" cy="523220"/>
          </a:xfrm>
          <a:prstGeom prst="rect">
            <a:avLst/>
          </a:prstGeom>
          <a:solidFill>
            <a:schemeClr val="accent1">
              <a:lumMod val="20000"/>
              <a:lumOff val="80000"/>
            </a:schemeClr>
          </a:solidFill>
        </p:spPr>
        <p:txBody>
          <a:bodyPr wrap="none" lIns="91440" tIns="45720" rIns="91440" bIns="45720" rtlCol="0" anchor="t">
            <a:spAutoFit/>
          </a:bodyPr>
          <a:lstStyle/>
          <a:p>
            <a:r>
              <a:rPr lang="en-US" sz="2800"/>
              <a:t>Project questions should be directed to </a:t>
            </a:r>
            <a:r>
              <a:rPr lang="en-US" sz="2800" b="1"/>
              <a:t>Project Leads</a:t>
            </a:r>
          </a:p>
        </p:txBody>
      </p:sp>
    </p:spTree>
    <p:extLst>
      <p:ext uri="{BB962C8B-B14F-4D97-AF65-F5344CB8AC3E}">
        <p14:creationId xmlns:p14="http://schemas.microsoft.com/office/powerpoint/2010/main" val="625626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a:xfrm>
            <a:off x="612649" y="504671"/>
            <a:ext cx="4434840" cy="684362"/>
          </a:xfrm>
        </p:spPr>
        <p:txBody>
          <a:bodyPr lIns="91440" tIns="45720" rIns="91440" bIns="45720" anchor="t"/>
          <a:lstStyle/>
          <a:p>
            <a:r>
              <a:rPr lang="en-US">
                <a:latin typeface="Arial"/>
                <a:cs typeface="Arial"/>
              </a:rPr>
              <a:t>E&amp;T Project Overview</a:t>
            </a:r>
          </a:p>
        </p:txBody>
      </p:sp>
      <p:graphicFrame>
        <p:nvGraphicFramePr>
          <p:cNvPr id="4" name="Content Placeholder 3">
            <a:extLst>
              <a:ext uri="{FF2B5EF4-FFF2-40B4-BE49-F238E27FC236}">
                <a16:creationId xmlns:a16="http://schemas.microsoft.com/office/drawing/2014/main" id="{542F1FD7-2B9F-2468-6A84-A0EF1E4D8842}"/>
              </a:ext>
            </a:extLst>
          </p:cNvPr>
          <p:cNvGraphicFramePr>
            <a:graphicFrameLocks noGrp="1"/>
          </p:cNvGraphicFramePr>
          <p:nvPr>
            <p:ph sz="quarter" idx="12"/>
          </p:nvPr>
        </p:nvGraphicFramePr>
        <p:xfrm>
          <a:off x="1691125" y="1188720"/>
          <a:ext cx="8784403" cy="49361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tar: 5 Points 1">
            <a:extLst>
              <a:ext uri="{FF2B5EF4-FFF2-40B4-BE49-F238E27FC236}">
                <a16:creationId xmlns:a16="http://schemas.microsoft.com/office/drawing/2014/main" id="{DDB5ED41-6658-6843-17AD-7A80214B7536}"/>
              </a:ext>
            </a:extLst>
          </p:cNvPr>
          <p:cNvSpPr/>
          <p:nvPr/>
        </p:nvSpPr>
        <p:spPr>
          <a:xfrm>
            <a:off x="9507453" y="3771520"/>
            <a:ext cx="850501" cy="676656"/>
          </a:xfrm>
          <a:prstGeom prst="star5">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5799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47B44C-8B1D-2BE1-2557-4694E9B88C15}"/>
              </a:ext>
            </a:extLst>
          </p:cNvPr>
          <p:cNvSpPr>
            <a:spLocks noGrp="1"/>
          </p:cNvSpPr>
          <p:nvPr>
            <p:ph type="body" sz="quarter" idx="15"/>
          </p:nvPr>
        </p:nvSpPr>
        <p:spPr/>
        <p:txBody>
          <a:bodyPr vert="horz" lIns="91440" tIns="45720" rIns="91440" bIns="45720" rtlCol="0" anchor="t">
            <a:normAutofit fontScale="92500" lnSpcReduction="20000"/>
          </a:bodyPr>
          <a:lstStyle/>
          <a:p>
            <a:r>
              <a:rPr lang="en-US">
                <a:ea typeface="Calibri"/>
                <a:cs typeface="Calibri"/>
              </a:rPr>
              <a:t>Adam Moore, Michael Longtin</a:t>
            </a:r>
            <a:endParaRPr lang="en-US"/>
          </a:p>
        </p:txBody>
      </p:sp>
      <p:sp>
        <p:nvSpPr>
          <p:cNvPr id="5" name="Text Placeholder 4">
            <a:extLst>
              <a:ext uri="{FF2B5EF4-FFF2-40B4-BE49-F238E27FC236}">
                <a16:creationId xmlns:a16="http://schemas.microsoft.com/office/drawing/2014/main" id="{CAC6FEBB-7855-8B18-DE60-8DC6AC8FFAE5}"/>
              </a:ext>
            </a:extLst>
          </p:cNvPr>
          <p:cNvSpPr>
            <a:spLocks noGrp="1"/>
          </p:cNvSpPr>
          <p:nvPr>
            <p:ph type="body" sz="quarter" idx="20"/>
          </p:nvPr>
        </p:nvSpPr>
        <p:spPr>
          <a:xfrm>
            <a:off x="640079" y="2743200"/>
            <a:ext cx="9445552" cy="1433310"/>
          </a:xfrm>
        </p:spPr>
        <p:txBody>
          <a:bodyPr vert="horz" lIns="91440" tIns="45720" rIns="91440" bIns="45720" rtlCol="0" anchor="t">
            <a:normAutofit fontScale="85000" lnSpcReduction="20000"/>
          </a:bodyPr>
          <a:lstStyle/>
          <a:p>
            <a:r>
              <a:rPr lang="en-US">
                <a:ea typeface="Calibri"/>
                <a:cs typeface="Calibri"/>
              </a:rPr>
              <a:t>Project TEMPER: </a:t>
            </a:r>
            <a:endParaRPr lang="en-US"/>
          </a:p>
          <a:p>
            <a:r>
              <a:rPr lang="en-US">
                <a:ea typeface="+mn-lt"/>
                <a:cs typeface="+mn-lt"/>
              </a:rPr>
              <a:t>Temperature Enclosure for Multi-Purpose Environmental Recording</a:t>
            </a:r>
            <a:endParaRPr lang="en-US"/>
          </a:p>
        </p:txBody>
      </p:sp>
    </p:spTree>
    <p:extLst>
      <p:ext uri="{BB962C8B-B14F-4D97-AF65-F5344CB8AC3E}">
        <p14:creationId xmlns:p14="http://schemas.microsoft.com/office/powerpoint/2010/main" val="4153321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02AC2B-A777-C9C6-066E-1BC3CD04050F}"/>
              </a:ext>
            </a:extLst>
          </p:cNvPr>
          <p:cNvSpPr>
            <a:spLocks noGrp="1"/>
          </p:cNvSpPr>
          <p:nvPr>
            <p:ph sz="quarter" idx="12"/>
          </p:nvPr>
        </p:nvSpPr>
        <p:spPr>
          <a:xfrm>
            <a:off x="2053857" y="1353567"/>
            <a:ext cx="9805061" cy="1936388"/>
          </a:xfrm>
        </p:spPr>
        <p:txBody>
          <a:bodyPr lIns="91440" tIns="45720" rIns="91440" bIns="45720" anchor="t"/>
          <a:lstStyle/>
          <a:p>
            <a:pPr algn="just"/>
            <a:r>
              <a:rPr lang="en-US" sz="1600" b="1">
                <a:solidFill>
                  <a:srgbClr val="002060"/>
                </a:solidFill>
                <a:latin typeface="Arial"/>
                <a:cs typeface="Arial"/>
              </a:rPr>
              <a:t>PROBLEM STATEMENT:</a:t>
            </a:r>
            <a:r>
              <a:rPr lang="en-US" sz="1600">
                <a:latin typeface="Arial"/>
                <a:cs typeface="Arial"/>
              </a:rPr>
              <a:t> As Lockheed Martin leads a dedicated Line of Business (LOB) for training and sustainment, TLS seeks to continually improve the training system hardware and software to adapt to the ever-changing environment. The Internal Research and Development (IRAD) Container Team, Business Development (BD) identifies the need to design a multi-use enclosure that will provide accurate humidity and temperature data. The sensor will need to interact with two different LM software applications (STORM / COLT) to display information. Additionally, the system should log temperature and humidity data while conforming to designated customer specifications.</a:t>
            </a:r>
          </a:p>
        </p:txBody>
      </p:sp>
      <p:sp>
        <p:nvSpPr>
          <p:cNvPr id="3" name="Title 2">
            <a:extLst>
              <a:ext uri="{FF2B5EF4-FFF2-40B4-BE49-F238E27FC236}">
                <a16:creationId xmlns:a16="http://schemas.microsoft.com/office/drawing/2014/main" id="{767E5806-7766-484D-89AC-112022F068C7}"/>
              </a:ext>
            </a:extLst>
          </p:cNvPr>
          <p:cNvSpPr>
            <a:spLocks noGrp="1"/>
          </p:cNvSpPr>
          <p:nvPr>
            <p:ph type="title"/>
          </p:nvPr>
        </p:nvSpPr>
        <p:spPr/>
        <p:txBody>
          <a:bodyPr lIns="91440" tIns="45720" rIns="91440" bIns="45720" anchor="t"/>
          <a:lstStyle/>
          <a:p>
            <a:r>
              <a:rPr lang="en-US">
                <a:latin typeface="Arial"/>
                <a:cs typeface="Arial"/>
              </a:rPr>
              <a:t>2025 Intern Project – TLS Overview</a:t>
            </a:r>
            <a:endParaRPr lang="en-US"/>
          </a:p>
        </p:txBody>
      </p:sp>
      <p:sp>
        <p:nvSpPr>
          <p:cNvPr id="15" name="Oval 14">
            <a:extLst>
              <a:ext uri="{FF2B5EF4-FFF2-40B4-BE49-F238E27FC236}">
                <a16:creationId xmlns:a16="http://schemas.microsoft.com/office/drawing/2014/main" id="{58231060-3941-8575-10BD-FD6CE2DEE3AD}"/>
              </a:ext>
            </a:extLst>
          </p:cNvPr>
          <p:cNvSpPr/>
          <p:nvPr/>
        </p:nvSpPr>
        <p:spPr>
          <a:xfrm>
            <a:off x="612648" y="1589344"/>
            <a:ext cx="1178351" cy="1178351"/>
          </a:xfrm>
          <a:prstGeom prst="ellipse">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D367A86-76FC-26C4-1AA9-5BAD7EE523CA}"/>
              </a:ext>
            </a:extLst>
          </p:cNvPr>
          <p:cNvSpPr/>
          <p:nvPr/>
        </p:nvSpPr>
        <p:spPr>
          <a:xfrm>
            <a:off x="612648" y="3405988"/>
            <a:ext cx="1178351" cy="1178351"/>
          </a:xfrm>
          <a:prstGeom prst="ellipse">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E12C105-7AD5-8207-4016-384FA0C09EBB}"/>
              </a:ext>
            </a:extLst>
          </p:cNvPr>
          <p:cNvSpPr/>
          <p:nvPr/>
        </p:nvSpPr>
        <p:spPr>
          <a:xfrm>
            <a:off x="612649" y="5062192"/>
            <a:ext cx="1178351" cy="1178351"/>
          </a:xfrm>
          <a:prstGeom prst="ellipse">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Lightbulb and gear with solid fill">
            <a:extLst>
              <a:ext uri="{FF2B5EF4-FFF2-40B4-BE49-F238E27FC236}">
                <a16:creationId xmlns:a16="http://schemas.microsoft.com/office/drawing/2014/main" id="{44010E08-9440-4AB2-8310-072A682BAA1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3014" y="5208361"/>
            <a:ext cx="886011" cy="886011"/>
          </a:xfrm>
          <a:prstGeom prst="rect">
            <a:avLst/>
          </a:prstGeom>
        </p:spPr>
      </p:pic>
      <p:pic>
        <p:nvPicPr>
          <p:cNvPr id="21" name="Graphic 20" descr="Programmer male with solid fill">
            <a:extLst>
              <a:ext uri="{FF2B5EF4-FFF2-40B4-BE49-F238E27FC236}">
                <a16:creationId xmlns:a16="http://schemas.microsoft.com/office/drawing/2014/main" id="{35E28BE1-F0D6-9B2F-673F-1AB82720A9E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4623" y="3482531"/>
            <a:ext cx="914400" cy="914400"/>
          </a:xfrm>
          <a:prstGeom prst="rect">
            <a:avLst/>
          </a:prstGeom>
        </p:spPr>
      </p:pic>
      <p:sp>
        <p:nvSpPr>
          <p:cNvPr id="22" name="TextBox 21">
            <a:extLst>
              <a:ext uri="{FF2B5EF4-FFF2-40B4-BE49-F238E27FC236}">
                <a16:creationId xmlns:a16="http://schemas.microsoft.com/office/drawing/2014/main" id="{B2322CD3-B1B9-7349-E5D7-3657692603DA}"/>
              </a:ext>
            </a:extLst>
          </p:cNvPr>
          <p:cNvSpPr txBox="1"/>
          <p:nvPr/>
        </p:nvSpPr>
        <p:spPr>
          <a:xfrm>
            <a:off x="2053857" y="3289955"/>
            <a:ext cx="9805061" cy="830997"/>
          </a:xfrm>
          <a:prstGeom prst="rect">
            <a:avLst/>
          </a:prstGeom>
          <a:noFill/>
        </p:spPr>
        <p:txBody>
          <a:bodyPr wrap="square" lIns="91440" tIns="45720" rIns="91440" bIns="45720" rtlCol="0" anchor="t">
            <a:spAutoFit/>
          </a:bodyPr>
          <a:lstStyle/>
          <a:p>
            <a:pPr algn="just"/>
            <a:r>
              <a:rPr lang="en-US" sz="1600" b="1">
                <a:solidFill>
                  <a:srgbClr val="002060"/>
                </a:solidFill>
                <a:latin typeface="Arial"/>
                <a:cs typeface="Arial"/>
              </a:rPr>
              <a:t>SUBJECT MATTER EXPERT:</a:t>
            </a:r>
            <a:endParaRPr lang="en-US" sz="1600" b="1">
              <a:latin typeface="Arial"/>
              <a:cs typeface="Arial"/>
            </a:endParaRPr>
          </a:p>
          <a:p>
            <a:pPr marL="342900" indent="-342900" algn="just">
              <a:buFont typeface="Wingdings"/>
              <a:buChar char="Ø"/>
            </a:pPr>
            <a:r>
              <a:rPr lang="en-US" sz="1600">
                <a:cs typeface="Arial"/>
              </a:rPr>
              <a:t>Adam Moore – Engineering Project Manager / Associate Fellow</a:t>
            </a:r>
            <a:endParaRPr lang="en-US" sz="1600">
              <a:ea typeface="Calibri"/>
              <a:cs typeface="Arial"/>
            </a:endParaRPr>
          </a:p>
          <a:p>
            <a:pPr marL="342900" indent="-342900" algn="just">
              <a:buFont typeface="Wingdings"/>
              <a:buChar char="Ø"/>
            </a:pPr>
            <a:r>
              <a:rPr lang="en-US" sz="1600">
                <a:cs typeface="Arial"/>
              </a:rPr>
              <a:t>Mike Longtin – Software Engineer / Associate Fellow</a:t>
            </a:r>
            <a:endParaRPr lang="en-US" sz="1600">
              <a:ea typeface="Calibri"/>
              <a:cs typeface="Arial"/>
            </a:endParaRPr>
          </a:p>
        </p:txBody>
      </p:sp>
      <p:sp>
        <p:nvSpPr>
          <p:cNvPr id="23" name="TextBox 22">
            <a:extLst>
              <a:ext uri="{FF2B5EF4-FFF2-40B4-BE49-F238E27FC236}">
                <a16:creationId xmlns:a16="http://schemas.microsoft.com/office/drawing/2014/main" id="{D0729847-0738-5876-E759-1400C123B75B}"/>
              </a:ext>
            </a:extLst>
          </p:cNvPr>
          <p:cNvSpPr txBox="1"/>
          <p:nvPr/>
        </p:nvSpPr>
        <p:spPr>
          <a:xfrm>
            <a:off x="2053859" y="5036742"/>
            <a:ext cx="9805060" cy="1323439"/>
          </a:xfrm>
          <a:prstGeom prst="rect">
            <a:avLst/>
          </a:prstGeom>
          <a:noFill/>
        </p:spPr>
        <p:txBody>
          <a:bodyPr wrap="square" lIns="91440" tIns="45720" rIns="91440" bIns="45720" rtlCol="0" anchor="t">
            <a:spAutoFit/>
          </a:bodyPr>
          <a:lstStyle/>
          <a:p>
            <a:pPr algn="just"/>
            <a:r>
              <a:rPr lang="en-US" sz="1600" b="1">
                <a:solidFill>
                  <a:srgbClr val="002060"/>
                </a:solidFill>
                <a:latin typeface="Arial"/>
                <a:cs typeface="Arial"/>
              </a:rPr>
              <a:t>SCOPE: </a:t>
            </a:r>
            <a:r>
              <a:rPr lang="en-US" sz="1600" b="1">
                <a:latin typeface="Arial"/>
                <a:cs typeface="Arial"/>
              </a:rPr>
              <a:t>Project execution from kickoff June 10th, 2025, to project demonstration July 28th, 2025.</a:t>
            </a:r>
            <a:endParaRPr lang="en-US">
              <a:ea typeface="Calibri" panose="020F0502020204030204"/>
              <a:cs typeface="Calibri" panose="020F0502020204030204"/>
            </a:endParaRPr>
          </a:p>
          <a:p>
            <a:pPr marL="285750" indent="-285750" algn="just">
              <a:buFont typeface="Wingdings" panose="020B0604020202020204" pitchFamily="34" charset="0"/>
              <a:buChar char="Ø"/>
            </a:pPr>
            <a:r>
              <a:rPr lang="en-US" sz="1600">
                <a:latin typeface="Arial"/>
                <a:cs typeface="Arial"/>
              </a:rPr>
              <a:t>Requirement Review – Analyzing required specs and MIL standards</a:t>
            </a:r>
          </a:p>
          <a:p>
            <a:pPr marL="285750" indent="-285750" algn="just">
              <a:buFont typeface="Wingdings" panose="020B0604020202020204" pitchFamily="34" charset="0"/>
              <a:buChar char="Ø"/>
            </a:pPr>
            <a:r>
              <a:rPr lang="en-US" sz="1600">
                <a:latin typeface="Arial"/>
                <a:cs typeface="Arial"/>
              </a:rPr>
              <a:t>Trade Study – Down-select temperature and humidity sensors</a:t>
            </a:r>
          </a:p>
          <a:p>
            <a:pPr marL="285750" indent="-285750" algn="just">
              <a:buFont typeface="Wingdings" panose="020B0604020202020204" pitchFamily="34" charset="0"/>
              <a:buChar char="Ø"/>
            </a:pPr>
            <a:r>
              <a:rPr lang="en-US" sz="1600">
                <a:latin typeface="Arial"/>
                <a:cs typeface="Arial"/>
              </a:rPr>
              <a:t>Integration – Interface between the software baselines</a:t>
            </a:r>
          </a:p>
          <a:p>
            <a:pPr marL="285750" indent="-285750" algn="just">
              <a:buFont typeface="Wingdings" panose="020B0604020202020204" pitchFamily="34" charset="0"/>
              <a:buChar char="Ø"/>
            </a:pPr>
            <a:r>
              <a:rPr lang="en-US" sz="1600">
                <a:latin typeface="Arial"/>
                <a:cs typeface="Arial"/>
              </a:rPr>
              <a:t>Hardware Design – Develop hardware casing, circuitry, placement for optimal use within IRAD systems</a:t>
            </a:r>
          </a:p>
        </p:txBody>
      </p:sp>
      <p:pic>
        <p:nvPicPr>
          <p:cNvPr id="8" name="Graphic 7" descr="Television with solid fill">
            <a:extLst>
              <a:ext uri="{FF2B5EF4-FFF2-40B4-BE49-F238E27FC236}">
                <a16:creationId xmlns:a16="http://schemas.microsoft.com/office/drawing/2014/main" id="{E2BA77D8-C29C-409C-0B76-641473A9CF4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8820" y="1756256"/>
            <a:ext cx="914400" cy="914400"/>
          </a:xfrm>
          <a:prstGeom prst="rect">
            <a:avLst/>
          </a:prstGeom>
        </p:spPr>
      </p:pic>
      <p:pic>
        <p:nvPicPr>
          <p:cNvPr id="5" name="Graphic 4" descr="Travel with solid fill">
            <a:extLst>
              <a:ext uri="{FF2B5EF4-FFF2-40B4-BE49-F238E27FC236}">
                <a16:creationId xmlns:a16="http://schemas.microsoft.com/office/drawing/2014/main" id="{3EA4F329-9058-A60B-FD37-D3BAE8B9B68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8820" y="1849271"/>
            <a:ext cx="616344" cy="616344"/>
          </a:xfrm>
          <a:prstGeom prst="rect">
            <a:avLst/>
          </a:prstGeom>
        </p:spPr>
      </p:pic>
    </p:spTree>
    <p:extLst>
      <p:ext uri="{BB962C8B-B14F-4D97-AF65-F5344CB8AC3E}">
        <p14:creationId xmlns:p14="http://schemas.microsoft.com/office/powerpoint/2010/main" val="2014381639"/>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F4EB32-98DD-9D73-C232-3F8A1D685962}"/>
              </a:ext>
            </a:extLst>
          </p:cNvPr>
          <p:cNvSpPr>
            <a:spLocks noGrp="1"/>
          </p:cNvSpPr>
          <p:nvPr>
            <p:ph type="title"/>
          </p:nvPr>
        </p:nvSpPr>
        <p:spPr>
          <a:xfrm>
            <a:off x="101020" y="101900"/>
            <a:ext cx="11005457" cy="684362"/>
          </a:xfrm>
        </p:spPr>
        <p:txBody>
          <a:bodyPr>
            <a:normAutofit/>
          </a:bodyPr>
          <a:lstStyle/>
          <a:p>
            <a:r>
              <a:rPr lang="en-US">
                <a:cs typeface="Arial"/>
              </a:rPr>
              <a:t>TLS 2025 SOW Recap</a:t>
            </a:r>
          </a:p>
        </p:txBody>
      </p:sp>
      <p:cxnSp>
        <p:nvCxnSpPr>
          <p:cNvPr id="3" name="Straight Connector 2">
            <a:extLst>
              <a:ext uri="{FF2B5EF4-FFF2-40B4-BE49-F238E27FC236}">
                <a16:creationId xmlns:a16="http://schemas.microsoft.com/office/drawing/2014/main" id="{BF857288-D3E3-83A0-C037-F73DEF8AD9EF}"/>
              </a:ext>
            </a:extLst>
          </p:cNvPr>
          <p:cNvCxnSpPr/>
          <p:nvPr/>
        </p:nvCxnSpPr>
        <p:spPr>
          <a:xfrm>
            <a:off x="289714" y="3010278"/>
            <a:ext cx="11538859" cy="0"/>
          </a:xfrm>
          <a:prstGeom prst="line">
            <a:avLst/>
          </a:prstGeom>
        </p:spPr>
        <p:style>
          <a:lnRef idx="3">
            <a:schemeClr val="dk1"/>
          </a:lnRef>
          <a:fillRef idx="0">
            <a:schemeClr val="dk1"/>
          </a:fillRef>
          <a:effectRef idx="2">
            <a:schemeClr val="dk1"/>
          </a:effectRef>
          <a:fontRef idx="minor">
            <a:schemeClr val="tx1"/>
          </a:fontRef>
        </p:style>
      </p:cxnSp>
      <p:cxnSp>
        <p:nvCxnSpPr>
          <p:cNvPr id="5" name="Straight Connector 4">
            <a:extLst>
              <a:ext uri="{FF2B5EF4-FFF2-40B4-BE49-F238E27FC236}">
                <a16:creationId xmlns:a16="http://schemas.microsoft.com/office/drawing/2014/main" id="{2A8AE509-E478-26EB-104B-84B2E0F96506}"/>
              </a:ext>
            </a:extLst>
          </p:cNvPr>
          <p:cNvCxnSpPr>
            <a:cxnSpLocks/>
          </p:cNvCxnSpPr>
          <p:nvPr/>
        </p:nvCxnSpPr>
        <p:spPr>
          <a:xfrm flipV="1">
            <a:off x="6063341" y="583941"/>
            <a:ext cx="0" cy="5914829"/>
          </a:xfrm>
          <a:prstGeom prst="line">
            <a:avLst/>
          </a:prstGeom>
        </p:spPr>
        <p:style>
          <a:lnRef idx="3">
            <a:schemeClr val="dk1"/>
          </a:lnRef>
          <a:fillRef idx="0">
            <a:schemeClr val="dk1"/>
          </a:fillRef>
          <a:effectRef idx="2">
            <a:schemeClr val="dk1"/>
          </a:effectRef>
          <a:fontRef idx="minor">
            <a:schemeClr val="tx1"/>
          </a:fontRef>
        </p:style>
      </p:cxnSp>
      <p:sp>
        <p:nvSpPr>
          <p:cNvPr id="6" name="TextBox 5">
            <a:extLst>
              <a:ext uri="{FF2B5EF4-FFF2-40B4-BE49-F238E27FC236}">
                <a16:creationId xmlns:a16="http://schemas.microsoft.com/office/drawing/2014/main" id="{A6FB63BE-F9BF-88DC-1801-7A5BBC217531}"/>
              </a:ext>
            </a:extLst>
          </p:cNvPr>
          <p:cNvSpPr txBox="1"/>
          <p:nvPr/>
        </p:nvSpPr>
        <p:spPr>
          <a:xfrm>
            <a:off x="209503" y="3245127"/>
            <a:ext cx="5802088" cy="2983189"/>
          </a:xfrm>
          <a:prstGeom prst="rect">
            <a:avLst/>
          </a:prstGeom>
          <a:noFill/>
        </p:spPr>
        <p:txBody>
          <a:bodyPr wrap="square" lIns="91440" tIns="45720" rIns="91440" bIns="45720" rtlCol="0" anchor="t">
            <a:spAutoFit/>
          </a:bodyPr>
          <a:lstStyle/>
          <a:p>
            <a:r>
              <a:rPr lang="en-US" u="sng"/>
              <a:t>Assumptions/Constraints:</a:t>
            </a:r>
          </a:p>
          <a:p>
            <a:pPr marL="342900" marR="0" lvl="0" indent="-342900">
              <a:lnSpc>
                <a:spcPct val="104000"/>
              </a:lnSpc>
              <a:spcBef>
                <a:spcPts val="0"/>
              </a:spcBef>
              <a:spcAft>
                <a:spcPts val="0"/>
              </a:spcAft>
              <a:buFont typeface="Wingdings" panose="05000000000000000000" pitchFamily="2" charset="2"/>
              <a:buChar char="Ø"/>
            </a:pPr>
            <a:r>
              <a:rPr lang="en-US" sz="1600">
                <a:solidFill>
                  <a:srgbClr val="002060"/>
                </a:solidFill>
                <a:latin typeface="Times New Roman"/>
                <a:cs typeface="Times New Roman"/>
              </a:rPr>
              <a:t>Stakeholders will be available to provide input for the duration of the project.</a:t>
            </a:r>
          </a:p>
          <a:p>
            <a:pPr marL="342900" marR="0" lvl="0" indent="-342900">
              <a:lnSpc>
                <a:spcPct val="104000"/>
              </a:lnSpc>
              <a:spcBef>
                <a:spcPts val="0"/>
              </a:spcBef>
              <a:spcAft>
                <a:spcPts val="25"/>
              </a:spcAft>
              <a:buFont typeface="Wingdings" panose="05000000000000000000" pitchFamily="2" charset="2"/>
              <a:buChar char="Ø"/>
            </a:pPr>
            <a:r>
              <a:rPr lang="en-US" sz="1600">
                <a:solidFill>
                  <a:srgbClr val="002060"/>
                </a:solidFill>
                <a:latin typeface="Times New Roman"/>
                <a:cs typeface="Times New Roman"/>
              </a:rPr>
              <a:t>Stakeholders will meet with teams on a periodic basis to check progress.</a:t>
            </a:r>
          </a:p>
          <a:p>
            <a:pPr marL="342900" marR="0" lvl="0" indent="-342900">
              <a:lnSpc>
                <a:spcPct val="104000"/>
              </a:lnSpc>
              <a:spcBef>
                <a:spcPts val="0"/>
              </a:spcBef>
              <a:spcAft>
                <a:spcPts val="0"/>
              </a:spcAft>
              <a:buFont typeface="Wingdings" panose="05000000000000000000" pitchFamily="2" charset="2"/>
              <a:buChar char="Ø"/>
            </a:pPr>
            <a:r>
              <a:rPr lang="en-US" sz="1600">
                <a:solidFill>
                  <a:srgbClr val="002060"/>
                </a:solidFill>
                <a:latin typeface="Times New Roman"/>
                <a:cs typeface="Times New Roman"/>
              </a:rPr>
              <a:t>Teams will engage with stakeholders early and throughout the project to ensure that their needs are understood and addressed.</a:t>
            </a:r>
          </a:p>
          <a:p>
            <a:pPr marL="342900" indent="-342900">
              <a:lnSpc>
                <a:spcPct val="104000"/>
              </a:lnSpc>
              <a:spcAft>
                <a:spcPts val="25"/>
              </a:spcAft>
              <a:buFont typeface="Wingdings" panose="05000000000000000000" pitchFamily="2" charset="2"/>
              <a:buChar char="Ø"/>
            </a:pPr>
            <a:r>
              <a:rPr lang="en-US" sz="1600">
                <a:solidFill>
                  <a:srgbClr val="002060"/>
                </a:solidFill>
                <a:latin typeface="Times New Roman"/>
                <a:cs typeface="Times New Roman"/>
              </a:rPr>
              <a:t>The project will need to be completed by </a:t>
            </a:r>
            <a:r>
              <a:rPr lang="en-US" sz="1600" b="1">
                <a:solidFill>
                  <a:srgbClr val="002060"/>
                </a:solidFill>
                <a:latin typeface="Times New Roman"/>
                <a:cs typeface="Times New Roman"/>
              </a:rPr>
              <a:t>7/28/2025 at 9 AM EST</a:t>
            </a:r>
            <a:r>
              <a:rPr lang="en-US" sz="1600">
                <a:solidFill>
                  <a:srgbClr val="002060"/>
                </a:solidFill>
                <a:latin typeface="Times New Roman"/>
                <a:cs typeface="Times New Roman"/>
              </a:rPr>
              <a:t>.</a:t>
            </a:r>
            <a:r>
              <a:rPr lang="en-US" sz="1600">
                <a:solidFill>
                  <a:srgbClr val="002060"/>
                </a:solidFill>
                <a:effectLst/>
                <a:latin typeface="Times New Roman"/>
                <a:ea typeface="Times New Roman" panose="02020603050405020304" pitchFamily="18" charset="0"/>
                <a:cs typeface="Times New Roman"/>
              </a:rPr>
              <a:t>  </a:t>
            </a:r>
          </a:p>
          <a:p>
            <a:pPr marR="0" lvl="0">
              <a:lnSpc>
                <a:spcPct val="104000"/>
              </a:lnSpc>
              <a:spcBef>
                <a:spcPts val="0"/>
              </a:spcBef>
              <a:spcAft>
                <a:spcPts val="25"/>
              </a:spcAft>
            </a:pPr>
            <a:endParaRPr lang="en-US" sz="1600">
              <a:solidFill>
                <a:srgbClr val="000000"/>
              </a:solidFill>
              <a:effectLst/>
              <a:latin typeface="Times New Roman" panose="02020603050405020304" pitchFamily="18" charset="0"/>
              <a:ea typeface="Times New Roman" panose="02020603050405020304" pitchFamily="18" charset="0"/>
              <a:cs typeface="Times New Roman"/>
            </a:endParaRPr>
          </a:p>
          <a:p>
            <a:endParaRPr lang="en-US"/>
          </a:p>
        </p:txBody>
      </p:sp>
      <p:sp>
        <p:nvSpPr>
          <p:cNvPr id="8" name="TextBox 7">
            <a:extLst>
              <a:ext uri="{FF2B5EF4-FFF2-40B4-BE49-F238E27FC236}">
                <a16:creationId xmlns:a16="http://schemas.microsoft.com/office/drawing/2014/main" id="{56D0A7CA-8F83-28DB-B233-458F48DE8FD6}"/>
              </a:ext>
            </a:extLst>
          </p:cNvPr>
          <p:cNvSpPr txBox="1"/>
          <p:nvPr/>
        </p:nvSpPr>
        <p:spPr>
          <a:xfrm>
            <a:off x="6116052" y="373370"/>
            <a:ext cx="5894720" cy="2634334"/>
          </a:xfrm>
          <a:prstGeom prst="rect">
            <a:avLst/>
          </a:prstGeom>
          <a:noFill/>
        </p:spPr>
        <p:txBody>
          <a:bodyPr wrap="square" lIns="91440" tIns="45720" rIns="91440" bIns="45720" rtlCol="0" anchor="t">
            <a:spAutoFit/>
          </a:bodyPr>
          <a:lstStyle/>
          <a:p>
            <a:r>
              <a:rPr lang="en-US" u="sng"/>
              <a:t>Deliverables:</a:t>
            </a:r>
          </a:p>
          <a:p>
            <a:pPr marL="285750" indent="-285750">
              <a:lnSpc>
                <a:spcPct val="90000"/>
              </a:lnSpc>
              <a:spcBef>
                <a:spcPts val="1000"/>
              </a:spcBef>
              <a:buFont typeface="Wingdings,Sans-Serif" panose="05000000000000000000" pitchFamily="2" charset="2"/>
              <a:buChar char="Ø"/>
            </a:pPr>
            <a:r>
              <a:rPr lang="en-US" sz="1400">
                <a:solidFill>
                  <a:srgbClr val="000000"/>
                </a:solidFill>
                <a:latin typeface="Times New Roman"/>
                <a:cs typeface="Times New Roman"/>
              </a:rPr>
              <a:t>Trade Study Analysis for Down Select of thermocouple </a:t>
            </a:r>
          </a:p>
          <a:p>
            <a:pPr marL="285750" indent="-285750">
              <a:lnSpc>
                <a:spcPct val="90000"/>
              </a:lnSpc>
              <a:spcBef>
                <a:spcPts val="1000"/>
              </a:spcBef>
              <a:buFont typeface="Wingdings,Sans-Serif" panose="05000000000000000000" pitchFamily="2" charset="2"/>
              <a:buChar char="Ø"/>
            </a:pPr>
            <a:r>
              <a:rPr lang="en-US" sz="1400">
                <a:solidFill>
                  <a:srgbClr val="000000"/>
                </a:solidFill>
                <a:latin typeface="Times New Roman"/>
                <a:cs typeface="Times New Roman"/>
              </a:rPr>
              <a:t>Requirements Verification Plan </a:t>
            </a:r>
          </a:p>
          <a:p>
            <a:pPr marL="285750" indent="-285750">
              <a:lnSpc>
                <a:spcPct val="90000"/>
              </a:lnSpc>
              <a:spcBef>
                <a:spcPts val="1000"/>
              </a:spcBef>
              <a:buFont typeface="Wingdings,Sans-Serif" panose="05000000000000000000" pitchFamily="2" charset="2"/>
              <a:buChar char="Ø"/>
            </a:pPr>
            <a:r>
              <a:rPr lang="en-US" sz="1400">
                <a:solidFill>
                  <a:srgbClr val="000000"/>
                </a:solidFill>
                <a:latin typeface="Times New Roman"/>
                <a:cs typeface="Times New Roman"/>
              </a:rPr>
              <a:t>API for Integration with STORM Lite </a:t>
            </a:r>
          </a:p>
          <a:p>
            <a:pPr marL="285750" indent="-285750">
              <a:lnSpc>
                <a:spcPct val="90000"/>
              </a:lnSpc>
              <a:spcBef>
                <a:spcPts val="1000"/>
              </a:spcBef>
              <a:buFont typeface="Wingdings,Sans-Serif" panose="05000000000000000000" pitchFamily="2" charset="2"/>
              <a:buChar char="Ø"/>
            </a:pPr>
            <a:r>
              <a:rPr lang="en-US" sz="1400">
                <a:solidFill>
                  <a:srgbClr val="000000"/>
                </a:solidFill>
                <a:latin typeface="Times New Roman"/>
                <a:cs typeface="Times New Roman"/>
              </a:rPr>
              <a:t>Web-Page GUI </a:t>
            </a:r>
          </a:p>
          <a:p>
            <a:pPr marL="285750" indent="-285750">
              <a:lnSpc>
                <a:spcPct val="90000"/>
              </a:lnSpc>
              <a:spcBef>
                <a:spcPts val="1000"/>
              </a:spcBef>
              <a:buFont typeface="Wingdings,Sans-Serif" panose="05000000000000000000" pitchFamily="2" charset="2"/>
              <a:buChar char="Ø"/>
            </a:pPr>
            <a:r>
              <a:rPr lang="en-US" sz="1400">
                <a:solidFill>
                  <a:srgbClr val="000000"/>
                </a:solidFill>
                <a:latin typeface="Times New Roman"/>
                <a:cs typeface="Times New Roman"/>
              </a:rPr>
              <a:t>Functional Product with Sensor </a:t>
            </a:r>
          </a:p>
          <a:p>
            <a:pPr marL="285750" indent="-285750">
              <a:lnSpc>
                <a:spcPct val="90000"/>
              </a:lnSpc>
              <a:spcBef>
                <a:spcPts val="1000"/>
              </a:spcBef>
              <a:buFont typeface="Wingdings,Sans-Serif" panose="05000000000000000000" pitchFamily="2" charset="2"/>
              <a:buChar char="Ø"/>
            </a:pPr>
            <a:r>
              <a:rPr lang="en-US" sz="1400">
                <a:solidFill>
                  <a:srgbClr val="000000"/>
                </a:solidFill>
                <a:latin typeface="Times New Roman"/>
                <a:cs typeface="Times New Roman"/>
              </a:rPr>
              <a:t>HW Model of sensor using Creo, or other related modeling software </a:t>
            </a:r>
          </a:p>
          <a:p>
            <a:pPr marL="285750" indent="-285750">
              <a:lnSpc>
                <a:spcPct val="90000"/>
              </a:lnSpc>
              <a:spcBef>
                <a:spcPts val="1000"/>
              </a:spcBef>
              <a:buFont typeface="Wingdings,Sans-Serif" panose="05000000000000000000" pitchFamily="2" charset="2"/>
              <a:buChar char="Ø"/>
            </a:pPr>
            <a:r>
              <a:rPr lang="en-US" sz="1400">
                <a:solidFill>
                  <a:srgbClr val="000000"/>
                </a:solidFill>
                <a:latin typeface="Times New Roman"/>
                <a:cs typeface="Times New Roman"/>
              </a:rPr>
              <a:t>Final PowerPoint Presentation with organization chart of assigned roles</a:t>
            </a:r>
            <a:endParaRPr lang="en-US" sz="1400">
              <a:latin typeface="Times New Roman"/>
            </a:endParaRPr>
          </a:p>
        </p:txBody>
      </p:sp>
      <p:sp>
        <p:nvSpPr>
          <p:cNvPr id="9" name="TextBox 8">
            <a:extLst>
              <a:ext uri="{FF2B5EF4-FFF2-40B4-BE49-F238E27FC236}">
                <a16:creationId xmlns:a16="http://schemas.microsoft.com/office/drawing/2014/main" id="{B1CD0270-964E-77D3-E274-66C96C2FC4CF}"/>
              </a:ext>
            </a:extLst>
          </p:cNvPr>
          <p:cNvSpPr txBox="1"/>
          <p:nvPr/>
        </p:nvSpPr>
        <p:spPr>
          <a:xfrm>
            <a:off x="6062399" y="3145769"/>
            <a:ext cx="6242018" cy="3773469"/>
          </a:xfrm>
          <a:prstGeom prst="rect">
            <a:avLst/>
          </a:prstGeom>
          <a:noFill/>
        </p:spPr>
        <p:txBody>
          <a:bodyPr wrap="square" lIns="91440" tIns="45720" rIns="91440" bIns="45720" rtlCol="0" anchor="t">
            <a:spAutoFit/>
          </a:bodyPr>
          <a:lstStyle/>
          <a:p>
            <a:r>
              <a:rPr lang="en-US" u="sng"/>
              <a:t>Requirements:</a:t>
            </a:r>
            <a:r>
              <a:rPr lang="en-US"/>
              <a:t> </a:t>
            </a:r>
            <a:r>
              <a:rPr lang="en-US" sz="1400"/>
              <a:t>(Most of the Functional)</a:t>
            </a:r>
            <a:endParaRPr lang="en-US"/>
          </a:p>
          <a:p>
            <a:pPr marL="457200" indent="-285750">
              <a:lnSpc>
                <a:spcPct val="107000"/>
              </a:lnSpc>
              <a:buFont typeface="Wingdings" panose="05000000000000000000" pitchFamily="2" charset="2"/>
              <a:buChar char="Ø"/>
            </a:pPr>
            <a:r>
              <a:rPr lang="en-US" sz="1600">
                <a:solidFill>
                  <a:srgbClr val="002060"/>
                </a:solidFill>
                <a:latin typeface="Times New Roman"/>
                <a:cs typeface="Times New Roman"/>
              </a:rPr>
              <a:t>Solution must be TAA Compliant </a:t>
            </a:r>
          </a:p>
          <a:p>
            <a:pPr marL="971550" lvl="1" indent="-285750">
              <a:buFont typeface="Wingdings" panose="05000000000000000000" pitchFamily="2" charset="2"/>
              <a:buChar char="Ø"/>
            </a:pPr>
            <a:r>
              <a:rPr lang="en-US" sz="1600">
                <a:hlinkClick r:id="rId2"/>
              </a:rPr>
              <a:t>https://gsa.federalschedules.com/resources/taa-designated-countries/</a:t>
            </a:r>
            <a:endParaRPr lang="en-US" sz="1600">
              <a:ea typeface="Calibri"/>
              <a:cs typeface="Calibri"/>
            </a:endParaRPr>
          </a:p>
          <a:p>
            <a:pPr marL="457200" indent="-285750">
              <a:lnSpc>
                <a:spcPct val="107000"/>
              </a:lnSpc>
              <a:buFont typeface="Wingdings" panose="05000000000000000000" pitchFamily="2" charset="2"/>
              <a:buChar char="Ø"/>
            </a:pPr>
            <a:r>
              <a:rPr lang="en-US" sz="1600">
                <a:solidFill>
                  <a:srgbClr val="002060"/>
                </a:solidFill>
                <a:latin typeface="Times New Roman"/>
                <a:cs typeface="Times New Roman"/>
              </a:rPr>
              <a:t>Sensor must be capable of operating in a MIL-PRF-28800 CLASS I Environment </a:t>
            </a:r>
          </a:p>
          <a:p>
            <a:pPr marL="457200" indent="-285750">
              <a:lnSpc>
                <a:spcPct val="107000"/>
              </a:lnSpc>
              <a:buFont typeface="Wingdings" panose="05000000000000000000" pitchFamily="2" charset="2"/>
              <a:buChar char="Ø"/>
            </a:pPr>
            <a:r>
              <a:rPr lang="en-US" sz="1600">
                <a:solidFill>
                  <a:srgbClr val="002060"/>
                </a:solidFill>
                <a:latin typeface="Times New Roman"/>
                <a:cs typeface="Times New Roman"/>
              </a:rPr>
              <a:t>Sensor must detect temperatures beyond limits of the MIL-PRF-28800 CLASS I Environment </a:t>
            </a:r>
          </a:p>
          <a:p>
            <a:pPr marL="914400" lvl="1" indent="-285750">
              <a:lnSpc>
                <a:spcPct val="107000"/>
              </a:lnSpc>
              <a:buFont typeface="Wingdings" panose="05000000000000000000" pitchFamily="2" charset="2"/>
              <a:buChar char="Ø"/>
            </a:pPr>
            <a:r>
              <a:rPr lang="en-US" sz="1600">
                <a:solidFill>
                  <a:srgbClr val="002060"/>
                </a:solidFill>
                <a:latin typeface="Times New Roman"/>
                <a:cs typeface="Times New Roman"/>
              </a:rPr>
              <a:t>Section 3.8.2. MIL-PRF-28800G</a:t>
            </a:r>
            <a:endParaRPr lang="en-US" sz="1600">
              <a:solidFill>
                <a:srgbClr val="002060"/>
              </a:solidFill>
              <a:latin typeface="Times New Roman" panose="02020603050405020304" pitchFamily="18" charset="0"/>
              <a:cs typeface="Times New Roman"/>
            </a:endParaRPr>
          </a:p>
          <a:p>
            <a:pPr marL="457200" indent="-285750">
              <a:lnSpc>
                <a:spcPct val="107000"/>
              </a:lnSpc>
              <a:buFont typeface="Wingdings" panose="05000000000000000000" pitchFamily="2" charset="2"/>
              <a:buChar char="Ø"/>
            </a:pPr>
            <a:r>
              <a:rPr lang="en-US" sz="1600">
                <a:solidFill>
                  <a:srgbClr val="002060"/>
                </a:solidFill>
                <a:latin typeface="Times New Roman"/>
                <a:cs typeface="Times New Roman"/>
              </a:rPr>
              <a:t>Software communication shall be via an industry standard communication interface</a:t>
            </a:r>
          </a:p>
          <a:p>
            <a:pPr marL="457200" indent="-285750">
              <a:lnSpc>
                <a:spcPct val="107000"/>
              </a:lnSpc>
              <a:buFont typeface="Wingdings" panose="05000000000000000000" pitchFamily="2" charset="2"/>
              <a:buChar char="Ø"/>
            </a:pPr>
            <a:r>
              <a:rPr lang="en-US" sz="1600">
                <a:solidFill>
                  <a:srgbClr val="002060"/>
                </a:solidFill>
                <a:latin typeface="Times New Roman"/>
                <a:cs typeface="Times New Roman"/>
              </a:rPr>
              <a:t>Hardware interface shall be that of a standard PC (may include USB, USB-C, Ethernet, Serial).</a:t>
            </a:r>
          </a:p>
          <a:p>
            <a:endParaRPr lang="en-US"/>
          </a:p>
        </p:txBody>
      </p:sp>
      <p:sp>
        <p:nvSpPr>
          <p:cNvPr id="10" name="TextBox 9">
            <a:extLst>
              <a:ext uri="{FF2B5EF4-FFF2-40B4-BE49-F238E27FC236}">
                <a16:creationId xmlns:a16="http://schemas.microsoft.com/office/drawing/2014/main" id="{A42788C6-25D4-F574-6126-D54E6EEC4F95}"/>
              </a:ext>
            </a:extLst>
          </p:cNvPr>
          <p:cNvSpPr txBox="1"/>
          <p:nvPr/>
        </p:nvSpPr>
        <p:spPr>
          <a:xfrm>
            <a:off x="293912" y="583941"/>
            <a:ext cx="5540830" cy="2658292"/>
          </a:xfrm>
          <a:prstGeom prst="rect">
            <a:avLst/>
          </a:prstGeom>
          <a:noFill/>
        </p:spPr>
        <p:txBody>
          <a:bodyPr wrap="square" rtlCol="0">
            <a:spAutoFit/>
          </a:bodyPr>
          <a:lstStyle/>
          <a:p>
            <a:r>
              <a:rPr lang="en-US" u="sng"/>
              <a:t>Scope / Background: </a:t>
            </a:r>
            <a:r>
              <a:rPr lang="en-US"/>
              <a:t>(Simplified)</a:t>
            </a:r>
          </a:p>
          <a:p>
            <a:pPr marL="285750" marR="0" indent="-285750">
              <a:lnSpc>
                <a:spcPct val="104000"/>
              </a:lnSpc>
              <a:spcBef>
                <a:spcPts val="0"/>
              </a:spcBef>
              <a:spcAft>
                <a:spcPts val="25"/>
              </a:spcAft>
              <a:buFont typeface="Wingdings" panose="05000000000000000000" pitchFamily="2" charset="2"/>
              <a:buChar char="Ø"/>
            </a:pPr>
            <a:r>
              <a:rPr lang="en-US" sz="1600">
                <a:solidFill>
                  <a:srgbClr val="002060"/>
                </a:solidFill>
                <a:latin typeface="Times New Roman" panose="02020603050405020304" pitchFamily="18" charset="0"/>
              </a:rPr>
              <a:t>Teams are expected to assess requirements and DoD Standards for identifying solution for MIL-PRF-28800 CLASS I environment and integrate a solution into the STORM Lite baseline.</a:t>
            </a:r>
          </a:p>
          <a:p>
            <a:pPr marL="285750" indent="-285750">
              <a:lnSpc>
                <a:spcPct val="104000"/>
              </a:lnSpc>
              <a:spcAft>
                <a:spcPts val="25"/>
              </a:spcAft>
              <a:buFont typeface="Wingdings" panose="05000000000000000000" pitchFamily="2" charset="2"/>
              <a:buChar char="Ø"/>
            </a:pPr>
            <a:r>
              <a:rPr lang="en-US" sz="1600" b="1">
                <a:solidFill>
                  <a:srgbClr val="002060"/>
                </a:solidFill>
                <a:latin typeface="Times New Roman" panose="02020603050405020304" pitchFamily="18" charset="0"/>
              </a:rPr>
              <a:t>Background</a:t>
            </a:r>
            <a:r>
              <a:rPr lang="en-US" sz="1600">
                <a:solidFill>
                  <a:srgbClr val="002060"/>
                </a:solidFill>
                <a:latin typeface="Times New Roman" panose="02020603050405020304" pitchFamily="18" charset="0"/>
              </a:rPr>
              <a:t>: A new sensor must be identified. Initial research on other LM Automated Test Equipment identified non-optimal solutions (LM-CORE, eCASS, COLT – Too large/complex for the use case)</a:t>
            </a:r>
          </a:p>
          <a:p>
            <a:pPr marR="0">
              <a:lnSpc>
                <a:spcPct val="104000"/>
              </a:lnSpc>
              <a:spcBef>
                <a:spcPts val="0"/>
              </a:spcBef>
              <a:spcAft>
                <a:spcPts val="25"/>
              </a:spcAft>
            </a:pPr>
            <a:endParaRPr lang="en-US" sz="1600">
              <a:solidFill>
                <a:srgbClr val="002060"/>
              </a:solidFill>
              <a:latin typeface="Times New Roman" panose="02020603050405020304" pitchFamily="18" charset="0"/>
            </a:endParaRPr>
          </a:p>
        </p:txBody>
      </p:sp>
      <p:sp>
        <p:nvSpPr>
          <p:cNvPr id="11" name="TextBox 10">
            <a:extLst>
              <a:ext uri="{FF2B5EF4-FFF2-40B4-BE49-F238E27FC236}">
                <a16:creationId xmlns:a16="http://schemas.microsoft.com/office/drawing/2014/main" id="{188609BD-3547-F36D-8737-C71705E62C32}"/>
              </a:ext>
            </a:extLst>
          </p:cNvPr>
          <p:cNvSpPr txBox="1"/>
          <p:nvPr/>
        </p:nvSpPr>
        <p:spPr>
          <a:xfrm>
            <a:off x="10333338" y="0"/>
            <a:ext cx="1858574" cy="369332"/>
          </a:xfrm>
          <a:prstGeom prst="rect">
            <a:avLst/>
          </a:prstGeom>
          <a:noFill/>
        </p:spPr>
        <p:txBody>
          <a:bodyPr wrap="square" lIns="91440" tIns="45720" rIns="91440" bIns="45720" rtlCol="0" anchor="t">
            <a:spAutoFit/>
          </a:bodyPr>
          <a:lstStyle/>
          <a:p>
            <a:r>
              <a:rPr lang="en-US"/>
              <a:t>Project </a:t>
            </a:r>
            <a:r>
              <a:rPr lang="en-US" b="1">
                <a:ea typeface="+mn-lt"/>
                <a:cs typeface="+mn-lt"/>
              </a:rPr>
              <a:t>TEMPER</a:t>
            </a:r>
            <a:endParaRPr lang="en-US">
              <a:ea typeface="Calibri"/>
              <a:cs typeface="Calibri"/>
            </a:endParaRPr>
          </a:p>
        </p:txBody>
      </p:sp>
    </p:spTree>
    <p:extLst>
      <p:ext uri="{BB962C8B-B14F-4D97-AF65-F5344CB8AC3E}">
        <p14:creationId xmlns:p14="http://schemas.microsoft.com/office/powerpoint/2010/main" val="1057668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D7AC10-94C1-13E8-D1C7-5F5233B6E9C0}"/>
              </a:ext>
            </a:extLst>
          </p:cNvPr>
          <p:cNvSpPr>
            <a:spLocks noGrp="1"/>
          </p:cNvSpPr>
          <p:nvPr>
            <p:ph type="title"/>
          </p:nvPr>
        </p:nvSpPr>
        <p:spPr/>
        <p:txBody>
          <a:bodyPr/>
          <a:lstStyle/>
          <a:p>
            <a:r>
              <a:rPr lang="en-US"/>
              <a:t>Sensor Selection Criteria</a:t>
            </a:r>
          </a:p>
        </p:txBody>
      </p:sp>
      <p:sp>
        <p:nvSpPr>
          <p:cNvPr id="6" name="Content Placeholder 1">
            <a:extLst>
              <a:ext uri="{FF2B5EF4-FFF2-40B4-BE49-F238E27FC236}">
                <a16:creationId xmlns:a16="http://schemas.microsoft.com/office/drawing/2014/main" id="{7535BA4A-E215-E375-9623-76786EA3AB06}"/>
              </a:ext>
            </a:extLst>
          </p:cNvPr>
          <p:cNvSpPr>
            <a:spLocks noGrp="1"/>
          </p:cNvSpPr>
          <p:nvPr>
            <p:ph sz="quarter" idx="12"/>
          </p:nvPr>
        </p:nvSpPr>
        <p:spPr>
          <a:xfrm>
            <a:off x="612775" y="1331913"/>
            <a:ext cx="2791437" cy="4240984"/>
          </a:xfrm>
        </p:spPr>
        <p:txBody>
          <a:bodyPr vert="horz" lIns="91440" tIns="45720" rIns="91440" bIns="45720" rtlCol="0" anchor="t">
            <a:normAutofit lnSpcReduction="10000"/>
          </a:bodyPr>
          <a:lstStyle/>
          <a:p>
            <a:pPr marL="342900" indent="-342900">
              <a:buFont typeface="Wingdings"/>
              <a:buChar char="Ø"/>
            </a:pPr>
            <a:r>
              <a:rPr lang="en-US">
                <a:latin typeface="Arial"/>
                <a:cs typeface="Arial"/>
              </a:rPr>
              <a:t>Trade study template, also in SOW</a:t>
            </a:r>
          </a:p>
          <a:p>
            <a:pPr marL="342900" indent="-342900">
              <a:buFont typeface="Wingdings"/>
              <a:buChar char="Ø"/>
            </a:pPr>
            <a:r>
              <a:rPr lang="en-US">
                <a:latin typeface="Arial"/>
                <a:cs typeface="Arial"/>
              </a:rPr>
              <a:t>Meets high-level requirements</a:t>
            </a:r>
            <a:endParaRPr lang="en-US"/>
          </a:p>
          <a:p>
            <a:pPr marL="342900" indent="-342900">
              <a:buFont typeface="Wingdings"/>
              <a:buChar char="Ø"/>
            </a:pPr>
            <a:r>
              <a:rPr lang="en-US" err="1">
                <a:latin typeface="Arial"/>
                <a:cs typeface="Arial"/>
              </a:rPr>
              <a:t>SWaP</a:t>
            </a:r>
            <a:r>
              <a:rPr lang="en-US">
                <a:latin typeface="Arial"/>
                <a:cs typeface="Arial"/>
              </a:rPr>
              <a:t>-C</a:t>
            </a:r>
          </a:p>
          <a:p>
            <a:pPr marL="1028700" lvl="1" indent="-342900">
              <a:buFont typeface="Wingdings" panose="020B0604020202020204" pitchFamily="34" charset="0"/>
              <a:buChar char="Ø"/>
            </a:pPr>
            <a:r>
              <a:rPr lang="en-US"/>
              <a:t>Size</a:t>
            </a:r>
            <a:endParaRPr lang="en-US">
              <a:ea typeface="Calibri" panose="020F0502020204030204"/>
              <a:cs typeface="Calibri" panose="020F0502020204030204"/>
            </a:endParaRPr>
          </a:p>
          <a:p>
            <a:pPr marL="1028700" lvl="1" indent="-342900">
              <a:buFont typeface="Wingdings" panose="020B0604020202020204" pitchFamily="34" charset="0"/>
              <a:buChar char="Ø"/>
            </a:pPr>
            <a:r>
              <a:rPr lang="en-US"/>
              <a:t>Weight</a:t>
            </a:r>
            <a:br>
              <a:rPr lang="en-US"/>
            </a:br>
            <a:r>
              <a:rPr lang="en-US"/>
              <a:t>Power</a:t>
            </a:r>
            <a:endParaRPr lang="en-US">
              <a:ea typeface="Calibri" panose="020F0502020204030204"/>
              <a:cs typeface="Calibri" panose="020F0502020204030204"/>
            </a:endParaRPr>
          </a:p>
          <a:p>
            <a:pPr marL="1028700" lvl="1" indent="-342900">
              <a:buFont typeface="Wingdings" panose="020B0604020202020204" pitchFamily="34" charset="0"/>
              <a:buChar char="Ø"/>
            </a:pPr>
            <a:r>
              <a:rPr lang="en-US"/>
              <a:t>Cost</a:t>
            </a:r>
            <a:endParaRPr lang="en-US">
              <a:ea typeface="Calibri" panose="020F0502020204030204"/>
              <a:cs typeface="Calibri" panose="020F0502020204030204"/>
            </a:endParaRPr>
          </a:p>
          <a:p>
            <a:pPr marL="342900" indent="-342900">
              <a:buFont typeface="Wingdings"/>
              <a:buChar char="Ø"/>
            </a:pPr>
            <a:r>
              <a:rPr lang="en-US">
                <a:latin typeface="Arial"/>
                <a:cs typeface="Arial"/>
              </a:rPr>
              <a:t>Reliability (Mean Time Between Failure)</a:t>
            </a:r>
          </a:p>
          <a:p>
            <a:pPr marL="342900" indent="-342900">
              <a:buFont typeface="Wingdings"/>
              <a:buChar char="Ø"/>
            </a:pPr>
            <a:r>
              <a:rPr lang="en-US">
                <a:latin typeface="Arial"/>
                <a:cs typeface="Arial"/>
              </a:rPr>
              <a:t>Long-term supportability</a:t>
            </a:r>
          </a:p>
          <a:p>
            <a:pPr marL="342900" indent="-342900">
              <a:buFont typeface="Wingdings"/>
              <a:buChar char="Ø"/>
            </a:pPr>
            <a:r>
              <a:rPr lang="en-US">
                <a:latin typeface="Arial"/>
                <a:cs typeface="Arial"/>
              </a:rPr>
              <a:t>Procurement lead time</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highlight>
                <a:srgbClr val="FFFF00"/>
              </a:highlight>
            </a:endParaRPr>
          </a:p>
        </p:txBody>
      </p:sp>
      <p:graphicFrame>
        <p:nvGraphicFramePr>
          <p:cNvPr id="2" name="Table 1">
            <a:extLst>
              <a:ext uri="{FF2B5EF4-FFF2-40B4-BE49-F238E27FC236}">
                <a16:creationId xmlns:a16="http://schemas.microsoft.com/office/drawing/2014/main" id="{B0CAEFF8-617F-A9C0-6EF5-1EFFF34FA2BE}"/>
              </a:ext>
            </a:extLst>
          </p:cNvPr>
          <p:cNvGraphicFramePr>
            <a:graphicFrameLocks noGrp="1"/>
          </p:cNvGraphicFramePr>
          <p:nvPr/>
        </p:nvGraphicFramePr>
        <p:xfrm>
          <a:off x="3966072" y="1189033"/>
          <a:ext cx="7613152" cy="3794760"/>
        </p:xfrm>
        <a:graphic>
          <a:graphicData uri="http://schemas.openxmlformats.org/drawingml/2006/table">
            <a:tbl>
              <a:tblPr firstRow="1" bandRow="1">
                <a:tableStyleId>{5C22544A-7EE6-4342-B048-85BDC9FD1C3A}</a:tableStyleId>
              </a:tblPr>
              <a:tblGrid>
                <a:gridCol w="1103789">
                  <a:extLst>
                    <a:ext uri="{9D8B030D-6E8A-4147-A177-3AD203B41FA5}">
                      <a16:colId xmlns:a16="http://schemas.microsoft.com/office/drawing/2014/main" val="145273744"/>
                    </a:ext>
                  </a:extLst>
                </a:gridCol>
                <a:gridCol w="1071398">
                  <a:extLst>
                    <a:ext uri="{9D8B030D-6E8A-4147-A177-3AD203B41FA5}">
                      <a16:colId xmlns:a16="http://schemas.microsoft.com/office/drawing/2014/main" val="2731725359"/>
                    </a:ext>
                  </a:extLst>
                </a:gridCol>
                <a:gridCol w="1087593">
                  <a:extLst>
                    <a:ext uri="{9D8B030D-6E8A-4147-A177-3AD203B41FA5}">
                      <a16:colId xmlns:a16="http://schemas.microsoft.com/office/drawing/2014/main" val="1906798564"/>
                    </a:ext>
                  </a:extLst>
                </a:gridCol>
                <a:gridCol w="1087593">
                  <a:extLst>
                    <a:ext uri="{9D8B030D-6E8A-4147-A177-3AD203B41FA5}">
                      <a16:colId xmlns:a16="http://schemas.microsoft.com/office/drawing/2014/main" val="2890923252"/>
                    </a:ext>
                  </a:extLst>
                </a:gridCol>
                <a:gridCol w="1087593">
                  <a:extLst>
                    <a:ext uri="{9D8B030D-6E8A-4147-A177-3AD203B41FA5}">
                      <a16:colId xmlns:a16="http://schemas.microsoft.com/office/drawing/2014/main" val="1107722844"/>
                    </a:ext>
                  </a:extLst>
                </a:gridCol>
                <a:gridCol w="1087593">
                  <a:extLst>
                    <a:ext uri="{9D8B030D-6E8A-4147-A177-3AD203B41FA5}">
                      <a16:colId xmlns:a16="http://schemas.microsoft.com/office/drawing/2014/main" val="4222682490"/>
                    </a:ext>
                  </a:extLst>
                </a:gridCol>
                <a:gridCol w="1087593">
                  <a:extLst>
                    <a:ext uri="{9D8B030D-6E8A-4147-A177-3AD203B41FA5}">
                      <a16:colId xmlns:a16="http://schemas.microsoft.com/office/drawing/2014/main" val="2343195696"/>
                    </a:ext>
                  </a:extLst>
                </a:gridCol>
              </a:tblGrid>
              <a:tr h="370840">
                <a:tc rowSpan="2">
                  <a:txBody>
                    <a:bodyPr/>
                    <a:lstStyle/>
                    <a:p>
                      <a:pPr algn="ctr"/>
                      <a:r>
                        <a:rPr lang="en-US" sz="1800" b="1"/>
                        <a:t>Criteria</a:t>
                      </a:r>
                      <a:endParaRPr lang="en-US" sz="1200" b="1"/>
                    </a:p>
                  </a:txBody>
                  <a:tcPr/>
                </a:tc>
                <a:tc gridSpan="2">
                  <a:txBody>
                    <a:bodyPr/>
                    <a:lstStyle/>
                    <a:p>
                      <a:pPr algn="ctr"/>
                      <a:r>
                        <a:rPr lang="en-US"/>
                        <a:t>Sensor A</a:t>
                      </a:r>
                    </a:p>
                  </a:txBody>
                  <a:tcPr/>
                </a:tc>
                <a:tc hMerge="1">
                  <a:txBody>
                    <a:bodyPr/>
                    <a:lstStyle/>
                    <a:p>
                      <a:endParaRPr lang="en-US"/>
                    </a:p>
                  </a:txBody>
                  <a:tcPr/>
                </a:tc>
                <a:tc gridSpan="2">
                  <a:txBody>
                    <a:bodyPr/>
                    <a:lstStyle/>
                    <a:p>
                      <a:pPr algn="ctr"/>
                      <a:r>
                        <a:rPr lang="en-US"/>
                        <a:t>Sensor B</a:t>
                      </a:r>
                    </a:p>
                  </a:txBody>
                  <a:tcPr/>
                </a:tc>
                <a:tc hMerge="1">
                  <a:txBody>
                    <a:bodyPr/>
                    <a:lstStyle/>
                    <a:p>
                      <a:endParaRPr lang="en-US"/>
                    </a:p>
                  </a:txBody>
                  <a:tcPr/>
                </a:tc>
                <a:tc gridSpan="2">
                  <a:txBody>
                    <a:bodyPr/>
                    <a:lstStyle/>
                    <a:p>
                      <a:pPr algn="ctr"/>
                      <a:r>
                        <a:rPr lang="en-US"/>
                        <a:t>Sensor C</a:t>
                      </a:r>
                    </a:p>
                  </a:txBody>
                  <a:tcPr/>
                </a:tc>
                <a:tc hMerge="1">
                  <a:txBody>
                    <a:bodyPr/>
                    <a:lstStyle/>
                    <a:p>
                      <a:endParaRPr lang="en-US"/>
                    </a:p>
                  </a:txBody>
                  <a:tcPr/>
                </a:tc>
                <a:extLst>
                  <a:ext uri="{0D108BD9-81ED-4DB2-BD59-A6C34878D82A}">
                    <a16:rowId xmlns:a16="http://schemas.microsoft.com/office/drawing/2014/main" val="1853752583"/>
                  </a:ext>
                </a:extLst>
              </a:tr>
              <a:tr h="370840">
                <a:tc vMerge="1">
                  <a:txBody>
                    <a:bodyPr/>
                    <a:lstStyle/>
                    <a:p>
                      <a:endParaRPr lang="en-US"/>
                    </a:p>
                  </a:txBody>
                  <a:tcPr/>
                </a:tc>
                <a:tc>
                  <a:txBody>
                    <a:bodyPr/>
                    <a:lstStyle/>
                    <a:p>
                      <a:pPr marL="0" algn="ctr" defTabSz="914400" rtl="0" eaLnBrk="1" latinLnBrk="0" hangingPunct="1"/>
                      <a:r>
                        <a:rPr lang="en-US" sz="1400" b="1" kern="1200">
                          <a:solidFill>
                            <a:schemeClr val="lt1"/>
                          </a:solidFill>
                          <a:latin typeface="+mn-lt"/>
                          <a:ea typeface="+mn-ea"/>
                          <a:cs typeface="+mn-cs"/>
                        </a:rPr>
                        <a:t>Score (1-5)</a:t>
                      </a:r>
                    </a:p>
                  </a:txBody>
                  <a:tcPr>
                    <a:solidFill>
                      <a:srgbClr val="4472C4"/>
                    </a:solidFill>
                  </a:tcPr>
                </a:tc>
                <a:tc>
                  <a:txBody>
                    <a:bodyPr/>
                    <a:lstStyle/>
                    <a:p>
                      <a:pPr marL="0" algn="ctr" defTabSz="914400" rtl="0" eaLnBrk="1" latinLnBrk="0" hangingPunct="1"/>
                      <a:r>
                        <a:rPr lang="en-US" sz="1400" b="1" kern="1200">
                          <a:solidFill>
                            <a:schemeClr val="lt1"/>
                          </a:solidFill>
                          <a:latin typeface="+mn-lt"/>
                          <a:ea typeface="+mn-ea"/>
                          <a:cs typeface="+mn-cs"/>
                        </a:rPr>
                        <a:t>Notation</a:t>
                      </a:r>
                    </a:p>
                  </a:txBody>
                  <a:tcPr>
                    <a:solidFill>
                      <a:srgbClr val="4472C4"/>
                    </a:solidFill>
                  </a:tcPr>
                </a:tc>
                <a:tc>
                  <a:txBody>
                    <a:bodyPr/>
                    <a:lstStyle/>
                    <a:p>
                      <a:pPr marL="0" algn="ctr" defTabSz="914400" rtl="0" eaLnBrk="1" latinLnBrk="0" hangingPunct="1"/>
                      <a:r>
                        <a:rPr lang="en-US" sz="1400" b="1" kern="1200">
                          <a:solidFill>
                            <a:schemeClr val="lt1"/>
                          </a:solidFill>
                          <a:latin typeface="+mn-lt"/>
                          <a:ea typeface="+mn-ea"/>
                          <a:cs typeface="+mn-cs"/>
                        </a:rPr>
                        <a:t>Score (1-5)</a:t>
                      </a:r>
                    </a:p>
                  </a:txBody>
                  <a:tcPr>
                    <a:solidFill>
                      <a:srgbClr val="4472C4"/>
                    </a:solidFill>
                  </a:tcPr>
                </a:tc>
                <a:tc>
                  <a:txBody>
                    <a:bodyPr/>
                    <a:lstStyle/>
                    <a:p>
                      <a:pPr marL="0" algn="ctr" defTabSz="914400" rtl="0" eaLnBrk="1" latinLnBrk="0" hangingPunct="1"/>
                      <a:r>
                        <a:rPr lang="en-US" sz="1400" b="1" kern="1200">
                          <a:solidFill>
                            <a:schemeClr val="lt1"/>
                          </a:solidFill>
                          <a:latin typeface="+mn-lt"/>
                          <a:ea typeface="+mn-ea"/>
                          <a:cs typeface="+mn-cs"/>
                        </a:rPr>
                        <a:t>Notation</a:t>
                      </a:r>
                    </a:p>
                  </a:txBody>
                  <a:tcPr>
                    <a:solidFill>
                      <a:srgbClr val="4472C4"/>
                    </a:solidFill>
                  </a:tcPr>
                </a:tc>
                <a:tc>
                  <a:txBody>
                    <a:bodyPr/>
                    <a:lstStyle/>
                    <a:p>
                      <a:pPr marL="0" algn="ctr" defTabSz="914400" rtl="0" eaLnBrk="1" latinLnBrk="0" hangingPunct="1"/>
                      <a:r>
                        <a:rPr lang="en-US" sz="1400" b="1" kern="1200">
                          <a:solidFill>
                            <a:schemeClr val="lt1"/>
                          </a:solidFill>
                          <a:latin typeface="+mn-lt"/>
                          <a:ea typeface="+mn-ea"/>
                          <a:cs typeface="+mn-cs"/>
                        </a:rPr>
                        <a:t>Score (1-5)</a:t>
                      </a:r>
                    </a:p>
                  </a:txBody>
                  <a:tcPr>
                    <a:solidFill>
                      <a:srgbClr val="4472C4"/>
                    </a:solidFill>
                  </a:tcPr>
                </a:tc>
                <a:tc>
                  <a:txBody>
                    <a:bodyPr/>
                    <a:lstStyle/>
                    <a:p>
                      <a:pPr marL="0" algn="ctr" defTabSz="914400" rtl="0" eaLnBrk="1" latinLnBrk="0" hangingPunct="1"/>
                      <a:r>
                        <a:rPr lang="en-US" sz="1400" b="1" kern="1200">
                          <a:solidFill>
                            <a:schemeClr val="lt1"/>
                          </a:solidFill>
                          <a:latin typeface="+mn-lt"/>
                          <a:ea typeface="+mn-ea"/>
                          <a:cs typeface="+mn-cs"/>
                        </a:rPr>
                        <a:t>Notation</a:t>
                      </a:r>
                    </a:p>
                  </a:txBody>
                  <a:tcPr>
                    <a:solidFill>
                      <a:srgbClr val="4472C4"/>
                    </a:solidFill>
                  </a:tcPr>
                </a:tc>
                <a:extLst>
                  <a:ext uri="{0D108BD9-81ED-4DB2-BD59-A6C34878D82A}">
                    <a16:rowId xmlns:a16="http://schemas.microsoft.com/office/drawing/2014/main" val="3744429254"/>
                  </a:ext>
                </a:extLst>
              </a:tr>
              <a:tr h="370840">
                <a:tc>
                  <a:txBody>
                    <a:bodyPr/>
                    <a:lstStyle/>
                    <a:p>
                      <a:r>
                        <a:rPr lang="en-US" sz="1200" b="1" kern="1200">
                          <a:solidFill>
                            <a:schemeClr val="lt1"/>
                          </a:solidFill>
                          <a:latin typeface="+mn-lt"/>
                          <a:ea typeface="+mn-ea"/>
                          <a:cs typeface="+mn-cs"/>
                        </a:rPr>
                        <a:t>Size</a:t>
                      </a:r>
                    </a:p>
                  </a:txBody>
                  <a:tcPr>
                    <a:solidFill>
                      <a:srgbClr val="4472C4"/>
                    </a:solidFill>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2492546550"/>
                  </a:ext>
                </a:extLst>
              </a:tr>
              <a:tr h="370840">
                <a:tc>
                  <a:txBody>
                    <a:bodyPr/>
                    <a:lstStyle/>
                    <a:p>
                      <a:r>
                        <a:rPr lang="en-US" sz="1200" b="1" kern="1200">
                          <a:solidFill>
                            <a:schemeClr val="lt1"/>
                          </a:solidFill>
                          <a:latin typeface="+mn-lt"/>
                          <a:ea typeface="+mn-ea"/>
                          <a:cs typeface="+mn-cs"/>
                        </a:rPr>
                        <a:t>Weight</a:t>
                      </a:r>
                    </a:p>
                  </a:txBody>
                  <a:tcPr>
                    <a:solidFill>
                      <a:srgbClr val="4472C4"/>
                    </a:solidFill>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2024648156"/>
                  </a:ext>
                </a:extLst>
              </a:tr>
              <a:tr h="370840">
                <a:tc>
                  <a:txBody>
                    <a:bodyPr/>
                    <a:lstStyle/>
                    <a:p>
                      <a:r>
                        <a:rPr lang="en-US" sz="1200" b="1" kern="1200">
                          <a:solidFill>
                            <a:schemeClr val="lt1"/>
                          </a:solidFill>
                          <a:latin typeface="+mn-lt"/>
                          <a:ea typeface="+mn-ea"/>
                          <a:cs typeface="+mn-cs"/>
                        </a:rPr>
                        <a:t>Power</a:t>
                      </a:r>
                    </a:p>
                  </a:txBody>
                  <a:tcPr>
                    <a:solidFill>
                      <a:srgbClr val="4472C4"/>
                    </a:solidFill>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1599289639"/>
                  </a:ext>
                </a:extLst>
              </a:tr>
              <a:tr h="370840">
                <a:tc>
                  <a:txBody>
                    <a:bodyPr/>
                    <a:lstStyle/>
                    <a:p>
                      <a:r>
                        <a:rPr lang="en-US" sz="1200" b="1" kern="1200">
                          <a:solidFill>
                            <a:schemeClr val="lt1"/>
                          </a:solidFill>
                          <a:latin typeface="+mn-lt"/>
                          <a:ea typeface="+mn-ea"/>
                          <a:cs typeface="+mn-cs"/>
                        </a:rPr>
                        <a:t>Cost</a:t>
                      </a:r>
                    </a:p>
                  </a:txBody>
                  <a:tcPr>
                    <a:solidFill>
                      <a:srgbClr val="4472C4"/>
                    </a:solidFill>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4071906476"/>
                  </a:ext>
                </a:extLst>
              </a:tr>
              <a:tr h="370840">
                <a:tc>
                  <a:txBody>
                    <a:bodyPr/>
                    <a:lstStyle/>
                    <a:p>
                      <a:r>
                        <a:rPr lang="en-US" sz="1200" b="1" kern="1200">
                          <a:solidFill>
                            <a:schemeClr val="lt1"/>
                          </a:solidFill>
                          <a:latin typeface="+mn-lt"/>
                          <a:ea typeface="+mn-ea"/>
                          <a:cs typeface="+mn-cs"/>
                        </a:rPr>
                        <a:t>Reliability</a:t>
                      </a:r>
                    </a:p>
                  </a:txBody>
                  <a:tcPr>
                    <a:solidFill>
                      <a:srgbClr val="4472C4"/>
                    </a:solidFill>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88989962"/>
                  </a:ext>
                </a:extLst>
              </a:tr>
              <a:tr h="370840">
                <a:tc>
                  <a:txBody>
                    <a:bodyPr/>
                    <a:lstStyle/>
                    <a:p>
                      <a:r>
                        <a:rPr lang="en-US" sz="1200" b="1" kern="1200">
                          <a:solidFill>
                            <a:schemeClr val="lt1"/>
                          </a:solidFill>
                          <a:latin typeface="+mn-lt"/>
                          <a:ea typeface="+mn-ea"/>
                          <a:cs typeface="+mn-cs"/>
                        </a:rPr>
                        <a:t>Supportability</a:t>
                      </a:r>
                    </a:p>
                  </a:txBody>
                  <a:tcPr>
                    <a:solidFill>
                      <a:srgbClr val="4472C4"/>
                    </a:solidFill>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3651296297"/>
                  </a:ext>
                </a:extLst>
              </a:tr>
              <a:tr h="370840">
                <a:tc>
                  <a:txBody>
                    <a:bodyPr/>
                    <a:lstStyle/>
                    <a:p>
                      <a:r>
                        <a:rPr lang="en-US" sz="1200" b="1" kern="1200">
                          <a:solidFill>
                            <a:schemeClr val="lt1"/>
                          </a:solidFill>
                          <a:latin typeface="+mn-lt"/>
                          <a:ea typeface="+mn-ea"/>
                          <a:cs typeface="+mn-cs"/>
                        </a:rPr>
                        <a:t>Procurement Lead Time</a:t>
                      </a:r>
                    </a:p>
                  </a:txBody>
                  <a:tcPr>
                    <a:solidFill>
                      <a:srgbClr val="4472C4"/>
                    </a:solidFill>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3684115363"/>
                  </a:ext>
                </a:extLst>
              </a:tr>
              <a:tr h="370840">
                <a:tc>
                  <a:txBody>
                    <a:bodyPr/>
                    <a:lstStyle/>
                    <a:p>
                      <a:r>
                        <a:rPr lang="en-US" sz="1200" b="1" kern="1200">
                          <a:solidFill>
                            <a:schemeClr val="lt1"/>
                          </a:solidFill>
                          <a:latin typeface="+mn-lt"/>
                          <a:ea typeface="+mn-ea"/>
                          <a:cs typeface="+mn-cs"/>
                        </a:rPr>
                        <a:t>Score</a:t>
                      </a:r>
                    </a:p>
                  </a:txBody>
                  <a:tcPr>
                    <a:solidFill>
                      <a:srgbClr val="4472C4"/>
                    </a:solidFill>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1783389293"/>
                  </a:ext>
                </a:extLst>
              </a:tr>
            </a:tbl>
          </a:graphicData>
        </a:graphic>
      </p:graphicFrame>
    </p:spTree>
    <p:extLst>
      <p:ext uri="{BB962C8B-B14F-4D97-AF65-F5344CB8AC3E}">
        <p14:creationId xmlns:p14="http://schemas.microsoft.com/office/powerpoint/2010/main" val="3124587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4166E5-7189-98B8-7AB6-838FB1D710AB}"/>
              </a:ext>
            </a:extLst>
          </p:cNvPr>
          <p:cNvPicPr>
            <a:picLocks noChangeAspect="1"/>
          </p:cNvPicPr>
          <p:nvPr/>
        </p:nvPicPr>
        <p:blipFill>
          <a:blip r:embed="rId3"/>
          <a:stretch>
            <a:fillRect/>
          </a:stretch>
        </p:blipFill>
        <p:spPr>
          <a:xfrm>
            <a:off x="7588839" y="963205"/>
            <a:ext cx="4603161" cy="5181600"/>
          </a:xfrm>
          <a:prstGeom prst="rect">
            <a:avLst/>
          </a:prstGeom>
        </p:spPr>
      </p:pic>
      <p:sp>
        <p:nvSpPr>
          <p:cNvPr id="3" name="Title 2">
            <a:extLst>
              <a:ext uri="{FF2B5EF4-FFF2-40B4-BE49-F238E27FC236}">
                <a16:creationId xmlns:a16="http://schemas.microsoft.com/office/drawing/2014/main" id="{F7D7AC10-94C1-13E8-D1C7-5F5233B6E9C0}"/>
              </a:ext>
            </a:extLst>
          </p:cNvPr>
          <p:cNvSpPr>
            <a:spLocks noGrp="1"/>
          </p:cNvSpPr>
          <p:nvPr>
            <p:ph type="title"/>
          </p:nvPr>
        </p:nvSpPr>
        <p:spPr/>
        <p:txBody>
          <a:bodyPr/>
          <a:lstStyle/>
          <a:p>
            <a:r>
              <a:rPr lang="en-US"/>
              <a:t>Sensor Requirements / Use Case Scenario</a:t>
            </a:r>
          </a:p>
        </p:txBody>
      </p:sp>
      <p:sp>
        <p:nvSpPr>
          <p:cNvPr id="6" name="Content Placeholder 1">
            <a:extLst>
              <a:ext uri="{FF2B5EF4-FFF2-40B4-BE49-F238E27FC236}">
                <a16:creationId xmlns:a16="http://schemas.microsoft.com/office/drawing/2014/main" id="{7535BA4A-E215-E375-9623-76786EA3AB06}"/>
              </a:ext>
            </a:extLst>
          </p:cNvPr>
          <p:cNvSpPr>
            <a:spLocks noGrp="1"/>
          </p:cNvSpPr>
          <p:nvPr>
            <p:ph sz="quarter" idx="12"/>
          </p:nvPr>
        </p:nvSpPr>
        <p:spPr>
          <a:xfrm>
            <a:off x="612775" y="1331913"/>
            <a:ext cx="6647341" cy="3735846"/>
          </a:xfrm>
        </p:spPr>
        <p:txBody>
          <a:bodyPr>
            <a:normAutofit/>
          </a:bodyPr>
          <a:lstStyle/>
          <a:p>
            <a:pPr marL="285750" indent="-285750">
              <a:buFont typeface="Arial" panose="020B0604020202020204" pitchFamily="34" charset="0"/>
              <a:buChar char="•"/>
            </a:pPr>
            <a:r>
              <a:rPr lang="en-US"/>
              <a:t>Sensor must be TAA Compliant – Developed in a TAA Compliant Country</a:t>
            </a:r>
          </a:p>
          <a:p>
            <a:pPr marL="971550" lvl="1" indent="-285750"/>
            <a:r>
              <a:rPr lang="en-US" sz="1500">
                <a:hlinkClick r:id="rId4"/>
              </a:rPr>
              <a:t>https://gsa.federalschedules.com/resources/taa-designated-countries/</a:t>
            </a:r>
            <a:endParaRPr lang="en-US" sz="1500"/>
          </a:p>
          <a:p>
            <a:pPr marL="971550" lvl="1" indent="-285750"/>
            <a:endParaRPr lang="en-US" sz="700"/>
          </a:p>
          <a:p>
            <a:pPr marL="285750" indent="-285750">
              <a:buFont typeface="Arial" panose="020B0604020202020204" pitchFamily="34" charset="0"/>
              <a:buChar char="•"/>
            </a:pPr>
            <a:r>
              <a:rPr lang="en-US"/>
              <a:t>Sensor will be used in a MIL-PRF-28800 CLASS I Environment </a:t>
            </a:r>
          </a:p>
          <a:p>
            <a:pPr marL="971550" lvl="1" indent="-285750"/>
            <a:r>
              <a:rPr lang="en-US" sz="1100"/>
              <a:t>Section 1.2.1a – Class 1 Definition</a:t>
            </a:r>
          </a:p>
          <a:p>
            <a:pPr marL="971550" lvl="1" indent="-285750"/>
            <a:r>
              <a:rPr lang="en-US" sz="1100"/>
              <a:t>Section 3.8.2 – Temperature and Humidity – Sensor must exceed these boundaries </a:t>
            </a:r>
          </a:p>
          <a:p>
            <a:pPr marL="971550" lvl="1" indent="-285750"/>
            <a:r>
              <a:rPr lang="en-US" sz="1100"/>
              <a:t>Section 3.8.2 – The sensor will be subject to these conditions within a ruggedized container.</a:t>
            </a:r>
            <a:endParaRPr lang="en-US" sz="1000"/>
          </a:p>
          <a:p>
            <a:pPr marL="285750" indent="-285750">
              <a:buFont typeface="Arial" panose="020B0604020202020204" pitchFamily="34" charset="0"/>
              <a:buChar char="•"/>
            </a:pPr>
            <a:r>
              <a:rPr lang="en-US"/>
              <a:t>Physical interface – Prefer a common / commercial port – USB, USB Type-C, Ethernet, Serial</a:t>
            </a:r>
          </a:p>
          <a:p>
            <a:pPr marL="971550" lvl="1" indent="-285750"/>
            <a:r>
              <a:rPr lang="en-US" sz="1100"/>
              <a:t>Communication may route to a ruggedized laptop controller or PXIe Controller</a:t>
            </a:r>
          </a:p>
          <a:p>
            <a:pPr marL="971550" lvl="1" indent="-285750"/>
            <a:r>
              <a:rPr lang="en-US" sz="1100"/>
              <a:t>Uses an Industry Standard communication protocol</a:t>
            </a:r>
          </a:p>
        </p:txBody>
      </p:sp>
      <p:sp>
        <p:nvSpPr>
          <p:cNvPr id="7" name="Rectangle 6">
            <a:extLst>
              <a:ext uri="{FF2B5EF4-FFF2-40B4-BE49-F238E27FC236}">
                <a16:creationId xmlns:a16="http://schemas.microsoft.com/office/drawing/2014/main" id="{57172B81-2873-78C3-BC69-C5F36242D2DA}"/>
              </a:ext>
            </a:extLst>
          </p:cNvPr>
          <p:cNvSpPr/>
          <p:nvPr/>
        </p:nvSpPr>
        <p:spPr>
          <a:xfrm>
            <a:off x="9283700" y="1331913"/>
            <a:ext cx="679450" cy="4332287"/>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18074C32-87FF-0187-4508-E22421900782}"/>
              </a:ext>
            </a:extLst>
          </p:cNvPr>
          <p:cNvPicPr>
            <a:picLocks noChangeAspect="1"/>
          </p:cNvPicPr>
          <p:nvPr/>
        </p:nvPicPr>
        <p:blipFill>
          <a:blip r:embed="rId5"/>
          <a:stretch>
            <a:fillRect/>
          </a:stretch>
        </p:blipFill>
        <p:spPr>
          <a:xfrm>
            <a:off x="4379462" y="4920720"/>
            <a:ext cx="2146682" cy="1704447"/>
          </a:xfrm>
          <a:prstGeom prst="rect">
            <a:avLst/>
          </a:prstGeom>
        </p:spPr>
      </p:pic>
      <p:pic>
        <p:nvPicPr>
          <p:cNvPr id="13" name="Picture 12">
            <a:extLst>
              <a:ext uri="{FF2B5EF4-FFF2-40B4-BE49-F238E27FC236}">
                <a16:creationId xmlns:a16="http://schemas.microsoft.com/office/drawing/2014/main" id="{CCB57804-F885-2DC1-DA80-6BC022AD6CF7}"/>
              </a:ext>
            </a:extLst>
          </p:cNvPr>
          <p:cNvPicPr>
            <a:picLocks noChangeAspect="1"/>
          </p:cNvPicPr>
          <p:nvPr/>
        </p:nvPicPr>
        <p:blipFill>
          <a:blip r:embed="rId6"/>
          <a:stretch>
            <a:fillRect/>
          </a:stretch>
        </p:blipFill>
        <p:spPr>
          <a:xfrm>
            <a:off x="1625528" y="4676679"/>
            <a:ext cx="2475216" cy="2005128"/>
          </a:xfrm>
          <a:prstGeom prst="rect">
            <a:avLst/>
          </a:prstGeom>
        </p:spPr>
      </p:pic>
    </p:spTree>
    <p:extLst>
      <p:ext uri="{BB962C8B-B14F-4D97-AF65-F5344CB8AC3E}">
        <p14:creationId xmlns:p14="http://schemas.microsoft.com/office/powerpoint/2010/main" val="1862725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a:xfrm>
            <a:off x="472280" y="153750"/>
            <a:ext cx="10984633" cy="684362"/>
          </a:xfrm>
        </p:spPr>
        <p:txBody>
          <a:bodyPr/>
          <a:lstStyle/>
          <a:p>
            <a:r>
              <a:rPr lang="en-US">
                <a:solidFill>
                  <a:srgbClr val="002060"/>
                </a:solidFill>
                <a:latin typeface="Arial"/>
                <a:cs typeface="Arial"/>
              </a:rPr>
              <a:t>TLS</a:t>
            </a:r>
            <a:r>
              <a:rPr lang="en-US">
                <a:latin typeface="Arial"/>
                <a:cs typeface="Arial"/>
              </a:rPr>
              <a:t> Project Timeline</a:t>
            </a:r>
          </a:p>
        </p:txBody>
      </p:sp>
      <p:pic>
        <p:nvPicPr>
          <p:cNvPr id="6" name="Content Placeholder 5">
            <a:extLst>
              <a:ext uri="{FF2B5EF4-FFF2-40B4-BE49-F238E27FC236}">
                <a16:creationId xmlns:a16="http://schemas.microsoft.com/office/drawing/2014/main" id="{1C725E53-C959-6BFF-3F45-1B2D8F14F72E}"/>
              </a:ext>
            </a:extLst>
          </p:cNvPr>
          <p:cNvPicPr>
            <a:picLocks noGrp="1" noRot="1" noChangeAspect="1" noMove="1" noResize="1" noEditPoints="1" noAdjustHandles="1" noChangeArrowheads="1" noChangeShapeType="1" noCrop="1"/>
          </p:cNvPicPr>
          <p:nvPr>
            <p:ph sz="quarter" idx="12"/>
          </p:nvPr>
        </p:nvPicPr>
        <p:blipFill>
          <a:blip r:embed="rId3"/>
          <a:srcRect l="1891" r="16365"/>
          <a:stretch/>
        </p:blipFill>
        <p:spPr>
          <a:xfrm>
            <a:off x="352531" y="759806"/>
            <a:ext cx="11231905" cy="5833413"/>
          </a:xfrm>
        </p:spPr>
      </p:pic>
      <p:sp>
        <p:nvSpPr>
          <p:cNvPr id="2" name="Star: 5 Points 1">
            <a:extLst>
              <a:ext uri="{FF2B5EF4-FFF2-40B4-BE49-F238E27FC236}">
                <a16:creationId xmlns:a16="http://schemas.microsoft.com/office/drawing/2014/main" id="{9561C1C1-0DC1-F27A-07EE-DE4ECADC2F2D}"/>
              </a:ext>
            </a:extLst>
          </p:cNvPr>
          <p:cNvSpPr/>
          <p:nvPr/>
        </p:nvSpPr>
        <p:spPr>
          <a:xfrm>
            <a:off x="5522976" y="3163824"/>
            <a:ext cx="246888" cy="201168"/>
          </a:xfrm>
          <a:prstGeom prst="star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 name="Star: 5 Points 3">
            <a:extLst>
              <a:ext uri="{FF2B5EF4-FFF2-40B4-BE49-F238E27FC236}">
                <a16:creationId xmlns:a16="http://schemas.microsoft.com/office/drawing/2014/main" id="{9A50C925-4FF2-290B-1C60-18A26BF0C845}"/>
              </a:ext>
            </a:extLst>
          </p:cNvPr>
          <p:cNvSpPr/>
          <p:nvPr/>
        </p:nvSpPr>
        <p:spPr>
          <a:xfrm>
            <a:off x="6425184" y="4413504"/>
            <a:ext cx="246888" cy="201168"/>
          </a:xfrm>
          <a:prstGeom prst="star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Star: 5 Points 4">
            <a:extLst>
              <a:ext uri="{FF2B5EF4-FFF2-40B4-BE49-F238E27FC236}">
                <a16:creationId xmlns:a16="http://schemas.microsoft.com/office/drawing/2014/main" id="{8D28AB61-C715-BBC6-1ED9-4259DFA74B02}"/>
              </a:ext>
            </a:extLst>
          </p:cNvPr>
          <p:cNvSpPr/>
          <p:nvPr/>
        </p:nvSpPr>
        <p:spPr>
          <a:xfrm>
            <a:off x="8336280" y="5071872"/>
            <a:ext cx="246888" cy="201168"/>
          </a:xfrm>
          <a:prstGeom prst="star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52988B07-149E-B081-A280-B4A5277736EF}"/>
              </a:ext>
            </a:extLst>
          </p:cNvPr>
          <p:cNvSpPr/>
          <p:nvPr/>
        </p:nvSpPr>
        <p:spPr>
          <a:xfrm>
            <a:off x="10247376" y="5702808"/>
            <a:ext cx="246888" cy="201168"/>
          </a:xfrm>
          <a:prstGeom prst="star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 name="Star: 5 Points 7">
            <a:extLst>
              <a:ext uri="{FF2B5EF4-FFF2-40B4-BE49-F238E27FC236}">
                <a16:creationId xmlns:a16="http://schemas.microsoft.com/office/drawing/2014/main" id="{721228A9-715B-55AF-73CF-04D6BB9DF34F}"/>
              </a:ext>
            </a:extLst>
          </p:cNvPr>
          <p:cNvSpPr/>
          <p:nvPr/>
        </p:nvSpPr>
        <p:spPr>
          <a:xfrm>
            <a:off x="6096000" y="3901440"/>
            <a:ext cx="246888" cy="20116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67FA50ED-8426-063F-18A9-1F6A8E2506E9}"/>
              </a:ext>
            </a:extLst>
          </p:cNvPr>
          <p:cNvSpPr/>
          <p:nvPr/>
        </p:nvSpPr>
        <p:spPr>
          <a:xfrm>
            <a:off x="8459724" y="4748784"/>
            <a:ext cx="246888" cy="20116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671D9521-A555-37AE-DABA-6B42BC6EFDBD}"/>
              </a:ext>
            </a:extLst>
          </p:cNvPr>
          <p:cNvSpPr/>
          <p:nvPr/>
        </p:nvSpPr>
        <p:spPr>
          <a:xfrm>
            <a:off x="10939271" y="6239256"/>
            <a:ext cx="380481" cy="353963"/>
          </a:xfrm>
          <a:prstGeom prst="star5">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 name="Star: 5 Points 11">
            <a:extLst>
              <a:ext uri="{FF2B5EF4-FFF2-40B4-BE49-F238E27FC236}">
                <a16:creationId xmlns:a16="http://schemas.microsoft.com/office/drawing/2014/main" id="{3BCC7369-C76F-12AF-A021-BDA02777FC7A}"/>
              </a:ext>
            </a:extLst>
          </p:cNvPr>
          <p:cNvSpPr/>
          <p:nvPr/>
        </p:nvSpPr>
        <p:spPr>
          <a:xfrm>
            <a:off x="4818888" y="2212848"/>
            <a:ext cx="228080" cy="196947"/>
          </a:xfrm>
          <a:prstGeom prst="star5">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5073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Expectations</a:t>
            </a:r>
          </a:p>
        </p:txBody>
      </p:sp>
      <p:graphicFrame>
        <p:nvGraphicFramePr>
          <p:cNvPr id="4" name="Diagram 3">
            <a:extLst>
              <a:ext uri="{FF2B5EF4-FFF2-40B4-BE49-F238E27FC236}">
                <a16:creationId xmlns:a16="http://schemas.microsoft.com/office/drawing/2014/main" id="{50F8CA4E-BD5A-9204-AC10-E38041E1EE80}"/>
              </a:ext>
            </a:extLst>
          </p:cNvPr>
          <p:cNvGraphicFramePr/>
          <p:nvPr>
            <p:extLst>
              <p:ext uri="{D42A27DB-BD31-4B8C-83A1-F6EECF244321}">
                <p14:modId xmlns:p14="http://schemas.microsoft.com/office/powerpoint/2010/main" val="3483768861"/>
              </p:ext>
            </p:extLst>
          </p:nvPr>
        </p:nvGraphicFramePr>
        <p:xfrm>
          <a:off x="2040964" y="11890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tar: 5 Points 1">
            <a:extLst>
              <a:ext uri="{FF2B5EF4-FFF2-40B4-BE49-F238E27FC236}">
                <a16:creationId xmlns:a16="http://schemas.microsoft.com/office/drawing/2014/main" id="{4A8F7D5A-6C90-4EF7-4673-F8714D6C9BB0}"/>
              </a:ext>
            </a:extLst>
          </p:cNvPr>
          <p:cNvSpPr/>
          <p:nvPr/>
        </p:nvSpPr>
        <p:spPr>
          <a:xfrm>
            <a:off x="7534657" y="5586671"/>
            <a:ext cx="1042415" cy="938733"/>
          </a:xfrm>
          <a:prstGeom prst="star5">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5102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3A9D-554D-9D70-F7E0-10C9A9860C3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C183CBF-6964-E9CB-82E5-AF287CAFE189}"/>
              </a:ext>
            </a:extLst>
          </p:cNvPr>
          <p:cNvSpPr>
            <a:spLocks noGrp="1"/>
          </p:cNvSpPr>
          <p:nvPr>
            <p:ph type="body" sz="quarter" idx="15"/>
          </p:nvPr>
        </p:nvSpPr>
        <p:spPr/>
        <p:txBody>
          <a:bodyPr vert="horz" lIns="91440" tIns="45720" rIns="91440" bIns="45720" rtlCol="0" anchor="t">
            <a:normAutofit fontScale="92500" lnSpcReduction="20000"/>
          </a:bodyPr>
          <a:lstStyle/>
          <a:p>
            <a:r>
              <a:rPr lang="en-US">
                <a:ea typeface="Calibri"/>
                <a:cs typeface="Calibri"/>
              </a:rPr>
              <a:t>Sara Gonzalez Henao, Daejah Walker</a:t>
            </a:r>
            <a:endParaRPr lang="en-US"/>
          </a:p>
        </p:txBody>
      </p:sp>
      <p:sp>
        <p:nvSpPr>
          <p:cNvPr id="5" name="Text Placeholder 4">
            <a:extLst>
              <a:ext uri="{FF2B5EF4-FFF2-40B4-BE49-F238E27FC236}">
                <a16:creationId xmlns:a16="http://schemas.microsoft.com/office/drawing/2014/main" id="{BB676842-F194-733F-A3E9-5F3359D3FE93}"/>
              </a:ext>
            </a:extLst>
          </p:cNvPr>
          <p:cNvSpPr>
            <a:spLocks noGrp="1"/>
          </p:cNvSpPr>
          <p:nvPr>
            <p:ph type="body" sz="quarter" idx="20"/>
          </p:nvPr>
        </p:nvSpPr>
        <p:spPr>
          <a:xfrm>
            <a:off x="640079" y="2743200"/>
            <a:ext cx="9445552" cy="1433310"/>
          </a:xfrm>
        </p:spPr>
        <p:txBody>
          <a:bodyPr vert="horz" lIns="91440" tIns="45720" rIns="91440" bIns="45720" rtlCol="0" anchor="t">
            <a:normAutofit/>
          </a:bodyPr>
          <a:lstStyle/>
          <a:p>
            <a:r>
              <a:rPr lang="en-US">
                <a:ea typeface="Calibri"/>
                <a:cs typeface="Calibri"/>
              </a:rPr>
              <a:t>Project TEMPER: </a:t>
            </a:r>
            <a:endParaRPr lang="en-US"/>
          </a:p>
          <a:p>
            <a:r>
              <a:rPr lang="en-US">
                <a:ea typeface="+mn-lt"/>
                <a:cs typeface="+mn-lt"/>
              </a:rPr>
              <a:t>Team Assignments and Ice Breaker</a:t>
            </a:r>
            <a:endParaRPr lang="en-US">
              <a:ea typeface="Calibri"/>
            </a:endParaRPr>
          </a:p>
        </p:txBody>
      </p:sp>
    </p:spTree>
    <p:extLst>
      <p:ext uri="{BB962C8B-B14F-4D97-AF65-F5344CB8AC3E}">
        <p14:creationId xmlns:p14="http://schemas.microsoft.com/office/powerpoint/2010/main" val="1608723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10F33B-552A-5E46-2DD8-4DC806B8278F}"/>
              </a:ext>
            </a:extLst>
          </p:cNvPr>
          <p:cNvSpPr>
            <a:spLocks noGrp="1"/>
          </p:cNvSpPr>
          <p:nvPr>
            <p:ph type="title"/>
          </p:nvPr>
        </p:nvSpPr>
        <p:spPr/>
        <p:txBody>
          <a:bodyPr/>
          <a:lstStyle/>
          <a:p>
            <a:r>
              <a:rPr lang="en-US">
                <a:latin typeface="Arial"/>
                <a:cs typeface="Arial"/>
              </a:rPr>
              <a:t>Team Assignments</a:t>
            </a:r>
            <a:endParaRPr lang="en-US"/>
          </a:p>
        </p:txBody>
      </p:sp>
      <p:graphicFrame>
        <p:nvGraphicFramePr>
          <p:cNvPr id="6" name="Table 5">
            <a:extLst>
              <a:ext uri="{FF2B5EF4-FFF2-40B4-BE49-F238E27FC236}">
                <a16:creationId xmlns:a16="http://schemas.microsoft.com/office/drawing/2014/main" id="{80BC41EF-69F4-F0F8-2E00-3D6132774295}"/>
              </a:ext>
            </a:extLst>
          </p:cNvPr>
          <p:cNvGraphicFramePr>
            <a:graphicFrameLocks noGrp="1"/>
          </p:cNvGraphicFramePr>
          <p:nvPr>
            <p:extLst>
              <p:ext uri="{D42A27DB-BD31-4B8C-83A1-F6EECF244321}">
                <p14:modId xmlns:p14="http://schemas.microsoft.com/office/powerpoint/2010/main" val="4037088327"/>
              </p:ext>
            </p:extLst>
          </p:nvPr>
        </p:nvGraphicFramePr>
        <p:xfrm>
          <a:off x="481262" y="1183105"/>
          <a:ext cx="3661833" cy="4846311"/>
        </p:xfrm>
        <a:graphic>
          <a:graphicData uri="http://schemas.openxmlformats.org/drawingml/2006/table">
            <a:tbl>
              <a:tblPr firstRow="1" bandRow="1">
                <a:tableStyleId>{5C22544A-7EE6-4342-B048-85BDC9FD1C3A}</a:tableStyleId>
              </a:tblPr>
              <a:tblGrid>
                <a:gridCol w="3661833">
                  <a:extLst>
                    <a:ext uri="{9D8B030D-6E8A-4147-A177-3AD203B41FA5}">
                      <a16:colId xmlns:a16="http://schemas.microsoft.com/office/drawing/2014/main" val="3439481829"/>
                    </a:ext>
                  </a:extLst>
                </a:gridCol>
              </a:tblGrid>
              <a:tr h="370840">
                <a:tc>
                  <a:txBody>
                    <a:bodyPr/>
                    <a:lstStyle/>
                    <a:p>
                      <a:r>
                        <a:rPr lang="en-US" sz="2000" dirty="0">
                          <a:latin typeface="Calibri"/>
                        </a:rPr>
                        <a:t>Team 1</a:t>
                      </a:r>
                    </a:p>
                  </a:txBody>
                  <a:tcPr/>
                </a:tc>
                <a:extLst>
                  <a:ext uri="{0D108BD9-81ED-4DB2-BD59-A6C34878D82A}">
                    <a16:rowId xmlns:a16="http://schemas.microsoft.com/office/drawing/2014/main" val="255612163"/>
                  </a:ext>
                </a:extLst>
              </a:tr>
              <a:tr h="370840">
                <a:tc>
                  <a:txBody>
                    <a:bodyPr/>
                    <a:lstStyle/>
                    <a:p>
                      <a:pPr algn="l" fontAlgn="t"/>
                      <a:r>
                        <a:rPr lang="en-US" sz="2000" b="0" i="0" u="none" strike="noStrike" dirty="0">
                          <a:solidFill>
                            <a:srgbClr val="000000"/>
                          </a:solidFill>
                          <a:effectLst/>
                          <a:latin typeface="Calibri"/>
                        </a:rPr>
                        <a:t>Krumm, Meghan</a:t>
                      </a:r>
                    </a:p>
                  </a:txBody>
                  <a:tcPr marL="7620" marR="7620" marT="7620" marB="0"/>
                </a:tc>
                <a:extLst>
                  <a:ext uri="{0D108BD9-81ED-4DB2-BD59-A6C34878D82A}">
                    <a16:rowId xmlns:a16="http://schemas.microsoft.com/office/drawing/2014/main" val="3371071526"/>
                  </a:ext>
                </a:extLst>
              </a:tr>
              <a:tr h="370840">
                <a:tc>
                  <a:txBody>
                    <a:bodyPr/>
                    <a:lstStyle/>
                    <a:p>
                      <a:pPr algn="l" fontAlgn="t"/>
                      <a:r>
                        <a:rPr lang="en-US" sz="2000" b="0" i="0" u="none" strike="noStrike" dirty="0">
                          <a:solidFill>
                            <a:srgbClr val="000000"/>
                          </a:solidFill>
                          <a:effectLst/>
                          <a:latin typeface="Calibri"/>
                        </a:rPr>
                        <a:t>Copelin, London</a:t>
                      </a:r>
                    </a:p>
                  </a:txBody>
                  <a:tcPr marL="7620" marR="7620" marT="7620" marB="0"/>
                </a:tc>
                <a:extLst>
                  <a:ext uri="{0D108BD9-81ED-4DB2-BD59-A6C34878D82A}">
                    <a16:rowId xmlns:a16="http://schemas.microsoft.com/office/drawing/2014/main" val="555430581"/>
                  </a:ext>
                </a:extLst>
              </a:tr>
              <a:tr h="370840">
                <a:tc>
                  <a:txBody>
                    <a:bodyPr/>
                    <a:lstStyle/>
                    <a:p>
                      <a:pPr algn="l" fontAlgn="t"/>
                      <a:r>
                        <a:rPr lang="en-US" sz="2000" b="0" i="0" u="none" strike="noStrike" dirty="0">
                          <a:solidFill>
                            <a:srgbClr val="000000"/>
                          </a:solidFill>
                          <a:effectLst/>
                          <a:latin typeface="Calibri"/>
                        </a:rPr>
                        <a:t>Abdelrahman, Haider</a:t>
                      </a:r>
                    </a:p>
                  </a:txBody>
                  <a:tcPr marL="7620" marR="7620" marT="7620" marB="0"/>
                </a:tc>
                <a:extLst>
                  <a:ext uri="{0D108BD9-81ED-4DB2-BD59-A6C34878D82A}">
                    <a16:rowId xmlns:a16="http://schemas.microsoft.com/office/drawing/2014/main" val="74687525"/>
                  </a:ext>
                </a:extLst>
              </a:tr>
              <a:tr h="370840">
                <a:tc>
                  <a:txBody>
                    <a:bodyPr/>
                    <a:lstStyle/>
                    <a:p>
                      <a:pPr algn="l" fontAlgn="t"/>
                      <a:r>
                        <a:rPr lang="en-US" sz="2000" b="0" i="0" u="none" strike="noStrike" dirty="0">
                          <a:solidFill>
                            <a:srgbClr val="000000"/>
                          </a:solidFill>
                          <a:effectLst/>
                          <a:latin typeface="Calibri"/>
                        </a:rPr>
                        <a:t>Yau, Jason</a:t>
                      </a:r>
                    </a:p>
                  </a:txBody>
                  <a:tcPr marL="7620" marR="7620" marT="7620" marB="0"/>
                </a:tc>
                <a:extLst>
                  <a:ext uri="{0D108BD9-81ED-4DB2-BD59-A6C34878D82A}">
                    <a16:rowId xmlns:a16="http://schemas.microsoft.com/office/drawing/2014/main" val="299914181"/>
                  </a:ext>
                </a:extLst>
              </a:tr>
              <a:tr h="370840">
                <a:tc>
                  <a:txBody>
                    <a:bodyPr/>
                    <a:lstStyle/>
                    <a:p>
                      <a:pPr algn="l" fontAlgn="t"/>
                      <a:r>
                        <a:rPr lang="en-US" sz="2000" b="0" i="0" u="none" strike="noStrike" err="1">
                          <a:solidFill>
                            <a:srgbClr val="000000"/>
                          </a:solidFill>
                          <a:effectLst/>
                          <a:latin typeface="Calibri"/>
                        </a:rPr>
                        <a:t>Dadla</a:t>
                      </a:r>
                      <a:r>
                        <a:rPr lang="en-US" sz="2000" b="0" i="0" u="none" strike="noStrike" dirty="0">
                          <a:solidFill>
                            <a:srgbClr val="000000"/>
                          </a:solidFill>
                          <a:effectLst/>
                          <a:latin typeface="Calibri"/>
                        </a:rPr>
                        <a:t>, Sophia</a:t>
                      </a:r>
                    </a:p>
                  </a:txBody>
                  <a:tcPr marL="7620" marR="7620" marT="7620" marB="0"/>
                </a:tc>
                <a:extLst>
                  <a:ext uri="{0D108BD9-81ED-4DB2-BD59-A6C34878D82A}">
                    <a16:rowId xmlns:a16="http://schemas.microsoft.com/office/drawing/2014/main" val="2417810630"/>
                  </a:ext>
                </a:extLst>
              </a:tr>
              <a:tr h="370840">
                <a:tc>
                  <a:txBody>
                    <a:bodyPr/>
                    <a:lstStyle/>
                    <a:p>
                      <a:pPr algn="l" fontAlgn="t"/>
                      <a:r>
                        <a:rPr lang="en-US" sz="2000" b="0" i="0" u="none" strike="noStrike" dirty="0">
                          <a:solidFill>
                            <a:srgbClr val="000000"/>
                          </a:solidFill>
                          <a:effectLst/>
                          <a:latin typeface="Calibri"/>
                        </a:rPr>
                        <a:t>Glasgow, Megan</a:t>
                      </a:r>
                    </a:p>
                  </a:txBody>
                  <a:tcPr marL="7620" marR="7620" marT="7620" marB="0"/>
                </a:tc>
                <a:extLst>
                  <a:ext uri="{0D108BD9-81ED-4DB2-BD59-A6C34878D82A}">
                    <a16:rowId xmlns:a16="http://schemas.microsoft.com/office/drawing/2014/main" val="3601853687"/>
                  </a:ext>
                </a:extLst>
              </a:tr>
              <a:tr h="370840">
                <a:tc>
                  <a:txBody>
                    <a:bodyPr/>
                    <a:lstStyle/>
                    <a:p>
                      <a:pPr algn="l" fontAlgn="t"/>
                      <a:r>
                        <a:rPr lang="en-US" sz="2000" b="0" i="0" u="none" strike="noStrike" dirty="0">
                          <a:solidFill>
                            <a:srgbClr val="000000"/>
                          </a:solidFill>
                          <a:effectLst/>
                          <a:latin typeface="Calibri"/>
                        </a:rPr>
                        <a:t>Spurlock, Jaedon</a:t>
                      </a:r>
                    </a:p>
                  </a:txBody>
                  <a:tcPr marL="7620" marR="7620" marT="7620" marB="0"/>
                </a:tc>
                <a:extLst>
                  <a:ext uri="{0D108BD9-81ED-4DB2-BD59-A6C34878D82A}">
                    <a16:rowId xmlns:a16="http://schemas.microsoft.com/office/drawing/2014/main" val="2660311531"/>
                  </a:ext>
                </a:extLst>
              </a:tr>
              <a:tr h="370839">
                <a:tc>
                  <a:txBody>
                    <a:bodyPr/>
                    <a:lstStyle/>
                    <a:p>
                      <a:pPr algn="l" fontAlgn="t"/>
                      <a:r>
                        <a:rPr lang="en-US" sz="2000" b="0" i="0" u="none" strike="noStrike" dirty="0">
                          <a:solidFill>
                            <a:srgbClr val="000000"/>
                          </a:solidFill>
                          <a:effectLst/>
                          <a:latin typeface="Calibri"/>
                        </a:rPr>
                        <a:t>Giardina, Nicholas</a:t>
                      </a:r>
                    </a:p>
                  </a:txBody>
                  <a:tcPr marL="7620" marR="7620" marT="7620" marB="0"/>
                </a:tc>
                <a:extLst>
                  <a:ext uri="{0D108BD9-81ED-4DB2-BD59-A6C34878D82A}">
                    <a16:rowId xmlns:a16="http://schemas.microsoft.com/office/drawing/2014/main" val="2026009155"/>
                  </a:ext>
                </a:extLst>
              </a:tr>
              <a:tr h="370838">
                <a:tc>
                  <a:txBody>
                    <a:bodyPr/>
                    <a:lstStyle/>
                    <a:p>
                      <a:pPr algn="l" fontAlgn="t"/>
                      <a:r>
                        <a:rPr lang="en-US" sz="2000" b="0" i="0" u="none" strike="noStrike" dirty="0">
                          <a:solidFill>
                            <a:srgbClr val="000000"/>
                          </a:solidFill>
                          <a:effectLst/>
                          <a:latin typeface="Calibri"/>
                        </a:rPr>
                        <a:t>Sepulveda, Yarelis</a:t>
                      </a:r>
                    </a:p>
                  </a:txBody>
                  <a:tcPr marL="7620" marR="7620" marT="7620" marB="0"/>
                </a:tc>
                <a:extLst>
                  <a:ext uri="{0D108BD9-81ED-4DB2-BD59-A6C34878D82A}">
                    <a16:rowId xmlns:a16="http://schemas.microsoft.com/office/drawing/2014/main" val="2897203963"/>
                  </a:ext>
                </a:extLst>
              </a:tr>
              <a:tr h="370838">
                <a:tc>
                  <a:txBody>
                    <a:bodyPr/>
                    <a:lstStyle/>
                    <a:p>
                      <a:pPr algn="l" fontAlgn="t"/>
                      <a:r>
                        <a:rPr lang="en-US" sz="2000" b="0" i="0" u="none" strike="noStrike" dirty="0">
                          <a:solidFill>
                            <a:srgbClr val="000000"/>
                          </a:solidFill>
                          <a:effectLst/>
                          <a:latin typeface="Calibri"/>
                        </a:rPr>
                        <a:t>Fintel, Paige</a:t>
                      </a:r>
                    </a:p>
                  </a:txBody>
                  <a:tcPr marL="7620" marR="7620" marT="7620" marB="0"/>
                </a:tc>
                <a:extLst>
                  <a:ext uri="{0D108BD9-81ED-4DB2-BD59-A6C34878D82A}">
                    <a16:rowId xmlns:a16="http://schemas.microsoft.com/office/drawing/2014/main" val="160453032"/>
                  </a:ext>
                </a:extLst>
              </a:tr>
              <a:tr h="370838">
                <a:tc>
                  <a:txBody>
                    <a:bodyPr/>
                    <a:lstStyle/>
                    <a:p>
                      <a:pPr algn="l" fontAlgn="t"/>
                      <a:r>
                        <a:rPr lang="en-US" sz="2000" b="0" i="0" u="none" strike="noStrike" dirty="0">
                          <a:solidFill>
                            <a:srgbClr val="000000"/>
                          </a:solidFill>
                          <a:effectLst/>
                          <a:latin typeface="Calibri"/>
                        </a:rPr>
                        <a:t>Thomas, </a:t>
                      </a:r>
                      <a:r>
                        <a:rPr lang="en-US" sz="2000" b="0" i="0" u="none" strike="noStrike" err="1">
                          <a:solidFill>
                            <a:srgbClr val="000000"/>
                          </a:solidFill>
                          <a:effectLst/>
                          <a:latin typeface="Calibri"/>
                        </a:rPr>
                        <a:t>Erriana</a:t>
                      </a:r>
                      <a:r>
                        <a:rPr lang="en-US" sz="2000" b="0" i="0" u="none" strike="noStrike" dirty="0">
                          <a:solidFill>
                            <a:srgbClr val="000000"/>
                          </a:solidFill>
                          <a:effectLst/>
                          <a:latin typeface="Calibri"/>
                        </a:rPr>
                        <a:t> (remote)</a:t>
                      </a:r>
                    </a:p>
                  </a:txBody>
                  <a:tcPr marL="7620" marR="7620" marT="7620" marB="0"/>
                </a:tc>
                <a:extLst>
                  <a:ext uri="{0D108BD9-81ED-4DB2-BD59-A6C34878D82A}">
                    <a16:rowId xmlns:a16="http://schemas.microsoft.com/office/drawing/2014/main" val="3590108703"/>
                  </a:ext>
                </a:extLst>
              </a:tr>
              <a:tr h="370838">
                <a:tc>
                  <a:txBody>
                    <a:bodyPr/>
                    <a:lstStyle/>
                    <a:p>
                      <a:pPr lvl="0" algn="l">
                        <a:buNone/>
                      </a:pPr>
                      <a:r>
                        <a:rPr lang="en-US" sz="2000" b="0" i="0" u="none" strike="noStrike" noProof="0" dirty="0">
                          <a:solidFill>
                            <a:srgbClr val="000000"/>
                          </a:solidFill>
                          <a:effectLst/>
                          <a:latin typeface="Calibri"/>
                        </a:rPr>
                        <a:t>Mahmoud, Alia*</a:t>
                      </a:r>
                      <a:endParaRPr lang="en-US" sz="2000" dirty="0">
                        <a:latin typeface="Calibri"/>
                      </a:endParaRPr>
                    </a:p>
                  </a:txBody>
                  <a:tcPr marL="7620" marR="7620" marT="7620" marB="0"/>
                </a:tc>
                <a:extLst>
                  <a:ext uri="{0D108BD9-81ED-4DB2-BD59-A6C34878D82A}">
                    <a16:rowId xmlns:a16="http://schemas.microsoft.com/office/drawing/2014/main" val="1225872062"/>
                  </a:ext>
                </a:extLst>
              </a:tr>
            </a:tbl>
          </a:graphicData>
        </a:graphic>
      </p:graphicFrame>
      <p:graphicFrame>
        <p:nvGraphicFramePr>
          <p:cNvPr id="7" name="Table 6">
            <a:extLst>
              <a:ext uri="{FF2B5EF4-FFF2-40B4-BE49-F238E27FC236}">
                <a16:creationId xmlns:a16="http://schemas.microsoft.com/office/drawing/2014/main" id="{9C55AE28-7C34-118B-D4AD-29B433BC49F7}"/>
              </a:ext>
            </a:extLst>
          </p:cNvPr>
          <p:cNvGraphicFramePr>
            <a:graphicFrameLocks noGrp="1"/>
          </p:cNvGraphicFramePr>
          <p:nvPr>
            <p:extLst>
              <p:ext uri="{D42A27DB-BD31-4B8C-83A1-F6EECF244321}">
                <p14:modId xmlns:p14="http://schemas.microsoft.com/office/powerpoint/2010/main" val="4284219191"/>
              </p:ext>
            </p:extLst>
          </p:nvPr>
        </p:nvGraphicFramePr>
        <p:xfrm>
          <a:off x="4374984" y="1186202"/>
          <a:ext cx="3461305" cy="4846311"/>
        </p:xfrm>
        <a:graphic>
          <a:graphicData uri="http://schemas.openxmlformats.org/drawingml/2006/table">
            <a:tbl>
              <a:tblPr firstRow="1" bandRow="1">
                <a:tableStyleId>{5C22544A-7EE6-4342-B048-85BDC9FD1C3A}</a:tableStyleId>
              </a:tblPr>
              <a:tblGrid>
                <a:gridCol w="3461305">
                  <a:extLst>
                    <a:ext uri="{9D8B030D-6E8A-4147-A177-3AD203B41FA5}">
                      <a16:colId xmlns:a16="http://schemas.microsoft.com/office/drawing/2014/main" val="3439481829"/>
                    </a:ext>
                  </a:extLst>
                </a:gridCol>
              </a:tblGrid>
              <a:tr h="370840">
                <a:tc>
                  <a:txBody>
                    <a:bodyPr/>
                    <a:lstStyle/>
                    <a:p>
                      <a:r>
                        <a:rPr lang="en-US" sz="2000" dirty="0">
                          <a:latin typeface="Calibri"/>
                        </a:rPr>
                        <a:t>Team 2</a:t>
                      </a:r>
                    </a:p>
                  </a:txBody>
                  <a:tcPr/>
                </a:tc>
                <a:extLst>
                  <a:ext uri="{0D108BD9-81ED-4DB2-BD59-A6C34878D82A}">
                    <a16:rowId xmlns:a16="http://schemas.microsoft.com/office/drawing/2014/main" val="255612163"/>
                  </a:ext>
                </a:extLst>
              </a:tr>
              <a:tr h="370840">
                <a:tc>
                  <a:txBody>
                    <a:bodyPr/>
                    <a:lstStyle/>
                    <a:p>
                      <a:pPr algn="l" fontAlgn="t"/>
                      <a:r>
                        <a:rPr lang="en-US" sz="2000" b="0" i="0" u="none" strike="noStrike" dirty="0">
                          <a:solidFill>
                            <a:srgbClr val="000000"/>
                          </a:solidFill>
                          <a:effectLst/>
                          <a:latin typeface="Calibri"/>
                        </a:rPr>
                        <a:t>Bell, Caleb</a:t>
                      </a:r>
                    </a:p>
                  </a:txBody>
                  <a:tcPr marL="7620" marR="7620" marT="7620" marB="0"/>
                </a:tc>
                <a:extLst>
                  <a:ext uri="{0D108BD9-81ED-4DB2-BD59-A6C34878D82A}">
                    <a16:rowId xmlns:a16="http://schemas.microsoft.com/office/drawing/2014/main" val="3371071526"/>
                  </a:ext>
                </a:extLst>
              </a:tr>
              <a:tr h="370840">
                <a:tc>
                  <a:txBody>
                    <a:bodyPr/>
                    <a:lstStyle/>
                    <a:p>
                      <a:pPr algn="l" fontAlgn="t"/>
                      <a:r>
                        <a:rPr lang="en-US" sz="2000" b="0" i="0" u="none" strike="noStrike" dirty="0">
                          <a:solidFill>
                            <a:srgbClr val="000000"/>
                          </a:solidFill>
                          <a:effectLst/>
                          <a:latin typeface="Calibri"/>
                        </a:rPr>
                        <a:t>Koch, Hunter</a:t>
                      </a:r>
                    </a:p>
                  </a:txBody>
                  <a:tcPr marL="7620" marR="7620" marT="7620" marB="0"/>
                </a:tc>
                <a:extLst>
                  <a:ext uri="{0D108BD9-81ED-4DB2-BD59-A6C34878D82A}">
                    <a16:rowId xmlns:a16="http://schemas.microsoft.com/office/drawing/2014/main" val="555430581"/>
                  </a:ext>
                </a:extLst>
              </a:tr>
              <a:tr h="370840">
                <a:tc>
                  <a:txBody>
                    <a:bodyPr/>
                    <a:lstStyle/>
                    <a:p>
                      <a:pPr algn="l" fontAlgn="t"/>
                      <a:r>
                        <a:rPr lang="en-US" sz="2000" b="0" i="0" u="none" strike="noStrike" dirty="0">
                          <a:solidFill>
                            <a:srgbClr val="000000"/>
                          </a:solidFill>
                          <a:effectLst/>
                          <a:latin typeface="Calibri"/>
                        </a:rPr>
                        <a:t>Heller, Dan</a:t>
                      </a:r>
                    </a:p>
                  </a:txBody>
                  <a:tcPr marL="7620" marR="7620" marT="7620" marB="0"/>
                </a:tc>
                <a:extLst>
                  <a:ext uri="{0D108BD9-81ED-4DB2-BD59-A6C34878D82A}">
                    <a16:rowId xmlns:a16="http://schemas.microsoft.com/office/drawing/2014/main" val="74687525"/>
                  </a:ext>
                </a:extLst>
              </a:tr>
              <a:tr h="370840">
                <a:tc>
                  <a:txBody>
                    <a:bodyPr/>
                    <a:lstStyle/>
                    <a:p>
                      <a:pPr algn="l" fontAlgn="t"/>
                      <a:r>
                        <a:rPr lang="en-US" sz="2000" b="0" i="0" u="none" strike="noStrike" dirty="0">
                          <a:solidFill>
                            <a:srgbClr val="000000"/>
                          </a:solidFill>
                          <a:effectLst/>
                          <a:latin typeface="Calibri"/>
                        </a:rPr>
                        <a:t>Badaoui-Najjar, Akram</a:t>
                      </a:r>
                    </a:p>
                  </a:txBody>
                  <a:tcPr marL="7620" marR="7620" marT="7620" marB="0"/>
                </a:tc>
                <a:extLst>
                  <a:ext uri="{0D108BD9-81ED-4DB2-BD59-A6C34878D82A}">
                    <a16:rowId xmlns:a16="http://schemas.microsoft.com/office/drawing/2014/main" val="299914181"/>
                  </a:ext>
                </a:extLst>
              </a:tr>
              <a:tr h="370840">
                <a:tc>
                  <a:txBody>
                    <a:bodyPr/>
                    <a:lstStyle/>
                    <a:p>
                      <a:pPr algn="l" fontAlgn="t"/>
                      <a:r>
                        <a:rPr lang="en-US" sz="2000" b="0" i="0" u="none" strike="noStrike" dirty="0">
                          <a:solidFill>
                            <a:srgbClr val="000000"/>
                          </a:solidFill>
                          <a:effectLst/>
                          <a:latin typeface="Calibri"/>
                        </a:rPr>
                        <a:t>Dominguez, Carlos</a:t>
                      </a:r>
                    </a:p>
                  </a:txBody>
                  <a:tcPr marL="7620" marR="7620" marT="7620" marB="0"/>
                </a:tc>
                <a:extLst>
                  <a:ext uri="{0D108BD9-81ED-4DB2-BD59-A6C34878D82A}">
                    <a16:rowId xmlns:a16="http://schemas.microsoft.com/office/drawing/2014/main" val="2417810630"/>
                  </a:ext>
                </a:extLst>
              </a:tr>
              <a:tr h="370840">
                <a:tc>
                  <a:txBody>
                    <a:bodyPr/>
                    <a:lstStyle/>
                    <a:p>
                      <a:pPr algn="l" fontAlgn="t"/>
                      <a:r>
                        <a:rPr lang="en-US" sz="2000" b="0" i="0" u="none" strike="noStrike" dirty="0">
                          <a:solidFill>
                            <a:srgbClr val="000000"/>
                          </a:solidFill>
                          <a:effectLst/>
                          <a:latin typeface="Calibri"/>
                        </a:rPr>
                        <a:t>Manzie, Kamara</a:t>
                      </a:r>
                    </a:p>
                  </a:txBody>
                  <a:tcPr marL="7620" marR="7620" marT="7620" marB="0"/>
                </a:tc>
                <a:extLst>
                  <a:ext uri="{0D108BD9-81ED-4DB2-BD59-A6C34878D82A}">
                    <a16:rowId xmlns:a16="http://schemas.microsoft.com/office/drawing/2014/main" val="3601853687"/>
                  </a:ext>
                </a:extLst>
              </a:tr>
              <a:tr h="370840">
                <a:tc>
                  <a:txBody>
                    <a:bodyPr/>
                    <a:lstStyle/>
                    <a:p>
                      <a:pPr algn="l" fontAlgn="t"/>
                      <a:r>
                        <a:rPr lang="en-US" sz="2000" b="0" i="0" u="none" strike="noStrike" dirty="0">
                          <a:solidFill>
                            <a:srgbClr val="000000"/>
                          </a:solidFill>
                          <a:effectLst/>
                          <a:latin typeface="Calibri"/>
                        </a:rPr>
                        <a:t>Nower, Jessica</a:t>
                      </a:r>
                    </a:p>
                  </a:txBody>
                  <a:tcPr marL="7620" marR="7620" marT="7620" marB="0"/>
                </a:tc>
                <a:extLst>
                  <a:ext uri="{0D108BD9-81ED-4DB2-BD59-A6C34878D82A}">
                    <a16:rowId xmlns:a16="http://schemas.microsoft.com/office/drawing/2014/main" val="2660311531"/>
                  </a:ext>
                </a:extLst>
              </a:tr>
              <a:tr h="370839">
                <a:tc>
                  <a:txBody>
                    <a:bodyPr/>
                    <a:lstStyle/>
                    <a:p>
                      <a:pPr algn="l" fontAlgn="t"/>
                      <a:r>
                        <a:rPr lang="en-US" sz="2000" b="0" i="0" u="none" strike="noStrike" dirty="0">
                          <a:solidFill>
                            <a:srgbClr val="000000"/>
                          </a:solidFill>
                          <a:effectLst/>
                          <a:latin typeface="Calibri"/>
                        </a:rPr>
                        <a:t>Greenbaum, Chloe</a:t>
                      </a:r>
                    </a:p>
                  </a:txBody>
                  <a:tcPr marL="7620" marR="7620" marT="7620" marB="0"/>
                </a:tc>
                <a:extLst>
                  <a:ext uri="{0D108BD9-81ED-4DB2-BD59-A6C34878D82A}">
                    <a16:rowId xmlns:a16="http://schemas.microsoft.com/office/drawing/2014/main" val="2026009155"/>
                  </a:ext>
                </a:extLst>
              </a:tr>
              <a:tr h="370838">
                <a:tc>
                  <a:txBody>
                    <a:bodyPr/>
                    <a:lstStyle/>
                    <a:p>
                      <a:pPr algn="l" fontAlgn="t"/>
                      <a:r>
                        <a:rPr lang="en-US" sz="2000" b="0" i="0" u="none" strike="noStrike" dirty="0">
                          <a:solidFill>
                            <a:srgbClr val="000000"/>
                          </a:solidFill>
                          <a:effectLst/>
                          <a:latin typeface="Calibri"/>
                        </a:rPr>
                        <a:t>Garcia, Christian</a:t>
                      </a:r>
                    </a:p>
                  </a:txBody>
                  <a:tcPr marL="7620" marR="7620" marT="7620" marB="0"/>
                </a:tc>
                <a:extLst>
                  <a:ext uri="{0D108BD9-81ED-4DB2-BD59-A6C34878D82A}">
                    <a16:rowId xmlns:a16="http://schemas.microsoft.com/office/drawing/2014/main" val="2897203963"/>
                  </a:ext>
                </a:extLst>
              </a:tr>
              <a:tr h="370838">
                <a:tc>
                  <a:txBody>
                    <a:bodyPr/>
                    <a:lstStyle/>
                    <a:p>
                      <a:pPr algn="l" fontAlgn="t"/>
                      <a:r>
                        <a:rPr lang="en-US" sz="2000" b="0" i="0" u="none" strike="noStrike" dirty="0" err="1">
                          <a:solidFill>
                            <a:srgbClr val="000000"/>
                          </a:solidFill>
                          <a:effectLst/>
                          <a:latin typeface="Calibri"/>
                        </a:rPr>
                        <a:t>Gumudavelli</a:t>
                      </a:r>
                      <a:r>
                        <a:rPr lang="en-US" sz="2000" b="0" i="0" u="none" strike="noStrike" dirty="0">
                          <a:solidFill>
                            <a:srgbClr val="000000"/>
                          </a:solidFill>
                          <a:effectLst/>
                          <a:latin typeface="Calibri"/>
                        </a:rPr>
                        <a:t>, Eshaan*</a:t>
                      </a:r>
                    </a:p>
                  </a:txBody>
                  <a:tcPr marL="7620" marR="7620" marT="7620" marB="0"/>
                </a:tc>
                <a:extLst>
                  <a:ext uri="{0D108BD9-81ED-4DB2-BD59-A6C34878D82A}">
                    <a16:rowId xmlns:a16="http://schemas.microsoft.com/office/drawing/2014/main" val="160453032"/>
                  </a:ext>
                </a:extLst>
              </a:tr>
              <a:tr h="370838">
                <a:tc>
                  <a:txBody>
                    <a:bodyPr/>
                    <a:lstStyle/>
                    <a:p>
                      <a:pPr algn="l" fontAlgn="t"/>
                      <a:r>
                        <a:rPr lang="en-US" sz="2000" b="0" i="0" u="none" strike="noStrike" dirty="0">
                          <a:solidFill>
                            <a:srgbClr val="000000"/>
                          </a:solidFill>
                          <a:effectLst/>
                          <a:latin typeface="Calibri"/>
                        </a:rPr>
                        <a:t>Hill, Trent</a:t>
                      </a:r>
                    </a:p>
                  </a:txBody>
                  <a:tcPr marL="7620" marR="7620" marT="7620" marB="0"/>
                </a:tc>
                <a:extLst>
                  <a:ext uri="{0D108BD9-81ED-4DB2-BD59-A6C34878D82A}">
                    <a16:rowId xmlns:a16="http://schemas.microsoft.com/office/drawing/2014/main" val="3590108703"/>
                  </a:ext>
                </a:extLst>
              </a:tr>
              <a:tr h="370838">
                <a:tc>
                  <a:txBody>
                    <a:bodyPr/>
                    <a:lstStyle/>
                    <a:p>
                      <a:pPr lvl="0" algn="l">
                        <a:buNone/>
                      </a:pPr>
                      <a:r>
                        <a:rPr lang="en-US" sz="1800" b="0" i="0" u="none" strike="noStrike" noProof="0" dirty="0" err="1">
                          <a:solidFill>
                            <a:srgbClr val="000000"/>
                          </a:solidFill>
                          <a:effectLst/>
                          <a:latin typeface="Calibri"/>
                        </a:rPr>
                        <a:t>Malaykhan</a:t>
                      </a:r>
                      <a:r>
                        <a:rPr lang="en-US" sz="1800" b="0" i="0" u="none" strike="noStrike" noProof="0" dirty="0">
                          <a:solidFill>
                            <a:srgbClr val="000000"/>
                          </a:solidFill>
                          <a:effectLst/>
                          <a:latin typeface="Calibri"/>
                        </a:rPr>
                        <a:t>, Crystal*</a:t>
                      </a:r>
                      <a:endParaRPr lang="en-US" dirty="0"/>
                    </a:p>
                  </a:txBody>
                  <a:tcPr marL="7620" marR="7620" marT="7620" marB="0"/>
                </a:tc>
                <a:extLst>
                  <a:ext uri="{0D108BD9-81ED-4DB2-BD59-A6C34878D82A}">
                    <a16:rowId xmlns:a16="http://schemas.microsoft.com/office/drawing/2014/main" val="2910559437"/>
                  </a:ext>
                </a:extLst>
              </a:tr>
            </a:tbl>
          </a:graphicData>
        </a:graphic>
      </p:graphicFrame>
      <p:graphicFrame>
        <p:nvGraphicFramePr>
          <p:cNvPr id="9" name="Table 8">
            <a:extLst>
              <a:ext uri="{FF2B5EF4-FFF2-40B4-BE49-F238E27FC236}">
                <a16:creationId xmlns:a16="http://schemas.microsoft.com/office/drawing/2014/main" id="{D0E272EB-828E-4D02-5622-DE159CEED58B}"/>
              </a:ext>
            </a:extLst>
          </p:cNvPr>
          <p:cNvGraphicFramePr>
            <a:graphicFrameLocks noGrp="1"/>
          </p:cNvGraphicFramePr>
          <p:nvPr>
            <p:extLst>
              <p:ext uri="{D42A27DB-BD31-4B8C-83A1-F6EECF244321}">
                <p14:modId xmlns:p14="http://schemas.microsoft.com/office/powerpoint/2010/main" val="1950601540"/>
              </p:ext>
            </p:extLst>
          </p:nvPr>
        </p:nvGraphicFramePr>
        <p:xfrm>
          <a:off x="8140809" y="1187121"/>
          <a:ext cx="3461305" cy="4846311"/>
        </p:xfrm>
        <a:graphic>
          <a:graphicData uri="http://schemas.openxmlformats.org/drawingml/2006/table">
            <a:tbl>
              <a:tblPr firstRow="1" bandRow="1">
                <a:tableStyleId>{5C22544A-7EE6-4342-B048-85BDC9FD1C3A}</a:tableStyleId>
              </a:tblPr>
              <a:tblGrid>
                <a:gridCol w="3461305">
                  <a:extLst>
                    <a:ext uri="{9D8B030D-6E8A-4147-A177-3AD203B41FA5}">
                      <a16:colId xmlns:a16="http://schemas.microsoft.com/office/drawing/2014/main" val="3439481829"/>
                    </a:ext>
                  </a:extLst>
                </a:gridCol>
              </a:tblGrid>
              <a:tr h="370840">
                <a:tc>
                  <a:txBody>
                    <a:bodyPr/>
                    <a:lstStyle/>
                    <a:p>
                      <a:r>
                        <a:rPr lang="en-US" sz="2000" dirty="0">
                          <a:latin typeface="Calibri"/>
                        </a:rPr>
                        <a:t>Team 3</a:t>
                      </a:r>
                    </a:p>
                  </a:txBody>
                  <a:tcPr/>
                </a:tc>
                <a:extLst>
                  <a:ext uri="{0D108BD9-81ED-4DB2-BD59-A6C34878D82A}">
                    <a16:rowId xmlns:a16="http://schemas.microsoft.com/office/drawing/2014/main" val="255612163"/>
                  </a:ext>
                </a:extLst>
              </a:tr>
              <a:tr h="370840">
                <a:tc>
                  <a:txBody>
                    <a:bodyPr/>
                    <a:lstStyle/>
                    <a:p>
                      <a:pPr algn="l" fontAlgn="t"/>
                      <a:r>
                        <a:rPr lang="en-US" sz="2000" b="0" i="0" u="none" strike="noStrike" dirty="0">
                          <a:solidFill>
                            <a:srgbClr val="000000"/>
                          </a:solidFill>
                          <a:effectLst/>
                          <a:latin typeface="Calibri"/>
                        </a:rPr>
                        <a:t>Petro, Andrew</a:t>
                      </a:r>
                    </a:p>
                  </a:txBody>
                  <a:tcPr marL="7620" marR="7620" marT="7620" marB="0"/>
                </a:tc>
                <a:extLst>
                  <a:ext uri="{0D108BD9-81ED-4DB2-BD59-A6C34878D82A}">
                    <a16:rowId xmlns:a16="http://schemas.microsoft.com/office/drawing/2014/main" val="3371071526"/>
                  </a:ext>
                </a:extLst>
              </a:tr>
              <a:tr h="370840">
                <a:tc>
                  <a:txBody>
                    <a:bodyPr/>
                    <a:lstStyle/>
                    <a:p>
                      <a:pPr algn="l" fontAlgn="t"/>
                      <a:r>
                        <a:rPr lang="en-US" sz="2000" b="0" i="0" u="none" strike="noStrike" dirty="0">
                          <a:solidFill>
                            <a:srgbClr val="000000"/>
                          </a:solidFill>
                          <a:effectLst/>
                          <a:latin typeface="Calibri"/>
                        </a:rPr>
                        <a:t>Klauber, Sam</a:t>
                      </a:r>
                    </a:p>
                  </a:txBody>
                  <a:tcPr marL="7620" marR="7620" marT="7620" marB="0"/>
                </a:tc>
                <a:extLst>
                  <a:ext uri="{0D108BD9-81ED-4DB2-BD59-A6C34878D82A}">
                    <a16:rowId xmlns:a16="http://schemas.microsoft.com/office/drawing/2014/main" val="555430581"/>
                  </a:ext>
                </a:extLst>
              </a:tr>
              <a:tr h="370840">
                <a:tc>
                  <a:txBody>
                    <a:bodyPr/>
                    <a:lstStyle/>
                    <a:p>
                      <a:pPr algn="l" fontAlgn="t"/>
                      <a:r>
                        <a:rPr lang="en-US" sz="2000" b="0" i="0" u="none" strike="noStrike" dirty="0">
                          <a:solidFill>
                            <a:srgbClr val="000000"/>
                          </a:solidFill>
                          <a:effectLst/>
                          <a:latin typeface="Calibri"/>
                        </a:rPr>
                        <a:t>Lisman, Mitchell</a:t>
                      </a:r>
                    </a:p>
                  </a:txBody>
                  <a:tcPr marL="7620" marR="7620" marT="7620" marB="0"/>
                </a:tc>
                <a:extLst>
                  <a:ext uri="{0D108BD9-81ED-4DB2-BD59-A6C34878D82A}">
                    <a16:rowId xmlns:a16="http://schemas.microsoft.com/office/drawing/2014/main" val="74687525"/>
                  </a:ext>
                </a:extLst>
              </a:tr>
              <a:tr h="370840">
                <a:tc>
                  <a:txBody>
                    <a:bodyPr/>
                    <a:lstStyle/>
                    <a:p>
                      <a:pPr algn="l" fontAlgn="t"/>
                      <a:r>
                        <a:rPr lang="en-US" sz="2000" b="0" i="0" u="none" strike="noStrike" dirty="0">
                          <a:solidFill>
                            <a:srgbClr val="000000"/>
                          </a:solidFill>
                          <a:effectLst/>
                          <a:latin typeface="Calibri"/>
                        </a:rPr>
                        <a:t>Burns, Connor</a:t>
                      </a:r>
                    </a:p>
                  </a:txBody>
                  <a:tcPr marL="7620" marR="7620" marT="7620" marB="0"/>
                </a:tc>
                <a:extLst>
                  <a:ext uri="{0D108BD9-81ED-4DB2-BD59-A6C34878D82A}">
                    <a16:rowId xmlns:a16="http://schemas.microsoft.com/office/drawing/2014/main" val="299914181"/>
                  </a:ext>
                </a:extLst>
              </a:tr>
              <a:tr h="370840">
                <a:tc>
                  <a:txBody>
                    <a:bodyPr/>
                    <a:lstStyle/>
                    <a:p>
                      <a:pPr algn="l" fontAlgn="t"/>
                      <a:r>
                        <a:rPr lang="en-US" sz="2000" b="0" i="0" u="none" strike="noStrike" dirty="0">
                          <a:solidFill>
                            <a:srgbClr val="000000"/>
                          </a:solidFill>
                          <a:effectLst/>
                          <a:latin typeface="Calibri"/>
                        </a:rPr>
                        <a:t>Rollins, Ava</a:t>
                      </a:r>
                    </a:p>
                  </a:txBody>
                  <a:tcPr marL="7620" marR="7620" marT="7620" marB="0"/>
                </a:tc>
                <a:extLst>
                  <a:ext uri="{0D108BD9-81ED-4DB2-BD59-A6C34878D82A}">
                    <a16:rowId xmlns:a16="http://schemas.microsoft.com/office/drawing/2014/main" val="2417810630"/>
                  </a:ext>
                </a:extLst>
              </a:tr>
              <a:tr h="370840">
                <a:tc>
                  <a:txBody>
                    <a:bodyPr/>
                    <a:lstStyle/>
                    <a:p>
                      <a:pPr algn="l" fontAlgn="t"/>
                      <a:r>
                        <a:rPr lang="en-US" sz="2000" b="0" i="0" u="none" strike="noStrike" dirty="0">
                          <a:solidFill>
                            <a:srgbClr val="000000"/>
                          </a:solidFill>
                          <a:effectLst/>
                          <a:latin typeface="Calibri"/>
                        </a:rPr>
                        <a:t>Umpierre, Dylan</a:t>
                      </a:r>
                    </a:p>
                  </a:txBody>
                  <a:tcPr marL="7620" marR="7620" marT="7620" marB="0"/>
                </a:tc>
                <a:extLst>
                  <a:ext uri="{0D108BD9-81ED-4DB2-BD59-A6C34878D82A}">
                    <a16:rowId xmlns:a16="http://schemas.microsoft.com/office/drawing/2014/main" val="3601853687"/>
                  </a:ext>
                </a:extLst>
              </a:tr>
              <a:tr h="370840">
                <a:tc>
                  <a:txBody>
                    <a:bodyPr/>
                    <a:lstStyle/>
                    <a:p>
                      <a:pPr algn="l" fontAlgn="t"/>
                      <a:r>
                        <a:rPr lang="en-US" sz="2000" b="0" i="0" u="none" strike="noStrike" dirty="0">
                          <a:solidFill>
                            <a:srgbClr val="000000"/>
                          </a:solidFill>
                          <a:effectLst/>
                          <a:latin typeface="Calibri"/>
                        </a:rPr>
                        <a:t>Shanmugam, Nahul</a:t>
                      </a:r>
                    </a:p>
                  </a:txBody>
                  <a:tcPr marL="7620" marR="7620" marT="7620" marB="0"/>
                </a:tc>
                <a:extLst>
                  <a:ext uri="{0D108BD9-81ED-4DB2-BD59-A6C34878D82A}">
                    <a16:rowId xmlns:a16="http://schemas.microsoft.com/office/drawing/2014/main" val="2660311531"/>
                  </a:ext>
                </a:extLst>
              </a:tr>
              <a:tr h="370839">
                <a:tc>
                  <a:txBody>
                    <a:bodyPr/>
                    <a:lstStyle/>
                    <a:p>
                      <a:pPr algn="l" fontAlgn="t"/>
                      <a:r>
                        <a:rPr lang="en-US" sz="2000" b="0" i="0" u="none" strike="noStrike" dirty="0">
                          <a:solidFill>
                            <a:srgbClr val="000000"/>
                          </a:solidFill>
                          <a:effectLst/>
                          <a:latin typeface="Calibri"/>
                        </a:rPr>
                        <a:t>Finch, Luke</a:t>
                      </a:r>
                    </a:p>
                  </a:txBody>
                  <a:tcPr marL="7620" marR="7620" marT="7620" marB="0"/>
                </a:tc>
                <a:extLst>
                  <a:ext uri="{0D108BD9-81ED-4DB2-BD59-A6C34878D82A}">
                    <a16:rowId xmlns:a16="http://schemas.microsoft.com/office/drawing/2014/main" val="2026009155"/>
                  </a:ext>
                </a:extLst>
              </a:tr>
              <a:tr h="370838">
                <a:tc>
                  <a:txBody>
                    <a:bodyPr/>
                    <a:lstStyle/>
                    <a:p>
                      <a:pPr algn="l" fontAlgn="t"/>
                      <a:r>
                        <a:rPr lang="en-US" sz="2000" b="0" i="0" u="none" strike="noStrike" dirty="0">
                          <a:solidFill>
                            <a:srgbClr val="000000"/>
                          </a:solidFill>
                          <a:effectLst/>
                          <a:latin typeface="Calibri"/>
                        </a:rPr>
                        <a:t>Mohal, Saahil</a:t>
                      </a:r>
                    </a:p>
                  </a:txBody>
                  <a:tcPr marL="7620" marR="7620" marT="7620" marB="0"/>
                </a:tc>
                <a:extLst>
                  <a:ext uri="{0D108BD9-81ED-4DB2-BD59-A6C34878D82A}">
                    <a16:rowId xmlns:a16="http://schemas.microsoft.com/office/drawing/2014/main" val="2897203963"/>
                  </a:ext>
                </a:extLst>
              </a:tr>
              <a:tr h="370838">
                <a:tc>
                  <a:txBody>
                    <a:bodyPr/>
                    <a:lstStyle/>
                    <a:p>
                      <a:pPr algn="l" fontAlgn="t"/>
                      <a:r>
                        <a:rPr lang="en-US" sz="2000" b="0" i="0" u="none" strike="noStrike" dirty="0">
                          <a:solidFill>
                            <a:srgbClr val="000000"/>
                          </a:solidFill>
                          <a:effectLst/>
                          <a:latin typeface="Calibri"/>
                        </a:rPr>
                        <a:t>Levine, Xander</a:t>
                      </a:r>
                    </a:p>
                  </a:txBody>
                  <a:tcPr marL="7620" marR="7620" marT="7620" marB="0"/>
                </a:tc>
                <a:extLst>
                  <a:ext uri="{0D108BD9-81ED-4DB2-BD59-A6C34878D82A}">
                    <a16:rowId xmlns:a16="http://schemas.microsoft.com/office/drawing/2014/main" val="160453032"/>
                  </a:ext>
                </a:extLst>
              </a:tr>
              <a:tr h="370838">
                <a:tc>
                  <a:txBody>
                    <a:bodyPr/>
                    <a:lstStyle/>
                    <a:p>
                      <a:pPr algn="l" fontAlgn="t"/>
                      <a:r>
                        <a:rPr lang="en-US" sz="2000" b="0" i="0" u="none" strike="noStrike" dirty="0">
                          <a:solidFill>
                            <a:srgbClr val="000000"/>
                          </a:solidFill>
                          <a:effectLst/>
                          <a:latin typeface="Calibri"/>
                        </a:rPr>
                        <a:t>Halk, Isabella</a:t>
                      </a:r>
                    </a:p>
                  </a:txBody>
                  <a:tcPr marL="7620" marR="7620" marT="7620" marB="0"/>
                </a:tc>
                <a:extLst>
                  <a:ext uri="{0D108BD9-81ED-4DB2-BD59-A6C34878D82A}">
                    <a16:rowId xmlns:a16="http://schemas.microsoft.com/office/drawing/2014/main" val="3590108703"/>
                  </a:ext>
                </a:extLst>
              </a:tr>
              <a:tr h="370838">
                <a:tc>
                  <a:txBody>
                    <a:bodyPr/>
                    <a:lstStyle/>
                    <a:p>
                      <a:pPr lvl="0" algn="l">
                        <a:buNone/>
                      </a:pPr>
                      <a:r>
                        <a:rPr lang="en-US" sz="2000" b="0" i="0" u="none" strike="noStrike" dirty="0">
                          <a:solidFill>
                            <a:srgbClr val="000000"/>
                          </a:solidFill>
                          <a:effectLst/>
                          <a:latin typeface="Calibri"/>
                        </a:rPr>
                        <a:t>Foster, Nathaniel*</a:t>
                      </a:r>
                    </a:p>
                  </a:txBody>
                  <a:tcPr marL="7620" marR="7620" marT="7620" marB="0"/>
                </a:tc>
                <a:extLst>
                  <a:ext uri="{0D108BD9-81ED-4DB2-BD59-A6C34878D82A}">
                    <a16:rowId xmlns:a16="http://schemas.microsoft.com/office/drawing/2014/main" val="1382264842"/>
                  </a:ext>
                </a:extLst>
              </a:tr>
            </a:tbl>
          </a:graphicData>
        </a:graphic>
      </p:graphicFrame>
    </p:spTree>
    <p:extLst>
      <p:ext uri="{BB962C8B-B14F-4D97-AF65-F5344CB8AC3E}">
        <p14:creationId xmlns:p14="http://schemas.microsoft.com/office/powerpoint/2010/main" val="3261354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7C186-85D9-D366-AB36-7BE4986681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3222FC-FA25-BF32-8ECC-F012865B39DD}"/>
              </a:ext>
            </a:extLst>
          </p:cNvPr>
          <p:cNvSpPr>
            <a:spLocks noGrp="1"/>
          </p:cNvSpPr>
          <p:nvPr>
            <p:ph type="title"/>
          </p:nvPr>
        </p:nvSpPr>
        <p:spPr/>
        <p:txBody>
          <a:bodyPr/>
          <a:lstStyle/>
          <a:p>
            <a:r>
              <a:rPr lang="en-US">
                <a:latin typeface="Arial"/>
                <a:cs typeface="Arial"/>
              </a:rPr>
              <a:t>Teams/SharePoint Announcement</a:t>
            </a:r>
            <a:endParaRPr lang="en-US"/>
          </a:p>
        </p:txBody>
      </p:sp>
      <p:sp>
        <p:nvSpPr>
          <p:cNvPr id="4" name="TextBox 3">
            <a:extLst>
              <a:ext uri="{FF2B5EF4-FFF2-40B4-BE49-F238E27FC236}">
                <a16:creationId xmlns:a16="http://schemas.microsoft.com/office/drawing/2014/main" id="{F78E2892-F2E3-3351-35F2-4C3AD6E04401}"/>
              </a:ext>
            </a:extLst>
          </p:cNvPr>
          <p:cNvSpPr txBox="1"/>
          <p:nvPr/>
        </p:nvSpPr>
        <p:spPr>
          <a:xfrm>
            <a:off x="662609" y="1339021"/>
            <a:ext cx="1035326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400">
                <a:ea typeface="Calibri"/>
                <a:cs typeface="Calibri"/>
              </a:rPr>
              <a:t>Individuals have been added to their team's group for their team directly. Please let us know if you did not receive notification.</a:t>
            </a:r>
          </a:p>
          <a:p>
            <a:pPr marL="342900" indent="-342900">
              <a:buFont typeface="Wingdings"/>
              <a:buChar char="Ø"/>
            </a:pPr>
            <a:endParaRPr lang="en-US" sz="2400">
              <a:ea typeface="Calibri"/>
              <a:cs typeface="Calibri"/>
            </a:endParaRPr>
          </a:p>
          <a:p>
            <a:pPr marL="342900" indent="-342900">
              <a:buFont typeface="Wingdings"/>
              <a:buChar char="Ø"/>
            </a:pPr>
            <a:r>
              <a:rPr lang="en-US" sz="2400">
                <a:ea typeface="Calibri"/>
                <a:cs typeface="Calibri"/>
              </a:rPr>
              <a:t>All documentation for your group is to be stored in </a:t>
            </a:r>
            <a:r>
              <a:rPr lang="en-US" sz="2400" err="1">
                <a:ea typeface="Calibri"/>
                <a:cs typeface="Calibri"/>
              </a:rPr>
              <a:t>sharepoint</a:t>
            </a:r>
            <a:r>
              <a:rPr lang="en-US" sz="2400">
                <a:ea typeface="Calibri"/>
                <a:cs typeface="Calibri"/>
              </a:rPr>
              <a:t> in submission folder for deliverables, which must contain related information by the expected deadline. </a:t>
            </a:r>
          </a:p>
          <a:p>
            <a:pPr marL="342900" indent="-342900">
              <a:buFont typeface="Wingdings"/>
              <a:buChar char="Ø"/>
            </a:pPr>
            <a:endParaRPr lang="en-US" sz="2400">
              <a:ea typeface="Calibri"/>
              <a:cs typeface="Calibri"/>
            </a:endParaRPr>
          </a:p>
          <a:p>
            <a:pPr marL="342900" indent="-342900">
              <a:buFont typeface="Wingdings"/>
              <a:buChar char="Ø"/>
            </a:pPr>
            <a:r>
              <a:rPr lang="en-US" sz="2400" b="1">
                <a:ea typeface="Calibri"/>
                <a:cs typeface="Calibri"/>
              </a:rPr>
              <a:t>All information belongs to the project, so beware of what is going into the </a:t>
            </a:r>
            <a:r>
              <a:rPr lang="en-US" sz="2400" b="1" err="1">
                <a:ea typeface="Calibri"/>
                <a:cs typeface="Calibri"/>
              </a:rPr>
              <a:t>sharepoint</a:t>
            </a:r>
            <a:r>
              <a:rPr lang="en-US" sz="2400" b="1">
                <a:ea typeface="Calibri"/>
                <a:cs typeface="Calibri"/>
              </a:rPr>
              <a:t> and teams chat.</a:t>
            </a:r>
          </a:p>
        </p:txBody>
      </p:sp>
    </p:spTree>
    <p:extLst>
      <p:ext uri="{BB962C8B-B14F-4D97-AF65-F5344CB8AC3E}">
        <p14:creationId xmlns:p14="http://schemas.microsoft.com/office/powerpoint/2010/main" val="2538667954"/>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EF40F-3842-754D-2912-E7D8F5329DD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8AAC66-1827-7837-421C-081D344C152D}"/>
              </a:ext>
            </a:extLst>
          </p:cNvPr>
          <p:cNvSpPr>
            <a:spLocks noGrp="1"/>
          </p:cNvSpPr>
          <p:nvPr>
            <p:ph type="title"/>
          </p:nvPr>
        </p:nvSpPr>
        <p:spPr/>
        <p:txBody>
          <a:bodyPr/>
          <a:lstStyle/>
          <a:p>
            <a:r>
              <a:rPr lang="en-US">
                <a:latin typeface="Arial"/>
                <a:cs typeface="Arial"/>
              </a:rPr>
              <a:t>Communication</a:t>
            </a:r>
            <a:endParaRPr lang="en-US"/>
          </a:p>
        </p:txBody>
      </p:sp>
      <p:sp>
        <p:nvSpPr>
          <p:cNvPr id="4" name="TextBox 3">
            <a:extLst>
              <a:ext uri="{FF2B5EF4-FFF2-40B4-BE49-F238E27FC236}">
                <a16:creationId xmlns:a16="http://schemas.microsoft.com/office/drawing/2014/main" id="{60D699CD-57B6-6CDB-E0A2-9A96CF3C73EB}"/>
              </a:ext>
            </a:extLst>
          </p:cNvPr>
          <p:cNvSpPr txBox="1"/>
          <p:nvPr/>
        </p:nvSpPr>
        <p:spPr>
          <a:xfrm>
            <a:off x="662609" y="1339021"/>
            <a:ext cx="1035326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400">
                <a:highlight>
                  <a:srgbClr val="FFFF00"/>
                </a:highlight>
                <a:ea typeface="Calibri"/>
                <a:cs typeface="Calibri"/>
              </a:rPr>
              <a:t>General</a:t>
            </a:r>
            <a:r>
              <a:rPr lang="en-US" sz="2400">
                <a:ea typeface="Calibri"/>
                <a:cs typeface="Calibri"/>
              </a:rPr>
              <a:t> questions can be asked in Teams via making a post: </a:t>
            </a:r>
            <a:r>
              <a:rPr lang="en-US" sz="2400">
                <a:hlinkClick r:id="rId2"/>
              </a:rPr>
              <a:t>2025 TLS Intern Project | US-RMS-Intern-Program | Microsoft Teams</a:t>
            </a:r>
            <a:r>
              <a:rPr lang="en-US" sz="2400"/>
              <a:t> </a:t>
            </a:r>
            <a:endParaRPr lang="en-US" sz="2400">
              <a:ea typeface="Calibri"/>
              <a:cs typeface="Calibri"/>
            </a:endParaRPr>
          </a:p>
          <a:p>
            <a:pPr marL="342900" indent="-342900">
              <a:buFont typeface="Wingdings"/>
              <a:buChar char="Ø"/>
            </a:pPr>
            <a:endParaRPr lang="en-US" sz="2400">
              <a:ea typeface="Calibri"/>
              <a:cs typeface="Calibri"/>
            </a:endParaRPr>
          </a:p>
          <a:p>
            <a:pPr marL="342900" indent="-342900">
              <a:buFont typeface="Wingdings"/>
              <a:buChar char="Ø"/>
            </a:pPr>
            <a:r>
              <a:rPr lang="en-US" sz="2400">
                <a:highlight>
                  <a:srgbClr val="FFFF00"/>
                </a:highlight>
                <a:ea typeface="Calibri"/>
                <a:cs typeface="Calibri"/>
              </a:rPr>
              <a:t>Team specific </a:t>
            </a:r>
            <a:r>
              <a:rPr lang="en-US" sz="2400">
                <a:ea typeface="Calibri"/>
                <a:cs typeface="Calibri"/>
              </a:rPr>
              <a:t>questions, comments or concerns can be directly addressed to Sara and Daejah via email by the Project Manager.</a:t>
            </a:r>
          </a:p>
          <a:p>
            <a:pPr marL="342900" indent="-342900">
              <a:buFont typeface="Wingdings"/>
              <a:buChar char="Ø"/>
            </a:pPr>
            <a:endParaRPr lang="en-US" sz="2400">
              <a:ea typeface="Calibri"/>
              <a:cs typeface="Calibri"/>
            </a:endParaRPr>
          </a:p>
          <a:p>
            <a:pPr marL="800100" lvl="1" indent="-342900">
              <a:buFont typeface="Wingdings"/>
              <a:buChar char="Ø"/>
            </a:pPr>
            <a:r>
              <a:rPr lang="en-US" sz="2400" b="1">
                <a:ea typeface="Calibri"/>
                <a:cs typeface="Calibri"/>
              </a:rPr>
              <a:t>Allow for 24 hours for a response before pinging directly.</a:t>
            </a:r>
          </a:p>
        </p:txBody>
      </p:sp>
    </p:spTree>
    <p:extLst>
      <p:ext uri="{BB962C8B-B14F-4D97-AF65-F5344CB8AC3E}">
        <p14:creationId xmlns:p14="http://schemas.microsoft.com/office/powerpoint/2010/main" val="112244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solidFill>
                  <a:srgbClr val="002060"/>
                </a:solidFill>
              </a:rPr>
              <a:t>TLS</a:t>
            </a:r>
            <a:r>
              <a:rPr lang="en-US"/>
              <a:t> Charging Guidance Interns</a:t>
            </a:r>
          </a:p>
        </p:txBody>
      </p:sp>
      <p:graphicFrame>
        <p:nvGraphicFramePr>
          <p:cNvPr id="5" name="Table 5">
            <a:extLst>
              <a:ext uri="{FF2B5EF4-FFF2-40B4-BE49-F238E27FC236}">
                <a16:creationId xmlns:a16="http://schemas.microsoft.com/office/drawing/2014/main" id="{9AED7CB3-7E93-84A7-7230-0FA816E32392}"/>
              </a:ext>
            </a:extLst>
          </p:cNvPr>
          <p:cNvGraphicFramePr>
            <a:graphicFrameLocks noGrp="1"/>
          </p:cNvGraphicFramePr>
          <p:nvPr>
            <p:extLst>
              <p:ext uri="{D42A27DB-BD31-4B8C-83A1-F6EECF244321}">
                <p14:modId xmlns:p14="http://schemas.microsoft.com/office/powerpoint/2010/main" val="2004510015"/>
              </p:ext>
            </p:extLst>
          </p:nvPr>
        </p:nvGraphicFramePr>
        <p:xfrm>
          <a:off x="607391" y="1192695"/>
          <a:ext cx="10615371" cy="2220049"/>
        </p:xfrm>
        <a:graphic>
          <a:graphicData uri="http://schemas.openxmlformats.org/drawingml/2006/table">
            <a:tbl>
              <a:tblPr firstRow="1" bandRow="1">
                <a:tableStyleId>{5C22544A-7EE6-4342-B048-85BDC9FD1C3A}</a:tableStyleId>
              </a:tblPr>
              <a:tblGrid>
                <a:gridCol w="3464891">
                  <a:extLst>
                    <a:ext uri="{9D8B030D-6E8A-4147-A177-3AD203B41FA5}">
                      <a16:colId xmlns:a16="http://schemas.microsoft.com/office/drawing/2014/main" val="2937779089"/>
                    </a:ext>
                  </a:extLst>
                </a:gridCol>
                <a:gridCol w="2470975">
                  <a:extLst>
                    <a:ext uri="{9D8B030D-6E8A-4147-A177-3AD203B41FA5}">
                      <a16:colId xmlns:a16="http://schemas.microsoft.com/office/drawing/2014/main" val="921550513"/>
                    </a:ext>
                  </a:extLst>
                </a:gridCol>
                <a:gridCol w="2015430">
                  <a:extLst>
                    <a:ext uri="{9D8B030D-6E8A-4147-A177-3AD203B41FA5}">
                      <a16:colId xmlns:a16="http://schemas.microsoft.com/office/drawing/2014/main" val="178528519"/>
                    </a:ext>
                  </a:extLst>
                </a:gridCol>
                <a:gridCol w="2664075">
                  <a:extLst>
                    <a:ext uri="{9D8B030D-6E8A-4147-A177-3AD203B41FA5}">
                      <a16:colId xmlns:a16="http://schemas.microsoft.com/office/drawing/2014/main" val="3146251531"/>
                    </a:ext>
                  </a:extLst>
                </a:gridCol>
              </a:tblGrid>
              <a:tr h="370840">
                <a:tc>
                  <a:txBody>
                    <a:bodyPr/>
                    <a:lstStyle/>
                    <a:p>
                      <a:pPr algn="ctr"/>
                      <a:r>
                        <a:rPr lang="en-US"/>
                        <a:t>Project Event</a:t>
                      </a:r>
                    </a:p>
                  </a:txBody>
                  <a:tcPr/>
                </a:tc>
                <a:tc>
                  <a:txBody>
                    <a:bodyPr/>
                    <a:lstStyle/>
                    <a:p>
                      <a:pPr lvl="0" algn="ctr">
                        <a:buNone/>
                      </a:pPr>
                      <a:r>
                        <a:rPr lang="en-US"/>
                        <a:t>Dates</a:t>
                      </a:r>
                    </a:p>
                  </a:txBody>
                  <a:tcPr/>
                </a:tc>
                <a:tc>
                  <a:txBody>
                    <a:bodyPr/>
                    <a:lstStyle/>
                    <a:p>
                      <a:pPr algn="ctr"/>
                      <a:r>
                        <a:rPr lang="en-US"/>
                        <a:t>Charge Number</a:t>
                      </a:r>
                    </a:p>
                  </a:txBody>
                  <a:tcPr/>
                </a:tc>
                <a:tc>
                  <a:txBody>
                    <a:bodyPr/>
                    <a:lstStyle/>
                    <a:p>
                      <a:pPr algn="ctr"/>
                      <a:r>
                        <a:rPr lang="en-US"/>
                        <a:t>Maximum</a:t>
                      </a:r>
                    </a:p>
                  </a:txBody>
                  <a:tcPr/>
                </a:tc>
                <a:extLst>
                  <a:ext uri="{0D108BD9-81ED-4DB2-BD59-A6C34878D82A}">
                    <a16:rowId xmlns:a16="http://schemas.microsoft.com/office/drawing/2014/main" val="2144208212"/>
                  </a:ext>
                </a:extLst>
              </a:tr>
              <a:tr h="365849">
                <a:tc>
                  <a:txBody>
                    <a:bodyPr/>
                    <a:lstStyle/>
                    <a:p>
                      <a:r>
                        <a:rPr lang="en-US"/>
                        <a:t>Project Kickoff </a:t>
                      </a:r>
                    </a:p>
                  </a:txBody>
                  <a:tcPr/>
                </a:tc>
                <a:tc>
                  <a:txBody>
                    <a:bodyPr/>
                    <a:lstStyle/>
                    <a:p>
                      <a:pPr lvl="0">
                        <a:buNone/>
                      </a:pPr>
                      <a:r>
                        <a:rPr lang="en-US"/>
                        <a:t>June 10th </a:t>
                      </a:r>
                    </a:p>
                  </a:txBody>
                  <a:tcPr/>
                </a:tc>
                <a:tc>
                  <a:txBody>
                    <a:bodyPr/>
                    <a:lstStyle/>
                    <a:p>
                      <a:r>
                        <a:rPr lang="en-US"/>
                        <a:t>MT-ITR</a:t>
                      </a:r>
                    </a:p>
                  </a:txBody>
                  <a:tcPr/>
                </a:tc>
                <a:tc>
                  <a:txBody>
                    <a:bodyPr/>
                    <a:lstStyle/>
                    <a:p>
                      <a:r>
                        <a:rPr lang="en-US"/>
                        <a:t>1 hr.</a:t>
                      </a:r>
                    </a:p>
                  </a:txBody>
                  <a:tcPr/>
                </a:tc>
                <a:extLst>
                  <a:ext uri="{0D108BD9-81ED-4DB2-BD59-A6C34878D82A}">
                    <a16:rowId xmlns:a16="http://schemas.microsoft.com/office/drawing/2014/main" val="2814894392"/>
                  </a:ext>
                </a:extLst>
              </a:tr>
              <a:tr h="370840">
                <a:tc>
                  <a:txBody>
                    <a:bodyPr/>
                    <a:lstStyle/>
                    <a:p>
                      <a:r>
                        <a:rPr lang="en-US"/>
                        <a:t>Project Lectures (SME Series)</a:t>
                      </a:r>
                    </a:p>
                  </a:txBody>
                  <a:tcPr/>
                </a:tc>
                <a:tc>
                  <a:txBody>
                    <a:bodyPr/>
                    <a:lstStyle/>
                    <a:p>
                      <a:pPr lvl="0">
                        <a:buNone/>
                      </a:pPr>
                      <a:r>
                        <a:rPr lang="en-US"/>
                        <a:t>See next slide</a:t>
                      </a:r>
                    </a:p>
                  </a:txBody>
                  <a:tcPr/>
                </a:tc>
                <a:tc>
                  <a:txBody>
                    <a:bodyPr/>
                    <a:lstStyle/>
                    <a:p>
                      <a:r>
                        <a:rPr lang="en-US"/>
                        <a:t>MT-ITR</a:t>
                      </a:r>
                    </a:p>
                  </a:txBody>
                  <a:tcPr/>
                </a:tc>
                <a:tc>
                  <a:txBody>
                    <a:bodyPr/>
                    <a:lstStyle/>
                    <a:p>
                      <a:r>
                        <a:rPr lang="en-US"/>
                        <a:t>4 hr. </a:t>
                      </a:r>
                    </a:p>
                  </a:txBody>
                  <a:tcPr/>
                </a:tc>
                <a:extLst>
                  <a:ext uri="{0D108BD9-81ED-4DB2-BD59-A6C34878D82A}">
                    <a16:rowId xmlns:a16="http://schemas.microsoft.com/office/drawing/2014/main" val="2209389937"/>
                  </a:ext>
                </a:extLst>
              </a:tr>
              <a:tr h="370840">
                <a:tc>
                  <a:txBody>
                    <a:bodyPr/>
                    <a:lstStyle/>
                    <a:p>
                      <a:r>
                        <a:rPr lang="en-US"/>
                        <a:t>Project Check-Ins</a:t>
                      </a:r>
                    </a:p>
                  </a:txBody>
                  <a:tcPr/>
                </a:tc>
                <a:tc>
                  <a:txBody>
                    <a:bodyPr/>
                    <a:lstStyle/>
                    <a:p>
                      <a:pPr lvl="0">
                        <a:buNone/>
                      </a:pPr>
                      <a:r>
                        <a:rPr lang="en-US"/>
                        <a:t>See next slide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AD-ITP</a:t>
                      </a:r>
                    </a:p>
                  </a:txBody>
                  <a:tcPr/>
                </a:tc>
                <a:tc>
                  <a:txBody>
                    <a:bodyPr/>
                    <a:lstStyle/>
                    <a:p>
                      <a:r>
                        <a:rPr lang="en-US" b="0">
                          <a:solidFill>
                            <a:schemeClr val="tx1"/>
                          </a:solidFill>
                        </a:rPr>
                        <a:t>1 hr. (0.5 hr. per check in)</a:t>
                      </a:r>
                    </a:p>
                  </a:txBody>
                  <a:tcPr/>
                </a:tc>
                <a:extLst>
                  <a:ext uri="{0D108BD9-81ED-4DB2-BD59-A6C34878D82A}">
                    <a16:rowId xmlns:a16="http://schemas.microsoft.com/office/drawing/2014/main" val="3779282873"/>
                  </a:ext>
                </a:extLst>
              </a:tr>
              <a:tr h="370840">
                <a:tc>
                  <a:txBody>
                    <a:bodyPr/>
                    <a:lstStyle/>
                    <a:p>
                      <a:r>
                        <a:rPr lang="en-US"/>
                        <a:t>Project Working Time</a:t>
                      </a:r>
                    </a:p>
                  </a:txBody>
                  <a:tcPr/>
                </a:tc>
                <a:tc>
                  <a:txBody>
                    <a:bodyPr/>
                    <a:lstStyle/>
                    <a:p>
                      <a:pPr lvl="0">
                        <a:buNone/>
                      </a:pPr>
                      <a:r>
                        <a:rPr lang="en-US"/>
                        <a:t>June 10th – July 27th </a:t>
                      </a:r>
                    </a:p>
                  </a:txBody>
                  <a:tcPr/>
                </a:tc>
                <a:tc>
                  <a:txBody>
                    <a:bodyPr/>
                    <a:lstStyle/>
                    <a:p>
                      <a:r>
                        <a:rPr lang="en-US"/>
                        <a:t>AD-ITP</a:t>
                      </a:r>
                    </a:p>
                  </a:txBody>
                  <a:tcPr/>
                </a:tc>
                <a:tc>
                  <a:txBody>
                    <a:bodyPr/>
                    <a:lstStyle/>
                    <a:p>
                      <a:r>
                        <a:rPr lang="en-US" b="1">
                          <a:solidFill>
                            <a:schemeClr val="tx1"/>
                          </a:solidFill>
                        </a:rPr>
                        <a:t>16 hr. (CANNOT EXCEED)</a:t>
                      </a:r>
                    </a:p>
                  </a:txBody>
                  <a:tcPr/>
                </a:tc>
                <a:extLst>
                  <a:ext uri="{0D108BD9-81ED-4DB2-BD59-A6C34878D82A}">
                    <a16:rowId xmlns:a16="http://schemas.microsoft.com/office/drawing/2014/main" val="3415750219"/>
                  </a:ext>
                </a:extLst>
              </a:tr>
              <a:tr h="370840">
                <a:tc>
                  <a:txBody>
                    <a:bodyPr/>
                    <a:lstStyle/>
                    <a:p>
                      <a:r>
                        <a:rPr lang="en-US"/>
                        <a:t>Final Project Demonstration</a:t>
                      </a:r>
                    </a:p>
                  </a:txBody>
                  <a:tcPr/>
                </a:tc>
                <a:tc>
                  <a:txBody>
                    <a:bodyPr/>
                    <a:lstStyle/>
                    <a:p>
                      <a:pPr lvl="0">
                        <a:buNone/>
                      </a:pPr>
                      <a:r>
                        <a:rPr lang="en-US" dirty="0"/>
                        <a:t>July 28th</a:t>
                      </a:r>
                    </a:p>
                  </a:txBody>
                  <a:tcPr/>
                </a:tc>
                <a:tc>
                  <a:txBody>
                    <a:bodyPr/>
                    <a:lstStyle/>
                    <a:p>
                      <a:r>
                        <a:rPr lang="en-US"/>
                        <a:t>AD-ITP</a:t>
                      </a:r>
                    </a:p>
                  </a:txBody>
                  <a:tcPr/>
                </a:tc>
                <a:tc>
                  <a:txBody>
                    <a:bodyPr/>
                    <a:lstStyle/>
                    <a:p>
                      <a:r>
                        <a:rPr lang="en-US" dirty="0"/>
                        <a:t>3 hr. </a:t>
                      </a:r>
                    </a:p>
                  </a:txBody>
                  <a:tcPr/>
                </a:tc>
                <a:extLst>
                  <a:ext uri="{0D108BD9-81ED-4DB2-BD59-A6C34878D82A}">
                    <a16:rowId xmlns:a16="http://schemas.microsoft.com/office/drawing/2014/main" val="2509060639"/>
                  </a:ext>
                </a:extLst>
              </a:tr>
            </a:tbl>
          </a:graphicData>
        </a:graphic>
      </p:graphicFrame>
    </p:spTree>
    <p:extLst>
      <p:ext uri="{BB962C8B-B14F-4D97-AF65-F5344CB8AC3E}">
        <p14:creationId xmlns:p14="http://schemas.microsoft.com/office/powerpoint/2010/main" val="823194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normAutofit/>
          </a:bodyPr>
          <a:lstStyle/>
          <a:p>
            <a:r>
              <a:rPr lang="en-US">
                <a:solidFill>
                  <a:srgbClr val="002060"/>
                </a:solidFill>
              </a:rPr>
              <a:t>Project Events Details </a:t>
            </a:r>
            <a:endParaRPr lang="en-US"/>
          </a:p>
        </p:txBody>
      </p:sp>
      <p:graphicFrame>
        <p:nvGraphicFramePr>
          <p:cNvPr id="2" name="Table 1">
            <a:extLst>
              <a:ext uri="{FF2B5EF4-FFF2-40B4-BE49-F238E27FC236}">
                <a16:creationId xmlns:a16="http://schemas.microsoft.com/office/drawing/2014/main" id="{D4D23DD1-DAAD-E593-1C2D-857F768E891C}"/>
              </a:ext>
            </a:extLst>
          </p:cNvPr>
          <p:cNvGraphicFramePr>
            <a:graphicFrameLocks noGrp="1"/>
          </p:cNvGraphicFramePr>
          <p:nvPr/>
        </p:nvGraphicFramePr>
        <p:xfrm>
          <a:off x="608496" y="1824336"/>
          <a:ext cx="8128000" cy="2225040"/>
        </p:xfrm>
        <a:graphic>
          <a:graphicData uri="http://schemas.openxmlformats.org/drawingml/2006/table">
            <a:tbl>
              <a:tblPr firstRow="1" bandRow="1">
                <a:tableStyleId>{5C22544A-7EE6-4342-B048-85BDC9FD1C3A}</a:tableStyleId>
              </a:tblPr>
              <a:tblGrid>
                <a:gridCol w="2068029">
                  <a:extLst>
                    <a:ext uri="{9D8B030D-6E8A-4147-A177-3AD203B41FA5}">
                      <a16:colId xmlns:a16="http://schemas.microsoft.com/office/drawing/2014/main" val="1801748951"/>
                    </a:ext>
                  </a:extLst>
                </a:gridCol>
                <a:gridCol w="6059971">
                  <a:extLst>
                    <a:ext uri="{9D8B030D-6E8A-4147-A177-3AD203B41FA5}">
                      <a16:colId xmlns:a16="http://schemas.microsoft.com/office/drawing/2014/main" val="1874910200"/>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effectLst/>
                          <a:latin typeface="+mn-lt"/>
                        </a:rPr>
                        <a:t>Date</a:t>
                      </a:r>
                      <a:r>
                        <a:rPr lang="en-US" sz="1600">
                          <a:effectLst/>
                          <a:latin typeface="+mn-lt"/>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effectLst/>
                          <a:latin typeface="+mn-lt"/>
                        </a:rPr>
                        <a:t>Event</a:t>
                      </a:r>
                      <a:r>
                        <a:rPr lang="en-US" sz="1600">
                          <a:effectLst/>
                          <a:latin typeface="+mn-lt"/>
                        </a:rPr>
                        <a:t>   </a:t>
                      </a:r>
                    </a:p>
                  </a:txBody>
                  <a:tcPr/>
                </a:tc>
                <a:extLst>
                  <a:ext uri="{0D108BD9-81ED-4DB2-BD59-A6C34878D82A}">
                    <a16:rowId xmlns:a16="http://schemas.microsoft.com/office/drawing/2014/main" val="1246136046"/>
                  </a:ext>
                </a:extLst>
              </a:tr>
              <a:tr h="370840">
                <a:tc>
                  <a:txBody>
                    <a:bodyPr/>
                    <a:lstStyle/>
                    <a:p>
                      <a:pPr fontAlgn="base">
                        <a:lnSpc>
                          <a:spcPts val="1425"/>
                        </a:lnSpc>
                        <a:buNone/>
                      </a:pPr>
                      <a:r>
                        <a:rPr lang="en-US" sz="1600">
                          <a:effectLst/>
                          <a:latin typeface="+mn-lt"/>
                        </a:rPr>
                        <a:t>June 12</a:t>
                      </a:r>
                      <a:r>
                        <a:rPr lang="en-US" sz="1600" baseline="30000">
                          <a:effectLst/>
                          <a:latin typeface="+mn-lt"/>
                        </a:rPr>
                        <a:t>th</a:t>
                      </a:r>
                      <a:r>
                        <a:rPr lang="en-US" sz="1600">
                          <a:effectLst/>
                          <a:latin typeface="+mn-lt"/>
                        </a:rPr>
                        <a:t>  </a:t>
                      </a:r>
                    </a:p>
                  </a:txBody>
                  <a:tcPr/>
                </a:tc>
                <a:tc>
                  <a:txBody>
                    <a:bodyPr/>
                    <a:lstStyle/>
                    <a:p>
                      <a:pPr fontAlgn="base">
                        <a:lnSpc>
                          <a:spcPts val="1425"/>
                        </a:lnSpc>
                        <a:buNone/>
                      </a:pPr>
                      <a:r>
                        <a:rPr lang="en-US" sz="1600">
                          <a:effectLst/>
                          <a:latin typeface="+mn-lt"/>
                        </a:rPr>
                        <a:t>SOW Q/A with LOB Leads (0.5 hours) </a:t>
                      </a:r>
                    </a:p>
                  </a:txBody>
                  <a:tcPr/>
                </a:tc>
                <a:extLst>
                  <a:ext uri="{0D108BD9-81ED-4DB2-BD59-A6C34878D82A}">
                    <a16:rowId xmlns:a16="http://schemas.microsoft.com/office/drawing/2014/main" val="3542739620"/>
                  </a:ext>
                </a:extLst>
              </a:tr>
              <a:tr h="370840">
                <a:tc>
                  <a:txBody>
                    <a:bodyPr/>
                    <a:lstStyle/>
                    <a:p>
                      <a:pPr fontAlgn="base">
                        <a:lnSpc>
                          <a:spcPts val="1425"/>
                        </a:lnSpc>
                        <a:buNone/>
                      </a:pPr>
                      <a:r>
                        <a:rPr lang="en-US" sz="1600">
                          <a:effectLst/>
                          <a:latin typeface="+mn-lt"/>
                        </a:rPr>
                        <a:t>June 16</a:t>
                      </a:r>
                      <a:r>
                        <a:rPr lang="en-US" sz="1600" baseline="30000">
                          <a:effectLst/>
                          <a:latin typeface="+mn-lt"/>
                        </a:rPr>
                        <a:t>th</a:t>
                      </a:r>
                      <a:r>
                        <a:rPr lang="en-US" sz="1600">
                          <a:effectLst/>
                          <a:latin typeface="+mn-lt"/>
                        </a:rPr>
                        <a:t> </a:t>
                      </a:r>
                    </a:p>
                  </a:txBody>
                  <a:tcPr/>
                </a:tc>
                <a:tc>
                  <a:txBody>
                    <a:bodyPr/>
                    <a:lstStyle/>
                    <a:p>
                      <a:pPr fontAlgn="base">
                        <a:lnSpc>
                          <a:spcPts val="1425"/>
                        </a:lnSpc>
                        <a:buNone/>
                      </a:pPr>
                      <a:r>
                        <a:rPr lang="en-US" sz="1600">
                          <a:effectLst/>
                          <a:latin typeface="+mn-lt"/>
                        </a:rPr>
                        <a:t>SME Series I: Trade Study Analysis  (1 hour)</a:t>
                      </a:r>
                    </a:p>
                  </a:txBody>
                  <a:tcPr/>
                </a:tc>
                <a:extLst>
                  <a:ext uri="{0D108BD9-81ED-4DB2-BD59-A6C34878D82A}">
                    <a16:rowId xmlns:a16="http://schemas.microsoft.com/office/drawing/2014/main" val="1392444714"/>
                  </a:ext>
                </a:extLst>
              </a:tr>
              <a:tr h="370840">
                <a:tc>
                  <a:txBody>
                    <a:bodyPr/>
                    <a:lstStyle/>
                    <a:p>
                      <a:pPr fontAlgn="base">
                        <a:lnSpc>
                          <a:spcPts val="1425"/>
                        </a:lnSpc>
                        <a:buNone/>
                      </a:pPr>
                      <a:r>
                        <a:rPr lang="en-US" sz="1600">
                          <a:effectLst/>
                          <a:latin typeface="+mn-lt"/>
                        </a:rPr>
                        <a:t>June 23</a:t>
                      </a:r>
                      <a:r>
                        <a:rPr lang="en-US" sz="1600" baseline="30000">
                          <a:effectLst/>
                          <a:latin typeface="+mn-lt"/>
                        </a:rPr>
                        <a:t>rd</a:t>
                      </a:r>
                      <a:r>
                        <a:rPr lang="en-US" sz="1600">
                          <a:effectLst/>
                          <a:latin typeface="+mn-lt"/>
                        </a:rPr>
                        <a:t> </a:t>
                      </a:r>
                    </a:p>
                  </a:txBody>
                  <a:tcPr/>
                </a:tc>
                <a:tc>
                  <a:txBody>
                    <a:bodyPr/>
                    <a:lstStyle/>
                    <a:p>
                      <a:pPr fontAlgn="base">
                        <a:lnSpc>
                          <a:spcPts val="1425"/>
                        </a:lnSpc>
                        <a:buNone/>
                      </a:pPr>
                      <a:r>
                        <a:rPr lang="en-US" sz="1600">
                          <a:effectLst/>
                          <a:latin typeface="+mn-lt"/>
                        </a:rPr>
                        <a:t>SME Series II: Software Development   (1 hour)</a:t>
                      </a:r>
                    </a:p>
                  </a:txBody>
                  <a:tcPr/>
                </a:tc>
                <a:extLst>
                  <a:ext uri="{0D108BD9-81ED-4DB2-BD59-A6C34878D82A}">
                    <a16:rowId xmlns:a16="http://schemas.microsoft.com/office/drawing/2014/main" val="429272850"/>
                  </a:ext>
                </a:extLst>
              </a:tr>
              <a:tr h="370840">
                <a:tc>
                  <a:txBody>
                    <a:bodyPr/>
                    <a:lstStyle/>
                    <a:p>
                      <a:pPr fontAlgn="base">
                        <a:lnSpc>
                          <a:spcPts val="1425"/>
                        </a:lnSpc>
                        <a:buNone/>
                      </a:pPr>
                      <a:r>
                        <a:rPr lang="en-US" sz="1600">
                          <a:effectLst/>
                          <a:latin typeface="+mn-lt"/>
                        </a:rPr>
                        <a:t>July 8</a:t>
                      </a:r>
                      <a:r>
                        <a:rPr lang="en-US" sz="1600" baseline="30000">
                          <a:effectLst/>
                          <a:latin typeface="+mn-lt"/>
                        </a:rPr>
                        <a:t>th</a:t>
                      </a:r>
                      <a:r>
                        <a:rPr lang="en-US" sz="1600">
                          <a:effectLst/>
                          <a:latin typeface="+mn-lt"/>
                        </a:rPr>
                        <a:t> </a:t>
                      </a:r>
                      <a:endParaRPr lang="en-US" sz="1600" baseline="30000">
                        <a:effectLst/>
                        <a:latin typeface="+mn-lt"/>
                      </a:endParaRPr>
                    </a:p>
                  </a:txBody>
                  <a:tcPr/>
                </a:tc>
                <a:tc>
                  <a:txBody>
                    <a:bodyPr/>
                    <a:lstStyle/>
                    <a:p>
                      <a:pPr fontAlgn="base">
                        <a:lnSpc>
                          <a:spcPts val="1425"/>
                        </a:lnSpc>
                        <a:buNone/>
                      </a:pPr>
                      <a:r>
                        <a:rPr lang="es-ES" sz="1600">
                          <a:effectLst/>
                          <a:latin typeface="+mn-lt"/>
                        </a:rPr>
                        <a:t>SME Series III: CAD/Creo </a:t>
                      </a:r>
                      <a:r>
                        <a:rPr lang="es-ES" sz="1600" err="1">
                          <a:effectLst/>
                          <a:latin typeface="+mn-lt"/>
                        </a:rPr>
                        <a:t>Design</a:t>
                      </a:r>
                      <a:r>
                        <a:rPr lang="es-ES" sz="1600">
                          <a:effectLst/>
                          <a:latin typeface="+mn-lt"/>
                        </a:rPr>
                        <a:t> (1 </a:t>
                      </a:r>
                      <a:r>
                        <a:rPr lang="en-US" sz="1600" noProof="0">
                          <a:effectLst/>
                          <a:latin typeface="+mn-lt"/>
                        </a:rPr>
                        <a:t>hour</a:t>
                      </a:r>
                      <a:r>
                        <a:rPr lang="es-ES" sz="1600">
                          <a:effectLst/>
                          <a:latin typeface="+mn-lt"/>
                        </a:rPr>
                        <a:t>)</a:t>
                      </a:r>
                    </a:p>
                  </a:txBody>
                  <a:tcPr/>
                </a:tc>
                <a:extLst>
                  <a:ext uri="{0D108BD9-81ED-4DB2-BD59-A6C34878D82A}">
                    <a16:rowId xmlns:a16="http://schemas.microsoft.com/office/drawing/2014/main" val="2093643124"/>
                  </a:ext>
                </a:extLst>
              </a:tr>
              <a:tr h="370840">
                <a:tc>
                  <a:txBody>
                    <a:bodyPr/>
                    <a:lstStyle/>
                    <a:p>
                      <a:pPr fontAlgn="base">
                        <a:lnSpc>
                          <a:spcPts val="1425"/>
                        </a:lnSpc>
                        <a:buNone/>
                      </a:pPr>
                      <a:r>
                        <a:rPr lang="en-US" sz="1600">
                          <a:effectLst/>
                          <a:latin typeface="+mn-lt"/>
                        </a:rPr>
                        <a:t>July 23</a:t>
                      </a:r>
                      <a:r>
                        <a:rPr lang="en-US" sz="1600" baseline="30000">
                          <a:effectLst/>
                          <a:latin typeface="+mn-lt"/>
                        </a:rPr>
                        <a:t>rd</a:t>
                      </a:r>
                      <a:r>
                        <a:rPr lang="en-US" sz="1600">
                          <a:effectLst/>
                          <a:latin typeface="+mn-lt"/>
                        </a:rPr>
                        <a:t> </a:t>
                      </a:r>
                    </a:p>
                  </a:txBody>
                  <a:tcPr/>
                </a:tc>
                <a:tc>
                  <a:txBody>
                    <a:bodyPr/>
                    <a:lstStyle/>
                    <a:p>
                      <a:pPr fontAlgn="base">
                        <a:lnSpc>
                          <a:spcPts val="1425"/>
                        </a:lnSpc>
                        <a:buNone/>
                      </a:pPr>
                      <a:r>
                        <a:rPr lang="en-US" sz="1600">
                          <a:effectLst/>
                          <a:latin typeface="+mn-lt"/>
                        </a:rPr>
                        <a:t>SME Series IV: Final Q/A (0.5 hours) </a:t>
                      </a:r>
                    </a:p>
                  </a:txBody>
                  <a:tcPr/>
                </a:tc>
                <a:extLst>
                  <a:ext uri="{0D108BD9-81ED-4DB2-BD59-A6C34878D82A}">
                    <a16:rowId xmlns:a16="http://schemas.microsoft.com/office/drawing/2014/main" val="1473009006"/>
                  </a:ext>
                </a:extLst>
              </a:tr>
            </a:tbl>
          </a:graphicData>
        </a:graphic>
      </p:graphicFrame>
      <p:graphicFrame>
        <p:nvGraphicFramePr>
          <p:cNvPr id="6" name="Table 5">
            <a:extLst>
              <a:ext uri="{FF2B5EF4-FFF2-40B4-BE49-F238E27FC236}">
                <a16:creationId xmlns:a16="http://schemas.microsoft.com/office/drawing/2014/main" id="{1B942476-0F38-4907-5B41-644FA52C6058}"/>
              </a:ext>
            </a:extLst>
          </p:cNvPr>
          <p:cNvGraphicFramePr>
            <a:graphicFrameLocks noGrp="1"/>
          </p:cNvGraphicFramePr>
          <p:nvPr/>
        </p:nvGraphicFramePr>
        <p:xfrm>
          <a:off x="608496" y="5230060"/>
          <a:ext cx="8128000" cy="1112520"/>
        </p:xfrm>
        <a:graphic>
          <a:graphicData uri="http://schemas.openxmlformats.org/drawingml/2006/table">
            <a:tbl>
              <a:tblPr firstRow="1" bandRow="1">
                <a:tableStyleId>{5C22544A-7EE6-4342-B048-85BDC9FD1C3A}</a:tableStyleId>
              </a:tblPr>
              <a:tblGrid>
                <a:gridCol w="1639404">
                  <a:extLst>
                    <a:ext uri="{9D8B030D-6E8A-4147-A177-3AD203B41FA5}">
                      <a16:colId xmlns:a16="http://schemas.microsoft.com/office/drawing/2014/main" val="3472801196"/>
                    </a:ext>
                  </a:extLst>
                </a:gridCol>
                <a:gridCol w="6488596">
                  <a:extLst>
                    <a:ext uri="{9D8B030D-6E8A-4147-A177-3AD203B41FA5}">
                      <a16:colId xmlns:a16="http://schemas.microsoft.com/office/drawing/2014/main" val="4245783269"/>
                    </a:ext>
                  </a:extLst>
                </a:gridCol>
              </a:tblGrid>
              <a:tr h="370840">
                <a:tc>
                  <a:txBody>
                    <a:bodyPr/>
                    <a:lstStyle/>
                    <a:p>
                      <a:pPr algn="ctr"/>
                      <a:r>
                        <a:rPr lang="en-US" sz="1600">
                          <a:latin typeface="+mn-lt"/>
                        </a:rPr>
                        <a:t>Date </a:t>
                      </a:r>
                    </a:p>
                  </a:txBody>
                  <a:tcPr/>
                </a:tc>
                <a:tc>
                  <a:txBody>
                    <a:bodyPr/>
                    <a:lstStyle/>
                    <a:p>
                      <a:pPr algn="ctr"/>
                      <a:r>
                        <a:rPr lang="en-US" sz="1600">
                          <a:latin typeface="+mn-lt"/>
                        </a:rPr>
                        <a:t>Event </a:t>
                      </a:r>
                    </a:p>
                  </a:txBody>
                  <a:tcPr/>
                </a:tc>
                <a:extLst>
                  <a:ext uri="{0D108BD9-81ED-4DB2-BD59-A6C34878D82A}">
                    <a16:rowId xmlns:a16="http://schemas.microsoft.com/office/drawing/2014/main" val="4237530596"/>
                  </a:ext>
                </a:extLst>
              </a:tr>
              <a:tr h="370840">
                <a:tc>
                  <a:txBody>
                    <a:bodyPr/>
                    <a:lstStyle/>
                    <a:p>
                      <a:r>
                        <a:rPr lang="en-US" sz="1600">
                          <a:latin typeface="+mn-lt"/>
                        </a:rPr>
                        <a:t>June 19</a:t>
                      </a:r>
                      <a:r>
                        <a:rPr lang="en-US" sz="1600" baseline="30000">
                          <a:latin typeface="+mn-lt"/>
                        </a:rPr>
                        <a:t>th</a:t>
                      </a:r>
                      <a:r>
                        <a:rPr lang="en-US" sz="1600">
                          <a:latin typeface="+mn-lt"/>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effectLst/>
                          <a:latin typeface="+mn-lt"/>
                        </a:rPr>
                        <a:t>Check In I: Trade Study Analysis Review  (0.5 hours)</a:t>
                      </a:r>
                      <a:endParaRPr lang="en-US" sz="1600">
                        <a:latin typeface="+mn-lt"/>
                      </a:endParaRPr>
                    </a:p>
                  </a:txBody>
                  <a:tcPr/>
                </a:tc>
                <a:extLst>
                  <a:ext uri="{0D108BD9-81ED-4DB2-BD59-A6C34878D82A}">
                    <a16:rowId xmlns:a16="http://schemas.microsoft.com/office/drawing/2014/main" val="789353926"/>
                  </a:ext>
                </a:extLst>
              </a:tr>
              <a:tr h="370840">
                <a:tc>
                  <a:txBody>
                    <a:bodyPr/>
                    <a:lstStyle/>
                    <a:p>
                      <a:r>
                        <a:rPr lang="en-US" sz="1600">
                          <a:latin typeface="+mn-lt"/>
                        </a:rPr>
                        <a:t>July 8</a:t>
                      </a:r>
                      <a:r>
                        <a:rPr lang="en-US" sz="1600" baseline="30000">
                          <a:latin typeface="+mn-lt"/>
                        </a:rPr>
                        <a:t>th</a:t>
                      </a:r>
                      <a:r>
                        <a:rPr lang="en-US" sz="1600">
                          <a:latin typeface="+mn-lt"/>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effectLst/>
                          <a:latin typeface="+mn-lt"/>
                        </a:rPr>
                        <a:t>Check In II: Material Pickup  (0.5 hours) </a:t>
                      </a:r>
                    </a:p>
                  </a:txBody>
                  <a:tcPr/>
                </a:tc>
                <a:extLst>
                  <a:ext uri="{0D108BD9-81ED-4DB2-BD59-A6C34878D82A}">
                    <a16:rowId xmlns:a16="http://schemas.microsoft.com/office/drawing/2014/main" val="980513818"/>
                  </a:ext>
                </a:extLst>
              </a:tr>
            </a:tbl>
          </a:graphicData>
        </a:graphic>
      </p:graphicFrame>
      <p:sp>
        <p:nvSpPr>
          <p:cNvPr id="9" name="TextBox 8">
            <a:extLst>
              <a:ext uri="{FF2B5EF4-FFF2-40B4-BE49-F238E27FC236}">
                <a16:creationId xmlns:a16="http://schemas.microsoft.com/office/drawing/2014/main" id="{215D0D5F-3FDB-C008-CC67-C431220E3026}"/>
              </a:ext>
            </a:extLst>
          </p:cNvPr>
          <p:cNvSpPr txBox="1"/>
          <p:nvPr/>
        </p:nvSpPr>
        <p:spPr>
          <a:xfrm>
            <a:off x="608496" y="4724400"/>
            <a:ext cx="1896579" cy="369332"/>
          </a:xfrm>
          <a:prstGeom prst="rect">
            <a:avLst/>
          </a:prstGeom>
          <a:noFill/>
        </p:spPr>
        <p:txBody>
          <a:bodyPr wrap="square" rtlCol="0">
            <a:spAutoFit/>
          </a:bodyPr>
          <a:lstStyle/>
          <a:p>
            <a:r>
              <a:rPr lang="en-US" b="1"/>
              <a:t>Project Check-Ins</a:t>
            </a:r>
          </a:p>
        </p:txBody>
      </p:sp>
      <p:sp>
        <p:nvSpPr>
          <p:cNvPr id="10" name="TextBox 9">
            <a:extLst>
              <a:ext uri="{FF2B5EF4-FFF2-40B4-BE49-F238E27FC236}">
                <a16:creationId xmlns:a16="http://schemas.microsoft.com/office/drawing/2014/main" id="{20CC1FA0-E41A-766E-AC46-01AA98075CFF}"/>
              </a:ext>
            </a:extLst>
          </p:cNvPr>
          <p:cNvSpPr txBox="1"/>
          <p:nvPr/>
        </p:nvSpPr>
        <p:spPr>
          <a:xfrm>
            <a:off x="608496" y="1302158"/>
            <a:ext cx="2991954" cy="369332"/>
          </a:xfrm>
          <a:prstGeom prst="rect">
            <a:avLst/>
          </a:prstGeom>
          <a:noFill/>
        </p:spPr>
        <p:txBody>
          <a:bodyPr wrap="square" rtlCol="0">
            <a:spAutoFit/>
          </a:bodyPr>
          <a:lstStyle/>
          <a:p>
            <a:r>
              <a:rPr lang="en-US" b="1"/>
              <a:t>Project Lectures (SME Series)</a:t>
            </a:r>
          </a:p>
        </p:txBody>
      </p:sp>
    </p:spTree>
    <p:extLst>
      <p:ext uri="{BB962C8B-B14F-4D97-AF65-F5344CB8AC3E}">
        <p14:creationId xmlns:p14="http://schemas.microsoft.com/office/powerpoint/2010/main" val="809243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7262E0-9782-4AEA-3ACF-194AB1D9EB12}"/>
              </a:ext>
            </a:extLst>
          </p:cNvPr>
          <p:cNvSpPr>
            <a:spLocks noGrp="1"/>
          </p:cNvSpPr>
          <p:nvPr>
            <p:ph sz="quarter" idx="12"/>
          </p:nvPr>
        </p:nvSpPr>
        <p:spPr>
          <a:xfrm>
            <a:off x="632701" y="1271146"/>
            <a:ext cx="10962862" cy="3707836"/>
          </a:xfrm>
        </p:spPr>
        <p:txBody>
          <a:bodyPr vert="horz" lIns="91440" tIns="45720" rIns="91440" bIns="45720" rtlCol="0" anchor="t">
            <a:normAutofit/>
          </a:bodyPr>
          <a:lstStyle/>
          <a:p>
            <a:pPr marL="285750" indent="-285750">
              <a:buFont typeface="Wingdings"/>
              <a:buChar char="Ø"/>
            </a:pPr>
            <a:r>
              <a:rPr lang="en-US">
                <a:latin typeface="Arial"/>
                <a:cs typeface="Arial"/>
              </a:rPr>
              <a:t>Read SOW and develop questions AS A TEAM for Q/A.</a:t>
            </a:r>
          </a:p>
          <a:p>
            <a:pPr marL="285750" indent="-285750">
              <a:buFont typeface="Wingdings"/>
              <a:buChar char="Ø"/>
            </a:pPr>
            <a:endParaRPr lang="en-US"/>
          </a:p>
          <a:p>
            <a:pPr marL="285750" indent="-285750">
              <a:buFont typeface="Wingdings"/>
              <a:buChar char="Ø"/>
            </a:pPr>
            <a:r>
              <a:rPr lang="en-US">
                <a:latin typeface="Arial"/>
                <a:cs typeface="Arial"/>
              </a:rPr>
              <a:t>Choose a Project Manager and provide Organization chart with designated roles via </a:t>
            </a:r>
            <a:r>
              <a:rPr lang="en-US" err="1">
                <a:latin typeface="Arial"/>
                <a:cs typeface="Arial"/>
              </a:rPr>
              <a:t>powerpoint</a:t>
            </a:r>
            <a:r>
              <a:rPr lang="en-US">
                <a:latin typeface="Arial"/>
                <a:cs typeface="Arial"/>
              </a:rPr>
              <a:t> slide.</a:t>
            </a:r>
          </a:p>
          <a:p>
            <a:pPr marL="971550" lvl="1" indent="-285750">
              <a:buFont typeface="Wingdings"/>
              <a:buChar char="Ø"/>
            </a:pPr>
            <a:r>
              <a:rPr lang="en-US" b="1">
                <a:latin typeface="Arial"/>
                <a:cs typeface="Arial"/>
              </a:rPr>
              <a:t>Project Manager MUST contribute technically to the project as well.</a:t>
            </a:r>
          </a:p>
        </p:txBody>
      </p:sp>
      <p:sp>
        <p:nvSpPr>
          <p:cNvPr id="3" name="Title 2">
            <a:extLst>
              <a:ext uri="{FF2B5EF4-FFF2-40B4-BE49-F238E27FC236}">
                <a16:creationId xmlns:a16="http://schemas.microsoft.com/office/drawing/2014/main" id="{1B57CBD0-ADDF-88B0-B472-8A2C8ED4D25E}"/>
              </a:ext>
            </a:extLst>
          </p:cNvPr>
          <p:cNvSpPr>
            <a:spLocks noGrp="1"/>
          </p:cNvSpPr>
          <p:nvPr>
            <p:ph type="title"/>
          </p:nvPr>
        </p:nvSpPr>
        <p:spPr/>
        <p:txBody>
          <a:bodyPr/>
          <a:lstStyle/>
          <a:p>
            <a:r>
              <a:rPr lang="en-US">
                <a:latin typeface="Arial"/>
                <a:cs typeface="Arial"/>
              </a:rPr>
              <a:t>First Deliverable</a:t>
            </a:r>
            <a:endParaRPr lang="en-US"/>
          </a:p>
        </p:txBody>
      </p:sp>
      <p:sp>
        <p:nvSpPr>
          <p:cNvPr id="5" name="Text Placeholder 4">
            <a:extLst>
              <a:ext uri="{FF2B5EF4-FFF2-40B4-BE49-F238E27FC236}">
                <a16:creationId xmlns:a16="http://schemas.microsoft.com/office/drawing/2014/main" id="{858CDA2A-3FB8-94BB-BA34-0E6EB7E8C2F0}"/>
              </a:ext>
            </a:extLst>
          </p:cNvPr>
          <p:cNvSpPr>
            <a:spLocks noGrp="1"/>
          </p:cNvSpPr>
          <p:nvPr>
            <p:ph type="body" sz="quarter" idx="11"/>
          </p:nvPr>
        </p:nvSpPr>
        <p:spPr/>
        <p:txBody>
          <a:bodyPr/>
          <a:lstStyle/>
          <a:p>
            <a:r>
              <a:rPr lang="en-US">
                <a:latin typeface="Arial"/>
                <a:cs typeface="Arial"/>
              </a:rPr>
              <a:t>Due this week by 6/12/25 - 5 PM EST</a:t>
            </a:r>
            <a:endParaRPr lang="en-US"/>
          </a:p>
        </p:txBody>
      </p:sp>
    </p:spTree>
    <p:extLst>
      <p:ext uri="{BB962C8B-B14F-4D97-AF65-F5344CB8AC3E}">
        <p14:creationId xmlns:p14="http://schemas.microsoft.com/office/powerpoint/2010/main" val="165514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57CBD0-ADDF-88B0-B472-8A2C8ED4D25E}"/>
              </a:ext>
            </a:extLst>
          </p:cNvPr>
          <p:cNvSpPr>
            <a:spLocks noGrp="1"/>
          </p:cNvSpPr>
          <p:nvPr>
            <p:ph type="title"/>
          </p:nvPr>
        </p:nvSpPr>
        <p:spPr/>
        <p:txBody>
          <a:bodyPr/>
          <a:lstStyle/>
          <a:p>
            <a:r>
              <a:rPr lang="en-US">
                <a:latin typeface="Arial"/>
                <a:cs typeface="Arial"/>
              </a:rPr>
              <a:t>Example Organization Chart</a:t>
            </a:r>
            <a:endParaRPr lang="en-US"/>
          </a:p>
        </p:txBody>
      </p:sp>
      <p:sp>
        <p:nvSpPr>
          <p:cNvPr id="5" name="Text Placeholder 4">
            <a:extLst>
              <a:ext uri="{FF2B5EF4-FFF2-40B4-BE49-F238E27FC236}">
                <a16:creationId xmlns:a16="http://schemas.microsoft.com/office/drawing/2014/main" id="{858CDA2A-3FB8-94BB-BA34-0E6EB7E8C2F0}"/>
              </a:ext>
            </a:extLst>
          </p:cNvPr>
          <p:cNvSpPr>
            <a:spLocks noGrp="1"/>
          </p:cNvSpPr>
          <p:nvPr>
            <p:ph type="body" sz="quarter" idx="11"/>
          </p:nvPr>
        </p:nvSpPr>
        <p:spPr/>
        <p:txBody>
          <a:bodyPr/>
          <a:lstStyle/>
          <a:p>
            <a:r>
              <a:rPr lang="en-US">
                <a:latin typeface="Arial"/>
                <a:cs typeface="Arial"/>
              </a:rPr>
              <a:t>Due this week by 6/12/25 by 5 PM EST</a:t>
            </a:r>
            <a:endParaRPr lang="en-US"/>
          </a:p>
        </p:txBody>
      </p:sp>
      <p:graphicFrame>
        <p:nvGraphicFramePr>
          <p:cNvPr id="7" name="Content Placeholder 6">
            <a:extLst>
              <a:ext uri="{FF2B5EF4-FFF2-40B4-BE49-F238E27FC236}">
                <a16:creationId xmlns:a16="http://schemas.microsoft.com/office/drawing/2014/main" id="{289CAB5A-1765-DCF5-5F73-F3121CFDF913}"/>
              </a:ext>
            </a:extLst>
          </p:cNvPr>
          <p:cNvGraphicFramePr>
            <a:graphicFrameLocks noGrp="1"/>
          </p:cNvGraphicFramePr>
          <p:nvPr>
            <p:ph sz="quarter" idx="12"/>
            <p:extLst>
              <p:ext uri="{D42A27DB-BD31-4B8C-83A1-F6EECF244321}">
                <p14:modId xmlns:p14="http://schemas.microsoft.com/office/powerpoint/2010/main" val="3202635559"/>
              </p:ext>
            </p:extLst>
          </p:nvPr>
        </p:nvGraphicFramePr>
        <p:xfrm>
          <a:off x="612775" y="1331913"/>
          <a:ext cx="6674993" cy="3706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136D2742-E337-8644-DC6B-82F689F428A2}"/>
              </a:ext>
            </a:extLst>
          </p:cNvPr>
          <p:cNvSpPr txBox="1"/>
          <p:nvPr/>
        </p:nvSpPr>
        <p:spPr>
          <a:xfrm>
            <a:off x="7068312" y="1189033"/>
            <a:ext cx="4599432" cy="3693319"/>
          </a:xfrm>
          <a:prstGeom prst="rect">
            <a:avLst/>
          </a:prstGeom>
          <a:noFill/>
        </p:spPr>
        <p:txBody>
          <a:bodyPr wrap="square" rtlCol="0">
            <a:spAutoFit/>
          </a:bodyPr>
          <a:lstStyle/>
          <a:p>
            <a:r>
              <a:rPr lang="en-US"/>
              <a:t>Tips:</a:t>
            </a:r>
          </a:p>
          <a:p>
            <a:endParaRPr lang="en-US"/>
          </a:p>
          <a:p>
            <a:pPr marL="285750" indent="-285750">
              <a:buFont typeface="Wingdings" panose="05000000000000000000" pitchFamily="2" charset="2"/>
              <a:buChar char="Ø"/>
            </a:pPr>
            <a:r>
              <a:rPr lang="en-US"/>
              <a:t>Be as creative as you want</a:t>
            </a:r>
          </a:p>
          <a:p>
            <a:pPr marL="742950" lvl="1" indent="-285750">
              <a:buFont typeface="Wingdings" panose="05000000000000000000" pitchFamily="2" charset="2"/>
              <a:buChar char="Ø"/>
            </a:pPr>
            <a:r>
              <a:rPr lang="en-US"/>
              <a:t>Can use Hierarchy in Smart Art or Text Boxes</a:t>
            </a:r>
          </a:p>
          <a:p>
            <a:pPr marL="285750" indent="-285750">
              <a:buFont typeface="Wingdings" panose="05000000000000000000" pitchFamily="2" charset="2"/>
              <a:buChar char="Ø"/>
            </a:pPr>
            <a:r>
              <a:rPr lang="en-US"/>
              <a:t>Account for each member on the team based on the roles</a:t>
            </a:r>
          </a:p>
          <a:p>
            <a:pPr marL="285750" indent="-285750">
              <a:buFont typeface="Wingdings" panose="05000000000000000000" pitchFamily="2" charset="2"/>
              <a:buChar char="Ø"/>
            </a:pPr>
            <a:r>
              <a:rPr lang="en-US"/>
              <a:t>Can be broken into IPT Lead format or functional lead (such as the example on the left)</a:t>
            </a:r>
          </a:p>
          <a:p>
            <a:pPr marL="285750" indent="-285750">
              <a:buFont typeface="Wingdings" panose="05000000000000000000" pitchFamily="2" charset="2"/>
              <a:buChar char="Ø"/>
            </a:pPr>
            <a:r>
              <a:rPr lang="en-US"/>
              <a:t>Project Managers name should appear twice, contributing to technical efforts as well.</a:t>
            </a:r>
          </a:p>
        </p:txBody>
      </p:sp>
    </p:spTree>
    <p:extLst>
      <p:ext uri="{BB962C8B-B14F-4D97-AF65-F5344CB8AC3E}">
        <p14:creationId xmlns:p14="http://schemas.microsoft.com/office/powerpoint/2010/main" val="1543364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solidFill>
                  <a:srgbClr val="002060"/>
                </a:solidFill>
              </a:rPr>
              <a:t>TLS Resources</a:t>
            </a:r>
          </a:p>
        </p:txBody>
      </p:sp>
      <p:sp>
        <p:nvSpPr>
          <p:cNvPr id="2" name="TextBox 1">
            <a:extLst>
              <a:ext uri="{FF2B5EF4-FFF2-40B4-BE49-F238E27FC236}">
                <a16:creationId xmlns:a16="http://schemas.microsoft.com/office/drawing/2014/main" id="{F7F14F3C-3844-2349-7796-20F8894881EB}"/>
              </a:ext>
            </a:extLst>
          </p:cNvPr>
          <p:cNvSpPr txBox="1"/>
          <p:nvPr/>
        </p:nvSpPr>
        <p:spPr>
          <a:xfrm>
            <a:off x="612648" y="1189033"/>
            <a:ext cx="1001704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ea typeface="Calibri" panose="020F0502020204030204"/>
                <a:cs typeface="Calibri" panose="020F0502020204030204"/>
              </a:rPr>
              <a:t>LM AI: </a:t>
            </a:r>
            <a:r>
              <a:rPr lang="en-US">
                <a:ea typeface="+mn-lt"/>
                <a:cs typeface="+mn-lt"/>
                <a:hlinkClick r:id="rId3"/>
              </a:rPr>
              <a:t>https://nav.ai.us.lmco.com/</a:t>
            </a:r>
            <a:r>
              <a:rPr lang="en-US">
                <a:ea typeface="+mn-lt"/>
                <a:cs typeface="+mn-lt"/>
              </a:rPr>
              <a:t> </a:t>
            </a:r>
          </a:p>
          <a:p>
            <a:pPr marL="285750" indent="-285750">
              <a:buFont typeface="Wingdings"/>
              <a:buChar char="Ø"/>
            </a:pPr>
            <a:endParaRPr lang="en-US">
              <a:ea typeface="Calibri" panose="020F0502020204030204"/>
              <a:cs typeface="Calibri" panose="020F0502020204030204"/>
            </a:endParaRPr>
          </a:p>
          <a:p>
            <a:pPr marL="285750" indent="-285750">
              <a:buFont typeface="Wingdings"/>
              <a:buChar char="Ø"/>
            </a:pPr>
            <a:r>
              <a:rPr lang="en-US">
                <a:ea typeface="Calibri" panose="020F0502020204030204"/>
                <a:cs typeface="Calibri" panose="020F0502020204030204"/>
              </a:rPr>
              <a:t>Project Resources: </a:t>
            </a:r>
            <a:r>
              <a:rPr lang="en-US">
                <a:ea typeface="+mn-lt"/>
                <a:cs typeface="+mn-lt"/>
                <a:hlinkClick r:id="rId4"/>
              </a:rPr>
              <a:t>Project Resources</a:t>
            </a:r>
            <a:r>
              <a:rPr lang="en-US">
                <a:ea typeface="+mn-lt"/>
                <a:cs typeface="+mn-lt"/>
              </a:rPr>
              <a:t> </a:t>
            </a:r>
          </a:p>
          <a:p>
            <a:pPr marL="285750" indent="-285750">
              <a:buFont typeface="Wingdings"/>
              <a:buChar char="Ø"/>
            </a:pPr>
            <a:endParaRPr lang="en-US">
              <a:ea typeface="Calibri" panose="020F0502020204030204"/>
              <a:cs typeface="Calibri" panose="020F0502020204030204"/>
            </a:endParaRPr>
          </a:p>
          <a:p>
            <a:pPr marL="742950" lvl="1" indent="-285750">
              <a:buFont typeface="Wingdings"/>
              <a:buChar char="Ø"/>
            </a:pPr>
            <a:r>
              <a:rPr lang="en-US">
                <a:ea typeface="Calibri" panose="020F0502020204030204"/>
                <a:cs typeface="Calibri" panose="020F0502020204030204"/>
              </a:rPr>
              <a:t>SOW: </a:t>
            </a:r>
            <a:r>
              <a:rPr kumimoji="0" lang="en-US" altLang="en-US" sz="1800" b="0" i="0" u="none" strike="noStrike" cap="none" normalizeH="0" baseline="0">
                <a:ln>
                  <a:noFill/>
                </a:ln>
                <a:solidFill>
                  <a:schemeClr val="tx1"/>
                </a:solidFill>
                <a:effectLst/>
                <a:latin typeface="Arial" panose="020B0604020202020204" pitchFamily="34" charset="0"/>
                <a:hlinkClick r:id="rId5"/>
              </a:rPr>
              <a:t>Intern-Project-Kickoff-TLS_2025_Final.pptx</a:t>
            </a:r>
            <a:endParaRPr lang="en-US">
              <a:ea typeface="Calibri" panose="020F0502020204030204"/>
              <a:cs typeface="Calibri" panose="020F0502020204030204"/>
            </a:endParaRPr>
          </a:p>
          <a:p>
            <a:pPr marL="285750" indent="-285750">
              <a:buFont typeface="Wingdings"/>
              <a:buChar char="Ø"/>
            </a:pPr>
            <a:endParaRPr lang="en-US">
              <a:ea typeface="Calibri" panose="020F0502020204030204"/>
              <a:cs typeface="Calibri" panose="020F0502020204030204"/>
            </a:endParaRPr>
          </a:p>
          <a:p>
            <a:pPr marL="742950" lvl="1" indent="-285750">
              <a:buFont typeface="Wingdings"/>
              <a:buChar char="Ø"/>
            </a:pPr>
            <a:r>
              <a:rPr lang="en-US">
                <a:ea typeface="Calibri" panose="020F0502020204030204"/>
                <a:cs typeface="Calibri" panose="020F0502020204030204"/>
              </a:rPr>
              <a:t>Schedule: </a:t>
            </a:r>
            <a:r>
              <a:rPr kumimoji="0" lang="en-US" altLang="en-US" sz="1800" b="0" i="0" u="none" strike="noStrike" cap="none" normalizeH="0" baseline="0">
                <a:ln>
                  <a:noFill/>
                </a:ln>
                <a:solidFill>
                  <a:schemeClr val="tx1"/>
                </a:solidFill>
                <a:effectLst/>
                <a:latin typeface="Arial" panose="020B0604020202020204" pitchFamily="34" charset="0"/>
                <a:hlinkClick r:id="rId6"/>
              </a:rPr>
              <a:t>TEMPER Gantt Chart.xlsx</a:t>
            </a:r>
            <a:endParaRPr lang="en-US">
              <a:ea typeface="Calibri" panose="020F0502020204030204"/>
              <a:cs typeface="Calibri" panose="020F0502020204030204"/>
            </a:endParaRPr>
          </a:p>
          <a:p>
            <a:pPr marL="285750" indent="-285750">
              <a:buFont typeface="Wingdings"/>
              <a:buChar char="Ø"/>
            </a:pPr>
            <a:endParaRPr lang="en-US">
              <a:ea typeface="Calibri" panose="020F0502020204030204"/>
              <a:cs typeface="Calibri" panose="020F0502020204030204"/>
            </a:endParaRPr>
          </a:p>
          <a:p>
            <a:pPr marL="742950" lvl="1" indent="-285750">
              <a:buFont typeface="Wingdings"/>
              <a:buChar char="Ø"/>
            </a:pPr>
            <a:r>
              <a:rPr lang="en-US">
                <a:ea typeface="Calibri" panose="020F0502020204030204"/>
                <a:cs typeface="Calibri" panose="020F0502020204030204"/>
              </a:rPr>
              <a:t>Org Chart Template: </a:t>
            </a:r>
            <a:r>
              <a:rPr lang="en-US">
                <a:ea typeface="+mn-lt"/>
                <a:cs typeface="+mn-lt"/>
                <a:hlinkClick r:id="rId7"/>
              </a:rPr>
              <a:t>TEMPER_OrgChart.pptx</a:t>
            </a:r>
          </a:p>
          <a:p>
            <a:endParaRPr lang="en-US">
              <a:ea typeface="Calibri" panose="020F0502020204030204"/>
              <a:cs typeface="Calibri" panose="020F0502020204030204"/>
            </a:endParaRPr>
          </a:p>
        </p:txBody>
      </p:sp>
    </p:spTree>
    <p:extLst>
      <p:ext uri="{BB962C8B-B14F-4D97-AF65-F5344CB8AC3E}">
        <p14:creationId xmlns:p14="http://schemas.microsoft.com/office/powerpoint/2010/main" val="2357724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a:xfrm>
            <a:off x="5030724" y="3086819"/>
            <a:ext cx="2130552" cy="684362"/>
          </a:xfrm>
        </p:spPr>
        <p:txBody>
          <a:bodyPr/>
          <a:lstStyle/>
          <a:p>
            <a:r>
              <a:rPr lang="en-US">
                <a:latin typeface="Arial"/>
                <a:cs typeface="Arial"/>
              </a:rPr>
              <a:t>Q/A</a:t>
            </a:r>
            <a:endParaRPr lang="en-US"/>
          </a:p>
        </p:txBody>
      </p:sp>
    </p:spTree>
    <p:extLst>
      <p:ext uri="{BB962C8B-B14F-4D97-AF65-F5344CB8AC3E}">
        <p14:creationId xmlns:p14="http://schemas.microsoft.com/office/powerpoint/2010/main" val="4113613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71035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20">
      <a:dk1>
        <a:srgbClr val="000000"/>
      </a:dk1>
      <a:lt1>
        <a:srgbClr val="FFFFFF"/>
      </a:lt1>
      <a:dk2>
        <a:srgbClr val="414042"/>
      </a:dk2>
      <a:lt2>
        <a:srgbClr val="F7F8F9"/>
      </a:lt2>
      <a:accent1>
        <a:srgbClr val="002F6C"/>
      </a:accent1>
      <a:accent2>
        <a:srgbClr val="00809E"/>
      </a:accent2>
      <a:accent3>
        <a:srgbClr val="00968F"/>
      </a:accent3>
      <a:accent4>
        <a:srgbClr val="F7D117"/>
      </a:accent4>
      <a:accent5>
        <a:srgbClr val="64B3E8"/>
      </a:accent5>
      <a:accent6>
        <a:srgbClr val="A4899F"/>
      </a:accent6>
      <a:hlink>
        <a:srgbClr val="0563C1"/>
      </a:hlink>
      <a:folHlink>
        <a:srgbClr val="A4899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ockheed-Martin-PowerPoint.potx" id="{F5550D92-7486-47F4-91DE-4A8E6667CA85}" vid="{47DF0841-1615-49C7-8808-456C235F981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18098F839D4264BAD96C674A62C3828" ma:contentTypeVersion="0" ma:contentTypeDescription="Create a new document." ma:contentTypeScope="" ma:versionID="7011bc9ecc63c4afa89ec7c015b3f887">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876E67-2FF4-405A-A065-84CF75D717E8}">
  <ds:schemaRefs>
    <ds:schemaRef ds:uri="http://purl.org/dc/elements/1.1/"/>
    <ds:schemaRef ds:uri="http://www.w3.org/XML/1998/namespace"/>
    <ds:schemaRef ds:uri="http://purl.org/dc/terms/"/>
    <ds:schemaRef ds:uri="http://schemas.microsoft.com/office/2006/metadata/properties"/>
    <ds:schemaRef ds:uri="http://schemas.microsoft.com/office/2006/documentManagement/types"/>
    <ds:schemaRef ds:uri="34734b6c-a817-4dc3-90d6-88af20111652"/>
    <ds:schemaRef ds:uri="http://purl.org/dc/dcmityp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D5B68B44-C193-4E7F-A411-32E04D673A68}">
  <ds:schemaRefs>
    <ds:schemaRef ds:uri="http://schemas.microsoft.com/sharepoint/v3/contenttype/forms"/>
  </ds:schemaRefs>
</ds:datastoreItem>
</file>

<file path=customXml/itemProps3.xml><?xml version="1.0" encoding="utf-8"?>
<ds:datastoreItem xmlns:ds="http://schemas.openxmlformats.org/officeDocument/2006/customXml" ds:itemID="{6D57B689-070A-4C18-9A95-D727516A1DFD}"/>
</file>

<file path=docProps/app.xml><?xml version="1.0" encoding="utf-8"?>
<Properties xmlns="http://schemas.openxmlformats.org/officeDocument/2006/extended-properties" xmlns:vt="http://schemas.openxmlformats.org/officeDocument/2006/docPropsVTypes">
  <Template>office theme</Template>
  <TotalTime>0</TotalTime>
  <Words>1760</Words>
  <Application>Microsoft Office PowerPoint</Application>
  <PresentationFormat>Widescreen</PresentationFormat>
  <Paragraphs>310</Paragraphs>
  <Slides>24</Slides>
  <Notes>15</Notes>
  <HiddenSlides>0</HiddenSlides>
  <MMClips>0</MMClips>
  <ScaleCrop>false</ScaleCrop>
  <HeadingPairs>
    <vt:vector size="4" baseType="variant">
      <vt:variant>
        <vt:lpstr>Theme</vt:lpstr>
      </vt:variant>
      <vt:variant>
        <vt:i4>2</vt:i4>
      </vt:variant>
      <vt:variant>
        <vt:lpstr>Slide Titles</vt:lpstr>
      </vt:variant>
      <vt:variant>
        <vt:i4>24</vt:i4>
      </vt:variant>
    </vt:vector>
  </HeadingPairs>
  <TitlesOfParts>
    <vt:vector size="26" baseType="lpstr">
      <vt:lpstr>office theme</vt:lpstr>
      <vt:lpstr>1_Office Theme</vt:lpstr>
      <vt:lpstr>PowerPoint Presentation</vt:lpstr>
      <vt:lpstr>Agenda</vt:lpstr>
      <vt:lpstr>Introductions - Leads</vt:lpstr>
      <vt:lpstr>Introductions – Subject Matter Experts</vt:lpstr>
      <vt:lpstr>Roles and Responsibilities</vt:lpstr>
      <vt:lpstr>E&amp;T Project Overview</vt:lpstr>
      <vt:lpstr>PowerPoint Presentation</vt:lpstr>
      <vt:lpstr>2025 Intern Project – TLS Overview</vt:lpstr>
      <vt:lpstr>TLS 2025 SOW Recap</vt:lpstr>
      <vt:lpstr>Sensor Selection Criteria</vt:lpstr>
      <vt:lpstr>Sensor Requirements / Use Case Scenario</vt:lpstr>
      <vt:lpstr>TLS Project Timeline</vt:lpstr>
      <vt:lpstr>Expectations</vt:lpstr>
      <vt:lpstr>PowerPoint Presentation</vt:lpstr>
      <vt:lpstr>Team Assignments</vt:lpstr>
      <vt:lpstr>Teams/SharePoint Announcement</vt:lpstr>
      <vt:lpstr>Communication</vt:lpstr>
      <vt:lpstr>TLS Charging Guidance Interns</vt:lpstr>
      <vt:lpstr>Project Events Details </vt:lpstr>
      <vt:lpstr>First Deliverable</vt:lpstr>
      <vt:lpstr>Example Organization Chart</vt:lpstr>
      <vt:lpstr>TLS Resources</vt:lpstr>
      <vt:lpstr>Q/A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Gonzalez Henao, Sara (US)</dc:creator>
  <cp:lastModifiedBy>Gonzalez Henao, Sara (US)</cp:lastModifiedBy>
  <cp:revision>25</cp:revision>
  <dcterms:created xsi:type="dcterms:W3CDTF">2013-07-15T20:26:40Z</dcterms:created>
  <dcterms:modified xsi:type="dcterms:W3CDTF">2025-07-07T18:17:43Z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0x010100118098F839D4264BAD96C674A62C3828</vt:lpwstr>
  </property>
  <property fmtid="{D5CDD505-2E9C-101B-9397-08002B2CF9AE}" pid="3" name="MSIP_Label_502bc7c3-f152-4da1-98bd-f7a1bebdf752_Enabled">
    <vt:lpwstr>true</vt:lpwstr>
  </property>
  <property fmtid="{D5CDD505-2E9C-101B-9397-08002B2CF9AE}" pid="4" name="MSIP_Label_502bc7c3-f152-4da1-98bd-f7a1bebdf752_SetDate">
    <vt:lpwstr>2024-03-04T22:10:27Z</vt:lpwstr>
  </property>
  <property fmtid="{D5CDD505-2E9C-101B-9397-08002B2CF9AE}" pid="5" name="MSIP_Label_502bc7c3-f152-4da1-98bd-f7a1bebdf752_Method">
    <vt:lpwstr>Privileged</vt:lpwstr>
  </property>
  <property fmtid="{D5CDD505-2E9C-101B-9397-08002B2CF9AE}" pid="6" name="MSIP_Label_502bc7c3-f152-4da1-98bd-f7a1bebdf752_Name">
    <vt:lpwstr>Unrestricted</vt:lpwstr>
  </property>
  <property fmtid="{D5CDD505-2E9C-101B-9397-08002B2CF9AE}" pid="7" name="MSIP_Label_502bc7c3-f152-4da1-98bd-f7a1bebdf752_SiteId">
    <vt:lpwstr>b18f006c-b0fc-467d-b23a-a35b5695b5dc</vt:lpwstr>
  </property>
  <property fmtid="{D5CDD505-2E9C-101B-9397-08002B2CF9AE}" pid="8" name="MSIP_Label_502bc7c3-f152-4da1-98bd-f7a1bebdf752_ActionId">
    <vt:lpwstr>1c9d8632-b9aa-4f11-9c6d-d7479c980f1a</vt:lpwstr>
  </property>
  <property fmtid="{D5CDD505-2E9C-101B-9397-08002B2CF9AE}" pid="9" name="MSIP_Label_502bc7c3-f152-4da1-98bd-f7a1bebdf752_ContentBits">
    <vt:lpwstr>0</vt:lpwstr>
  </property>
  <property fmtid="{D5CDD505-2E9C-101B-9397-08002B2CF9AE}" pid="10" name="Order">
    <vt:r8>2000</vt:r8>
  </property>
  <property fmtid="{D5CDD505-2E9C-101B-9397-08002B2CF9AE}" pid="11" name="xd_Signature">
    <vt:bool>false</vt:bool>
  </property>
  <property fmtid="{D5CDD505-2E9C-101B-9397-08002B2CF9AE}" pid="12" name="xd_ProgID">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MediaServiceImageTags">
    <vt:lpwstr/>
  </property>
  <property fmtid="{D5CDD505-2E9C-101B-9397-08002B2CF9AE}" pid="18" name="_SourceUrl">
    <vt:lpwstr/>
  </property>
  <property fmtid="{D5CDD505-2E9C-101B-9397-08002B2CF9AE}" pid="19" name="_SharedFileIndex">
    <vt:lpwstr/>
  </property>
</Properties>
</file>