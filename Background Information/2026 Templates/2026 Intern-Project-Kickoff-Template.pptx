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6" r:id="rId5"/>
  </p:sldMasterIdLst>
  <p:notesMasterIdLst>
    <p:notesMasterId r:id="rId19"/>
  </p:notesMasterIdLst>
  <p:sldIdLst>
    <p:sldId id="300" r:id="rId6"/>
    <p:sldId id="319" r:id="rId7"/>
    <p:sldId id="303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1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9D1340-367A-A029-80F5-920249645F92}" name="Merlock, Eli T (US)" initials="MET(" userId="Merlock, Eli T (US)" providerId="None"/>
  <p188:author id="{7BCEA49A-1CB4-ADE4-DE04-4F1D6D2AD851}" name="Zazzaro, Patrick D (US)" initials="ZPD(" userId="Zazzaro, Patrick D (US)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D534C4-0A10-4BE2-A806-7DCF228B66D5}" v="98" dt="2026-03-04T17:43:29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a Thomas" userId="237555e1-cdf7-4988-8620-91e34a9dec0b" providerId="ADAL" clId="{8AE5E9CA-E076-472D-8C29-A6CB787FD1FE}"/>
    <pc:docChg chg="undo redo custSel delSld modSld">
      <pc:chgData name="Olivia Thomas" userId="237555e1-cdf7-4988-8620-91e34a9dec0b" providerId="ADAL" clId="{8AE5E9CA-E076-472D-8C29-A6CB787FD1FE}" dt="2024-03-07T00:08:23.488" v="1171" actId="122"/>
      <pc:docMkLst>
        <pc:docMk/>
      </pc:docMkLst>
      <pc:sldChg chg="modSp mod modNotesTx">
        <pc:chgData name="Olivia Thomas" userId="237555e1-cdf7-4988-8620-91e34a9dec0b" providerId="ADAL" clId="{8AE5E9CA-E076-472D-8C29-A6CB787FD1FE}" dt="2024-03-06T22:44:16.014" v="164" actId="20577"/>
        <pc:sldMkLst>
          <pc:docMk/>
          <pc:sldMk cId="1082074433" sldId="258"/>
        </pc:sldMkLst>
        <pc:graphicFrameChg chg="mod modGraphic">
          <ac:chgData name="Olivia Thomas" userId="237555e1-cdf7-4988-8620-91e34a9dec0b" providerId="ADAL" clId="{8AE5E9CA-E076-472D-8C29-A6CB787FD1FE}" dt="2024-03-06T22:43:57.541" v="104" actId="20577"/>
          <ac:graphicFrameMkLst>
            <pc:docMk/>
            <pc:sldMk cId="1082074433" sldId="258"/>
            <ac:graphicFrameMk id="5" creationId="{40341BF6-F520-4193-A95F-44076F63014C}"/>
          </ac:graphicFrameMkLst>
        </pc:graphicFrameChg>
      </pc:sldChg>
      <pc:sldChg chg="addSp delSp modSp mod modNotesTx">
        <pc:chgData name="Olivia Thomas" userId="237555e1-cdf7-4988-8620-91e34a9dec0b" providerId="ADAL" clId="{8AE5E9CA-E076-472D-8C29-A6CB787FD1FE}" dt="2024-03-06T22:55:35.521" v="347" actId="1035"/>
        <pc:sldMkLst>
          <pc:docMk/>
          <pc:sldMk cId="2857538869" sldId="259"/>
        </pc:sldMkLst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" creationId="{2D9A0BC7-E289-4846-8318-736C56F2B079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" creationId="{201FDCAA-CA02-19B4-6F2A-1CD7C20474A4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" creationId="{0BEC9483-A094-0D3B-15DE-6E93F84F7031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5" creationId="{297FA2F6-CE91-B96E-22F9-C2F1FEF5DB7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7" creationId="{B6808DDD-9EB1-C76B-B27B-AA30C90F82A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" creationId="{9D9D7124-F0F5-76B1-BC82-526E197181D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9" creationId="{E39EE321-61BA-E474-155C-54A29D8D908B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0" creationId="{8DE24197-945B-8635-E768-3EA93AA97DD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2" creationId="{9007FA6B-B180-EF3F-E075-3A49AC4D51F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3" creationId="{606E8332-C1A3-7C95-9EF0-FCDA58D87DA6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4" creationId="{6EDEDA7B-9797-4D10-BFF0-05AA97B6A3FF}"/>
          </ac:spMkLst>
        </pc:spChg>
        <pc:spChg chg="mod">
          <ac:chgData name="Olivia Thomas" userId="237555e1-cdf7-4988-8620-91e34a9dec0b" providerId="ADAL" clId="{8AE5E9CA-E076-472D-8C29-A6CB787FD1FE}" dt="2024-03-06T22:51:22.836" v="278" actId="1036"/>
          <ac:spMkLst>
            <pc:docMk/>
            <pc:sldMk cId="2857538869" sldId="259"/>
            <ac:spMk id="16" creationId="{4A5E25C4-CC05-4D1F-8836-B75BA0BA6A76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9" creationId="{D02C8C00-85E5-C82B-7C6D-04ACB581F9D8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7" creationId="{78662126-60EF-25C2-C26E-8CDEBE2AD025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8" creationId="{4BFBA272-C5A3-54F7-77CC-0D014E3D7384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2" creationId="{7D9E9299-DFBB-D584-1CDF-399F708303C2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4" creationId="{2DB00D4F-FDED-B6BA-A175-B0773411E627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6" creationId="{080CA0F4-C24E-68C5-1DA3-D003F5639F27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7" creationId="{5A27BBE6-3FFD-DB9A-B311-AE46DB70CAE2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8" creationId="{F0B13227-D505-4452-A43B-011085FD3323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2" creationId="{504C4723-8D85-096F-2524-064F56664A5A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3" creationId="{99C8C01C-5F52-D382-88C6-712EE4F766F2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4" creationId="{82F0E942-BCE9-2D37-9E52-06204FCD790B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5" creationId="{2C0612A8-CE1F-51C8-306B-E6CFD1DF68D9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7" creationId="{449047C3-7B42-428B-9F52-D282F214E2C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49" creationId="{45C97A1E-2028-3769-398B-DE9DDB9880F9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50" creationId="{3FAF91B7-69DE-AC9F-DF4C-F858783E8034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52" creationId="{E18D3096-19FF-4201-A80D-5A9BC9906228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53" creationId="{01F8EE27-0E74-4106-A51F-D7A9393A7C32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65" creationId="{F543D8E4-16B0-D772-8A3C-6AB79800D547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66" creationId="{6CF25EFE-D32E-030A-CEA3-58633BC24F4D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67" creationId="{CC9043B3-6300-9C0E-17F8-0B1BC4CD405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68" creationId="{C2E9451F-BD45-5B24-8D7F-6195AF8FFB98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69" creationId="{3377D79B-EB57-8F2B-1C34-F930C628C149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70" creationId="{DCA7026A-4BB1-570D-4541-BFB197E30AAA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77" creationId="{2082242A-6FC7-6E73-CEE2-E97EFC20D22C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78" creationId="{B10FFCD4-9514-6CE6-0445-D69F7B1CF9CA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79" creationId="{ED94F953-4E38-E3EB-E068-F3F8500988DD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0" creationId="{25F7E104-C0B6-280C-0F23-588CE7725B81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2" creationId="{F72ACEBB-25D8-221F-4FA3-918AB08A097C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3" creationId="{643E7932-08FD-58E0-D452-2F59C4DF227D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4" creationId="{A37C8DBA-BE7B-D165-3A7C-3CB077CED175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6" creationId="{472A36F8-E295-33FB-86D4-B2A5EDABDEAA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88" creationId="{FC71DDD2-BB9C-45BD-B8E8-D6340EEB3647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16" creationId="{2F89CD3A-715F-4DD5-B08C-27C3A06B3BC5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18" creationId="{5E51059D-1782-44F0-89EB-B790FAF6ECB5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53" creationId="{389BC0B5-C3DB-4785-BD85-093CBC4818B2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77" creationId="{320099BE-BFF7-4440-82F7-0916908D0156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78" creationId="{147023EF-E78C-4E54-AE42-598CCEE19F7D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87" creationId="{3EE0CAB6-3574-4429-B98B-EADD33BE8A89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191" creationId="{CC22D099-E17D-4F66-86B2-180C46149C9F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04" creationId="{389D7DF5-227F-4759-9E5C-FFB5F95A5683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12" creationId="{18815BBE-538F-40E8-AC50-57CFDA0C3FA6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27" creationId="{6B6A3093-067E-4938-8BFC-E9C33C44F00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40" creationId="{EB42AF00-10BA-4F5E-B694-0F8A7310B92C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44" creationId="{0C5CABB8-401E-47F5-A7A1-3289926E019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45" creationId="{F806F143-60BE-45A9-9439-44406F24DB0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269" creationId="{9BDDA809-BFF7-491E-AC20-05440064EF18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16" creationId="{E70B3814-60C8-4194-B992-7B67A3402F6E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38" creationId="{40096F95-B6BF-4E5E-90FC-666CB56C8B9D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47" creationId="{54D64864-B7DF-4D75-9A3F-8B44EA0B7880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75" creationId="{C03B2F8C-8E59-4A14-9777-0791935E5721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76" creationId="{5107630C-0105-4848-9E0C-6FEF309A8F2E}"/>
          </ac:spMkLst>
        </pc:spChg>
        <pc:spChg chg="mod">
          <ac:chgData name="Olivia Thomas" userId="237555e1-cdf7-4988-8620-91e34a9dec0b" providerId="ADAL" clId="{8AE5E9CA-E076-472D-8C29-A6CB787FD1FE}" dt="2024-03-06T22:51:36.053" v="301" actId="1036"/>
          <ac:spMkLst>
            <pc:docMk/>
            <pc:sldMk cId="2857538869" sldId="259"/>
            <ac:spMk id="382" creationId="{E1E18450-D29C-4186-A2DB-FF7F8716C7C0}"/>
          </ac:spMkLst>
        </pc:spChg>
        <pc:cxnChg chg="mod">
          <ac:chgData name="Olivia Thomas" userId="237555e1-cdf7-4988-8620-91e34a9dec0b" providerId="ADAL" clId="{8AE5E9CA-E076-472D-8C29-A6CB787FD1FE}" dt="2024-03-06T22:52:25.337" v="321" actId="14100"/>
          <ac:cxnSpMkLst>
            <pc:docMk/>
            <pc:sldMk cId="2857538869" sldId="259"/>
            <ac:cxnSpMk id="76" creationId="{9C516919-0674-A0F4-5C9A-2A37B299E747}"/>
          </ac:cxnSpMkLst>
        </pc:cxnChg>
        <pc:cxnChg chg="add mod">
          <ac:chgData name="Olivia Thomas" userId="237555e1-cdf7-4988-8620-91e34a9dec0b" providerId="ADAL" clId="{8AE5E9CA-E076-472D-8C29-A6CB787FD1FE}" dt="2024-03-06T22:54:26.400" v="330" actId="1076"/>
          <ac:cxnSpMkLst>
            <pc:docMk/>
            <pc:sldMk cId="2857538869" sldId="259"/>
            <ac:cxnSpMk id="93" creationId="{B34552D8-0003-FD25-296C-80B775597C3D}"/>
          </ac:cxnSpMkLst>
        </pc:cxnChg>
        <pc:cxnChg chg="add mod">
          <ac:chgData name="Olivia Thomas" userId="237555e1-cdf7-4988-8620-91e34a9dec0b" providerId="ADAL" clId="{8AE5E9CA-E076-472D-8C29-A6CB787FD1FE}" dt="2024-03-06T22:55:35.521" v="347" actId="1035"/>
          <ac:cxnSpMkLst>
            <pc:docMk/>
            <pc:sldMk cId="2857538869" sldId="259"/>
            <ac:cxnSpMk id="94" creationId="{05D0A578-5181-B709-2CFA-DE6D5D6BD5E6}"/>
          </ac:cxnSpMkLst>
        </pc:cxnChg>
        <pc:cxnChg chg="mod">
          <ac:chgData name="Olivia Thomas" userId="237555e1-cdf7-4988-8620-91e34a9dec0b" providerId="ADAL" clId="{8AE5E9CA-E076-472D-8C29-A6CB787FD1FE}" dt="2024-03-06T22:51:45.166" v="303" actId="14100"/>
          <ac:cxnSpMkLst>
            <pc:docMk/>
            <pc:sldMk cId="2857538869" sldId="259"/>
            <ac:cxnSpMk id="277" creationId="{ABF60F64-A633-4EB7-8887-96FC9DDDC750}"/>
          </ac:cxnSpMkLst>
        </pc:cxnChg>
        <pc:cxnChg chg="del mod">
          <ac:chgData name="Olivia Thomas" userId="237555e1-cdf7-4988-8620-91e34a9dec0b" providerId="ADAL" clId="{8AE5E9CA-E076-472D-8C29-A6CB787FD1FE}" dt="2024-03-06T22:54:23.208" v="329" actId="478"/>
          <ac:cxnSpMkLst>
            <pc:docMk/>
            <pc:sldMk cId="2857538869" sldId="259"/>
            <ac:cxnSpMk id="282" creationId="{E6870E9B-DD35-40C7-80C3-8E92527309B9}"/>
          </ac:cxnSpMkLst>
        </pc:cxnChg>
        <pc:cxnChg chg="mod">
          <ac:chgData name="Olivia Thomas" userId="237555e1-cdf7-4988-8620-91e34a9dec0b" providerId="ADAL" clId="{8AE5E9CA-E076-472D-8C29-A6CB787FD1FE}" dt="2024-03-06T22:51:55.152" v="313" actId="1038"/>
          <ac:cxnSpMkLst>
            <pc:docMk/>
            <pc:sldMk cId="2857538869" sldId="259"/>
            <ac:cxnSpMk id="283" creationId="{0357FC61-D502-46D3-BE04-A3EDFFC6E70A}"/>
          </ac:cxnSpMkLst>
        </pc:cxnChg>
        <pc:cxnChg chg="add del mod">
          <ac:chgData name="Olivia Thomas" userId="237555e1-cdf7-4988-8620-91e34a9dec0b" providerId="ADAL" clId="{8AE5E9CA-E076-472D-8C29-A6CB787FD1FE}" dt="2024-03-06T22:55:09.853" v="335" actId="478"/>
          <ac:cxnSpMkLst>
            <pc:docMk/>
            <pc:sldMk cId="2857538869" sldId="259"/>
            <ac:cxnSpMk id="284" creationId="{5B67821E-BCFD-49F9-B88E-2A7FDBFF8037}"/>
          </ac:cxnSpMkLst>
        </pc:cxnChg>
        <pc:cxnChg chg="mod">
          <ac:chgData name="Olivia Thomas" userId="237555e1-cdf7-4988-8620-91e34a9dec0b" providerId="ADAL" clId="{8AE5E9CA-E076-472D-8C29-A6CB787FD1FE}" dt="2024-03-06T22:52:33.019" v="323" actId="14100"/>
          <ac:cxnSpMkLst>
            <pc:docMk/>
            <pc:sldMk cId="2857538869" sldId="259"/>
            <ac:cxnSpMk id="285" creationId="{0A49478B-F71F-42E2-9EE2-B514FEF296E1}"/>
          </ac:cxnSpMkLst>
        </pc:cxnChg>
        <pc:cxnChg chg="mod">
          <ac:chgData name="Olivia Thomas" userId="237555e1-cdf7-4988-8620-91e34a9dec0b" providerId="ADAL" clId="{8AE5E9CA-E076-472D-8C29-A6CB787FD1FE}" dt="2024-03-06T22:52:48.984" v="326" actId="14100"/>
          <ac:cxnSpMkLst>
            <pc:docMk/>
            <pc:sldMk cId="2857538869" sldId="259"/>
            <ac:cxnSpMk id="286" creationId="{57040C9E-75D2-4EE3-A3C7-C64DC624EF4F}"/>
          </ac:cxnSpMkLst>
        </pc:cxnChg>
      </pc:sldChg>
      <pc:sldChg chg="modNotesTx">
        <pc:chgData name="Olivia Thomas" userId="237555e1-cdf7-4988-8620-91e34a9dec0b" providerId="ADAL" clId="{8AE5E9CA-E076-472D-8C29-A6CB787FD1FE}" dt="2024-03-06T22:38:03.338" v="36" actId="20577"/>
        <pc:sldMkLst>
          <pc:docMk/>
          <pc:sldMk cId="2498576639" sldId="300"/>
        </pc:sldMkLst>
      </pc:sldChg>
      <pc:sldChg chg="modNotesTx">
        <pc:chgData name="Olivia Thomas" userId="237555e1-cdf7-4988-8620-91e34a9dec0b" providerId="ADAL" clId="{8AE5E9CA-E076-472D-8C29-A6CB787FD1FE}" dt="2024-03-06T22:38:08.132" v="37"/>
        <pc:sldMkLst>
          <pc:docMk/>
          <pc:sldMk cId="3670342032" sldId="306"/>
        </pc:sldMkLst>
      </pc:sldChg>
      <pc:sldChg chg="modNotesTx">
        <pc:chgData name="Olivia Thomas" userId="237555e1-cdf7-4988-8620-91e34a9dec0b" providerId="ADAL" clId="{8AE5E9CA-E076-472D-8C29-A6CB787FD1FE}" dt="2024-03-06T22:38:10.404" v="38"/>
        <pc:sldMkLst>
          <pc:docMk/>
          <pc:sldMk cId="1101043062" sldId="307"/>
        </pc:sldMkLst>
      </pc:sldChg>
      <pc:sldChg chg="addSp modSp mod modNotesTx">
        <pc:chgData name="Olivia Thomas" userId="237555e1-cdf7-4988-8620-91e34a9dec0b" providerId="ADAL" clId="{8AE5E9CA-E076-472D-8C29-A6CB787FD1FE}" dt="2024-03-07T00:08:23.488" v="1171" actId="122"/>
        <pc:sldMkLst>
          <pc:docMk/>
          <pc:sldMk cId="1154011544" sldId="311"/>
        </pc:sldMkLst>
        <pc:spChg chg="mod">
          <ac:chgData name="Olivia Thomas" userId="237555e1-cdf7-4988-8620-91e34a9dec0b" providerId="ADAL" clId="{8AE5E9CA-E076-472D-8C29-A6CB787FD1FE}" dt="2024-03-06T23:04:25.289" v="884" actId="14100"/>
          <ac:spMkLst>
            <pc:docMk/>
            <pc:sldMk cId="1154011544" sldId="311"/>
            <ac:spMk id="2" creationId="{5EF71980-EB2F-3CF5-269C-BCCCFB135280}"/>
          </ac:spMkLst>
        </pc:spChg>
        <pc:spChg chg="mod">
          <ac:chgData name="Olivia Thomas" userId="237555e1-cdf7-4988-8620-91e34a9dec0b" providerId="ADAL" clId="{8AE5E9CA-E076-472D-8C29-A6CB787FD1FE}" dt="2024-03-06T23:05:27.276" v="908" actId="20577"/>
          <ac:spMkLst>
            <pc:docMk/>
            <pc:sldMk cId="1154011544" sldId="311"/>
            <ac:spMk id="3" creationId="{8DA06316-10C3-36C5-3BC5-5C51C87161AD}"/>
          </ac:spMkLst>
        </pc:spChg>
        <pc:graphicFrameChg chg="add mod modGraphic">
          <ac:chgData name="Olivia Thomas" userId="237555e1-cdf7-4988-8620-91e34a9dec0b" providerId="ADAL" clId="{8AE5E9CA-E076-472D-8C29-A6CB787FD1FE}" dt="2024-03-07T00:08:23.488" v="1171" actId="122"/>
          <ac:graphicFrameMkLst>
            <pc:docMk/>
            <pc:sldMk cId="1154011544" sldId="311"/>
            <ac:graphicFrameMk id="4" creationId="{157C61DE-5B1F-DF70-D437-454B87048FE5}"/>
          </ac:graphicFrameMkLst>
        </pc:graphicFrameChg>
      </pc:sldChg>
      <pc:sldChg chg="addSp modSp mod modNotesTx">
        <pc:chgData name="Olivia Thomas" userId="237555e1-cdf7-4988-8620-91e34a9dec0b" providerId="ADAL" clId="{8AE5E9CA-E076-472D-8C29-A6CB787FD1FE}" dt="2024-03-07T00:07:58.433" v="1169" actId="554"/>
        <pc:sldMkLst>
          <pc:docMk/>
          <pc:sldMk cId="3409235744" sldId="318"/>
        </pc:sldMkLst>
        <pc:spChg chg="mod">
          <ac:chgData name="Olivia Thomas" userId="237555e1-cdf7-4988-8620-91e34a9dec0b" providerId="ADAL" clId="{8AE5E9CA-E076-472D-8C29-A6CB787FD1FE}" dt="2024-03-07T00:07:58.433" v="1169" actId="554"/>
          <ac:spMkLst>
            <pc:docMk/>
            <pc:sldMk cId="3409235744" sldId="318"/>
            <ac:spMk id="2" creationId="{417D77D2-8992-4C0E-B294-08CA1B62AE72}"/>
          </ac:spMkLst>
        </pc:spChg>
        <pc:spChg chg="mod">
          <ac:chgData name="Olivia Thomas" userId="237555e1-cdf7-4988-8620-91e34a9dec0b" providerId="ADAL" clId="{8AE5E9CA-E076-472D-8C29-A6CB787FD1FE}" dt="2024-03-06T23:00:58.138" v="565" actId="20577"/>
          <ac:spMkLst>
            <pc:docMk/>
            <pc:sldMk cId="3409235744" sldId="318"/>
            <ac:spMk id="3" creationId="{3F596C06-E0D3-5025-3A48-15DE494C1DFA}"/>
          </ac:spMkLst>
        </pc:spChg>
        <pc:spChg chg="add mod">
          <ac:chgData name="Olivia Thomas" userId="237555e1-cdf7-4988-8620-91e34a9dec0b" providerId="ADAL" clId="{8AE5E9CA-E076-472D-8C29-A6CB787FD1FE}" dt="2024-03-07T00:07:58.433" v="1169" actId="554"/>
          <ac:spMkLst>
            <pc:docMk/>
            <pc:sldMk cId="3409235744" sldId="318"/>
            <ac:spMk id="4" creationId="{8F826745-303B-70E2-B156-49F1471FD78B}"/>
          </ac:spMkLst>
        </pc:spChg>
      </pc:sldChg>
      <pc:sldChg chg="del">
        <pc:chgData name="Olivia Thomas" userId="237555e1-cdf7-4988-8620-91e34a9dec0b" providerId="ADAL" clId="{8AE5E9CA-E076-472D-8C29-A6CB787FD1FE}" dt="2024-03-06T22:36:37.720" v="30" actId="47"/>
        <pc:sldMkLst>
          <pc:docMk/>
          <pc:sldMk cId="251110336" sldId="319"/>
        </pc:sldMkLst>
      </pc:sldChg>
    </pc:docChg>
  </pc:docChgLst>
  <pc:docChgLst>
    <pc:chgData name="Thomas, Olivia A (US)" userId="237555e1-cdf7-4988-8620-91e34a9dec0b" providerId="ADAL" clId="{FBCD2C31-5BFC-4FD7-B5A0-74D904330C27}"/>
    <pc:docChg chg="undo custSel addSld delSld modSld">
      <pc:chgData name="Thomas, Olivia A (US)" userId="237555e1-cdf7-4988-8620-91e34a9dec0b" providerId="ADAL" clId="{FBCD2C31-5BFC-4FD7-B5A0-74D904330C27}" dt="2024-05-23T17:01:56.870" v="2074" actId="14100"/>
      <pc:docMkLst>
        <pc:docMk/>
      </pc:docMkLst>
      <pc:sldChg chg="addSp delSp modSp add mod">
        <pc:chgData name="Thomas, Olivia A (US)" userId="237555e1-cdf7-4988-8620-91e34a9dec0b" providerId="ADAL" clId="{FBCD2C31-5BFC-4FD7-B5A0-74D904330C27}" dt="2024-05-23T16:30:03.118" v="309" actId="1076"/>
        <pc:sldMkLst>
          <pc:docMk/>
          <pc:sldMk cId="4044962665" sldId="303"/>
        </pc:sldMkLst>
        <pc:spChg chg="mod">
          <ac:chgData name="Thomas, Olivia A (US)" userId="237555e1-cdf7-4988-8620-91e34a9dec0b" providerId="ADAL" clId="{FBCD2C31-5BFC-4FD7-B5A0-74D904330C27}" dt="2024-05-23T16:29:57.135" v="307" actId="1076"/>
          <ac:spMkLst>
            <pc:docMk/>
            <pc:sldMk cId="4044962665" sldId="303"/>
            <ac:spMk id="3" creationId="{B4C4F73E-3DF8-0C23-26F6-4665A33702F1}"/>
          </ac:spMkLst>
        </pc:spChg>
        <pc:spChg chg="mod">
          <ac:chgData name="Thomas, Olivia A (US)" userId="237555e1-cdf7-4988-8620-91e34a9dec0b" providerId="ADAL" clId="{FBCD2C31-5BFC-4FD7-B5A0-74D904330C27}" dt="2024-05-23T16:30:03.118" v="309" actId="1076"/>
          <ac:spMkLst>
            <pc:docMk/>
            <pc:sldMk cId="4044962665" sldId="303"/>
            <ac:spMk id="4" creationId="{5998C481-2861-28F8-18EB-DA8671B1679F}"/>
          </ac:spMkLst>
        </pc:spChg>
        <pc:spChg chg="del mod">
          <ac:chgData name="Thomas, Olivia A (US)" userId="237555e1-cdf7-4988-8620-91e34a9dec0b" providerId="ADAL" clId="{FBCD2C31-5BFC-4FD7-B5A0-74D904330C27}" dt="2024-05-23T16:28:02.190" v="251" actId="478"/>
          <ac:spMkLst>
            <pc:docMk/>
            <pc:sldMk cId="4044962665" sldId="303"/>
            <ac:spMk id="5" creationId="{E0FB4020-F806-7858-C60A-13DD742814D3}"/>
          </ac:spMkLst>
        </pc:spChg>
        <pc:spChg chg="mod">
          <ac:chgData name="Thomas, Olivia A (US)" userId="237555e1-cdf7-4988-8620-91e34a9dec0b" providerId="ADAL" clId="{FBCD2C31-5BFC-4FD7-B5A0-74D904330C27}" dt="2024-05-23T16:29:59.888" v="308" actId="1076"/>
          <ac:spMkLst>
            <pc:docMk/>
            <pc:sldMk cId="4044962665" sldId="303"/>
            <ac:spMk id="7" creationId="{8BA3D4B1-6F11-8DC9-20A2-FEEEBB429FC9}"/>
          </ac:spMkLst>
        </pc:spChg>
        <pc:spChg chg="add mod">
          <ac:chgData name="Thomas, Olivia A (US)" userId="237555e1-cdf7-4988-8620-91e34a9dec0b" providerId="ADAL" clId="{FBCD2C31-5BFC-4FD7-B5A0-74D904330C27}" dt="2024-05-23T16:29:49.996" v="306" actId="408"/>
          <ac:spMkLst>
            <pc:docMk/>
            <pc:sldMk cId="4044962665" sldId="303"/>
            <ac:spMk id="9" creationId="{BB4527A8-A45F-8903-056E-1144DD38897A}"/>
          </ac:spMkLst>
        </pc:spChg>
        <pc:spChg chg="add del mod">
          <ac:chgData name="Thomas, Olivia A (US)" userId="237555e1-cdf7-4988-8620-91e34a9dec0b" providerId="ADAL" clId="{FBCD2C31-5BFC-4FD7-B5A0-74D904330C27}" dt="2024-05-23T16:28:42.365" v="296" actId="478"/>
          <ac:spMkLst>
            <pc:docMk/>
            <pc:sldMk cId="4044962665" sldId="303"/>
            <ac:spMk id="13" creationId="{9CB666FF-381A-3F80-2205-9D3688729139}"/>
          </ac:spMkLst>
        </pc:spChg>
        <pc:spChg chg="add mod">
          <ac:chgData name="Thomas, Olivia A (US)" userId="237555e1-cdf7-4988-8620-91e34a9dec0b" providerId="ADAL" clId="{FBCD2C31-5BFC-4FD7-B5A0-74D904330C27}" dt="2024-05-23T16:29:19.906" v="302" actId="1076"/>
          <ac:spMkLst>
            <pc:docMk/>
            <pc:sldMk cId="4044962665" sldId="303"/>
            <ac:spMk id="15" creationId="{36EC4634-BC83-3389-C39C-541ABC2AC984}"/>
          </ac:spMkLst>
        </pc:spChg>
        <pc:picChg chg="del">
          <ac:chgData name="Thomas, Olivia A (US)" userId="237555e1-cdf7-4988-8620-91e34a9dec0b" providerId="ADAL" clId="{FBCD2C31-5BFC-4FD7-B5A0-74D904330C27}" dt="2024-05-23T16:28:06.198" v="253" actId="478"/>
          <ac:picMkLst>
            <pc:docMk/>
            <pc:sldMk cId="4044962665" sldId="303"/>
            <ac:picMk id="6" creationId="{97210232-AC03-09C1-DE7E-28F8C49CC107}"/>
          </ac:picMkLst>
        </pc:picChg>
        <pc:picChg chg="del">
          <ac:chgData name="Thomas, Olivia A (US)" userId="237555e1-cdf7-4988-8620-91e34a9dec0b" providerId="ADAL" clId="{FBCD2C31-5BFC-4FD7-B5A0-74D904330C27}" dt="2024-05-23T16:27:58.802" v="249" actId="478"/>
          <ac:picMkLst>
            <pc:docMk/>
            <pc:sldMk cId="4044962665" sldId="303"/>
            <ac:picMk id="10" creationId="{00AA825F-48B7-33D9-C900-A04A5F618484}"/>
          </ac:picMkLst>
        </pc:picChg>
        <pc:picChg chg="del">
          <ac:chgData name="Thomas, Olivia A (US)" userId="237555e1-cdf7-4988-8620-91e34a9dec0b" providerId="ADAL" clId="{FBCD2C31-5BFC-4FD7-B5A0-74D904330C27}" dt="2024-05-23T16:28:05.520" v="252" actId="478"/>
          <ac:picMkLst>
            <pc:docMk/>
            <pc:sldMk cId="4044962665" sldId="303"/>
            <ac:picMk id="12" creationId="{98E6D102-0138-7FAF-1CDC-5DEDB971D3D2}"/>
          </ac:picMkLst>
        </pc:picChg>
        <pc:picChg chg="add mod">
          <ac:chgData name="Thomas, Olivia A (US)" userId="237555e1-cdf7-4988-8620-91e34a9dec0b" providerId="ADAL" clId="{FBCD2C31-5BFC-4FD7-B5A0-74D904330C27}" dt="2024-05-23T16:29:34.735" v="305" actId="1076"/>
          <ac:picMkLst>
            <pc:docMk/>
            <pc:sldMk cId="4044962665" sldId="303"/>
            <ac:picMk id="16" creationId="{F93388B6-0760-E024-1B67-FD5065D71755}"/>
          </ac:picMkLst>
        </pc:picChg>
        <pc:picChg chg="add del">
          <ac:chgData name="Thomas, Olivia A (US)" userId="237555e1-cdf7-4988-8620-91e34a9dec0b" providerId="ADAL" clId="{FBCD2C31-5BFC-4FD7-B5A0-74D904330C27}" dt="2024-05-23T16:28:07" v="254" actId="478"/>
          <ac:picMkLst>
            <pc:docMk/>
            <pc:sldMk cId="4044962665" sldId="303"/>
            <ac:picMk id="1026" creationId="{DD39CD66-A8A1-36BF-AC3C-ED11517C677B}"/>
          </ac:picMkLst>
        </pc:picChg>
      </pc:sldChg>
      <pc:sldChg chg="add del">
        <pc:chgData name="Thomas, Olivia A (US)" userId="237555e1-cdf7-4988-8620-91e34a9dec0b" providerId="ADAL" clId="{FBCD2C31-5BFC-4FD7-B5A0-74D904330C27}" dt="2024-05-23T16:34:14.074" v="824" actId="47"/>
        <pc:sldMkLst>
          <pc:docMk/>
          <pc:sldMk cId="1673593389" sldId="314"/>
        </pc:sldMkLst>
      </pc:sldChg>
      <pc:sldChg chg="modSp mod">
        <pc:chgData name="Thomas, Olivia A (US)" userId="237555e1-cdf7-4988-8620-91e34a9dec0b" providerId="ADAL" clId="{FBCD2C31-5BFC-4FD7-B5A0-74D904330C27}" dt="2024-05-23T16:23:39.755" v="4" actId="207"/>
        <pc:sldMkLst>
          <pc:docMk/>
          <pc:sldMk cId="3008620237" sldId="319"/>
        </pc:sldMkLst>
        <pc:spChg chg="mod">
          <ac:chgData name="Thomas, Olivia A (US)" userId="237555e1-cdf7-4988-8620-91e34a9dec0b" providerId="ADAL" clId="{FBCD2C31-5BFC-4FD7-B5A0-74D904330C27}" dt="2024-05-23T16:23:39.755" v="4" actId="207"/>
          <ac:spMkLst>
            <pc:docMk/>
            <pc:sldMk cId="3008620237" sldId="319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22:55.986" v="0" actId="20577"/>
        <pc:sldMkLst>
          <pc:docMk/>
          <pc:sldMk cId="2919288611" sldId="321"/>
        </pc:sldMkLst>
        <pc:spChg chg="mod">
          <ac:chgData name="Thomas, Olivia A (US)" userId="237555e1-cdf7-4988-8620-91e34a9dec0b" providerId="ADAL" clId="{FBCD2C31-5BFC-4FD7-B5A0-74D904330C27}" dt="2024-05-23T16:22:55.986" v="0" actId="20577"/>
          <ac:spMkLst>
            <pc:docMk/>
            <pc:sldMk cId="2919288611" sldId="321"/>
            <ac:spMk id="2" creationId="{5EF71980-EB2F-3CF5-269C-BCCCFB135280}"/>
          </ac:spMkLst>
        </pc:spChg>
      </pc:sldChg>
      <pc:sldChg chg="addSp delSp modSp mod">
        <pc:chgData name="Thomas, Olivia A (US)" userId="237555e1-cdf7-4988-8620-91e34a9dec0b" providerId="ADAL" clId="{FBCD2C31-5BFC-4FD7-B5A0-74D904330C27}" dt="2024-05-23T17:01:56.870" v="2074" actId="14100"/>
        <pc:sldMkLst>
          <pc:docMk/>
          <pc:sldMk cId="549488020" sldId="323"/>
        </pc:sldMkLst>
        <pc:spChg chg="del mod">
          <ac:chgData name="Thomas, Olivia A (US)" userId="237555e1-cdf7-4988-8620-91e34a9dec0b" providerId="ADAL" clId="{FBCD2C31-5BFC-4FD7-B5A0-74D904330C27}" dt="2024-05-23T16:33:58.698" v="821"/>
          <ac:spMkLst>
            <pc:docMk/>
            <pc:sldMk cId="549488020" sldId="323"/>
            <ac:spMk id="2" creationId="{5EF71980-EB2F-3CF5-269C-BCCCFB135280}"/>
          </ac:spMkLst>
        </pc:spChg>
        <pc:spChg chg="mod">
          <ac:chgData name="Thomas, Olivia A (US)" userId="237555e1-cdf7-4988-8620-91e34a9dec0b" providerId="ADAL" clId="{FBCD2C31-5BFC-4FD7-B5A0-74D904330C27}" dt="2024-05-23T16:38:43.150" v="992" actId="1076"/>
          <ac:spMkLst>
            <pc:docMk/>
            <pc:sldMk cId="549488020" sldId="323"/>
            <ac:spMk id="3" creationId="{8DA06316-10C3-36C5-3BC5-5C51C87161AD}"/>
          </ac:spMkLst>
        </pc:spChg>
        <pc:spChg chg="add del mod">
          <ac:chgData name="Thomas, Olivia A (US)" userId="237555e1-cdf7-4988-8620-91e34a9dec0b" providerId="ADAL" clId="{FBCD2C31-5BFC-4FD7-B5A0-74D904330C27}" dt="2024-05-23T17:01:46.270" v="2072" actId="478"/>
          <ac:spMkLst>
            <pc:docMk/>
            <pc:sldMk cId="549488020" sldId="323"/>
            <ac:spMk id="5" creationId="{BB914613-168F-8DE3-3D6E-EC19316BC046}"/>
          </ac:spMkLst>
        </pc:spChg>
        <pc:graphicFrameChg chg="add mod">
          <ac:chgData name="Thomas, Olivia A (US)" userId="237555e1-cdf7-4988-8620-91e34a9dec0b" providerId="ADAL" clId="{FBCD2C31-5BFC-4FD7-B5A0-74D904330C27}" dt="2024-05-23T17:01:56.870" v="2074" actId="14100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  <pc:sldChg chg="modSp mod">
        <pc:chgData name="Thomas, Olivia A (US)" userId="237555e1-cdf7-4988-8620-91e34a9dec0b" providerId="ADAL" clId="{FBCD2C31-5BFC-4FD7-B5A0-74D904330C27}" dt="2024-05-23T16:32:07.370" v="652" actId="20577"/>
        <pc:sldMkLst>
          <pc:docMk/>
          <pc:sldMk cId="758044126" sldId="324"/>
        </pc:sldMkLst>
        <pc:spChg chg="mod">
          <ac:chgData name="Thomas, Olivia A (US)" userId="237555e1-cdf7-4988-8620-91e34a9dec0b" providerId="ADAL" clId="{FBCD2C31-5BFC-4FD7-B5A0-74D904330C27}" dt="2024-05-23T16:32:07.370" v="652" actId="20577"/>
          <ac:spMkLst>
            <pc:docMk/>
            <pc:sldMk cId="758044126" sldId="324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32:33.344" v="746" actId="20577"/>
        <pc:sldMkLst>
          <pc:docMk/>
          <pc:sldMk cId="2169031145" sldId="325"/>
        </pc:sldMkLst>
        <pc:spChg chg="mod">
          <ac:chgData name="Thomas, Olivia A (US)" userId="237555e1-cdf7-4988-8620-91e34a9dec0b" providerId="ADAL" clId="{FBCD2C31-5BFC-4FD7-B5A0-74D904330C27}" dt="2024-05-23T16:32:33.344" v="746" actId="20577"/>
          <ac:spMkLst>
            <pc:docMk/>
            <pc:sldMk cId="2169031145" sldId="325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32:42.732" v="795" actId="20577"/>
        <pc:sldMkLst>
          <pc:docMk/>
          <pc:sldMk cId="3048531716" sldId="326"/>
        </pc:sldMkLst>
        <pc:spChg chg="mod">
          <ac:chgData name="Thomas, Olivia A (US)" userId="237555e1-cdf7-4988-8620-91e34a9dec0b" providerId="ADAL" clId="{FBCD2C31-5BFC-4FD7-B5A0-74D904330C27}" dt="2024-05-23T16:32:42.732" v="795" actId="20577"/>
          <ac:spMkLst>
            <pc:docMk/>
            <pc:sldMk cId="3048531716" sldId="326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32:50.327" v="818" actId="20577"/>
        <pc:sldMkLst>
          <pc:docMk/>
          <pc:sldMk cId="1765073074" sldId="327"/>
        </pc:sldMkLst>
        <pc:spChg chg="mod">
          <ac:chgData name="Thomas, Olivia A (US)" userId="237555e1-cdf7-4988-8620-91e34a9dec0b" providerId="ADAL" clId="{FBCD2C31-5BFC-4FD7-B5A0-74D904330C27}" dt="2024-05-23T16:32:50.327" v="818" actId="20577"/>
          <ac:spMkLst>
            <pc:docMk/>
            <pc:sldMk cId="1765073074" sldId="327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30:47.142" v="313" actId="20577"/>
        <pc:sldMkLst>
          <pc:docMk/>
          <pc:sldMk cId="2225102970" sldId="328"/>
        </pc:sldMkLst>
        <pc:spChg chg="mod">
          <ac:chgData name="Thomas, Olivia A (US)" userId="237555e1-cdf7-4988-8620-91e34a9dec0b" providerId="ADAL" clId="{FBCD2C31-5BFC-4FD7-B5A0-74D904330C27}" dt="2024-05-23T16:30:47.142" v="313" actId="20577"/>
          <ac:spMkLst>
            <pc:docMk/>
            <pc:sldMk cId="2225102970" sldId="328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FBCD2C31-5BFC-4FD7-B5A0-74D904330C27}" dt="2024-05-23T16:53:31.270" v="1620" actId="20577"/>
        <pc:sldMkLst>
          <pc:docMk/>
          <pc:sldMk cId="809243290" sldId="329"/>
        </pc:sldMkLst>
        <pc:spChg chg="mod">
          <ac:chgData name="Thomas, Olivia A (US)" userId="237555e1-cdf7-4988-8620-91e34a9dec0b" providerId="ADAL" clId="{FBCD2C31-5BFC-4FD7-B5A0-74D904330C27}" dt="2024-05-23T16:30:41.059" v="310" actId="20577"/>
          <ac:spMkLst>
            <pc:docMk/>
            <pc:sldMk cId="809243290" sldId="329"/>
            <ac:spMk id="2" creationId="{5EF71980-EB2F-3CF5-269C-BCCCFB135280}"/>
          </ac:spMkLst>
        </pc:spChg>
        <pc:graphicFrameChg chg="modGraphic">
          <ac:chgData name="Thomas, Olivia A (US)" userId="237555e1-cdf7-4988-8620-91e34a9dec0b" providerId="ADAL" clId="{FBCD2C31-5BFC-4FD7-B5A0-74D904330C27}" dt="2024-05-23T16:53:31.270" v="1620" actId="20577"/>
          <ac:graphicFrameMkLst>
            <pc:docMk/>
            <pc:sldMk cId="809243290" sldId="329"/>
            <ac:graphicFrameMk id="5" creationId="{9AED7CB3-7E93-84A7-7230-0FA816E32392}"/>
          </ac:graphicFrameMkLst>
        </pc:graphicFrameChg>
      </pc:sldChg>
    </pc:docChg>
  </pc:docChgLst>
  <pc:docChgLst>
    <pc:chgData name="Thomas, Olivia A (US)" userId="237555e1-cdf7-4988-8620-91e34a9dec0b" providerId="ADAL" clId="{29135135-D569-4CEF-AEA9-664D1815E031}"/>
    <pc:docChg chg="undo custSel addSld delSld modSld">
      <pc:chgData name="Thomas, Olivia A (US)" userId="237555e1-cdf7-4988-8620-91e34a9dec0b" providerId="ADAL" clId="{29135135-D569-4CEF-AEA9-664D1815E031}" dt="2024-05-06T21:43:49.120" v="118" actId="47"/>
      <pc:docMkLst>
        <pc:docMk/>
      </pc:docMkLst>
      <pc:sldChg chg="del">
        <pc:chgData name="Thomas, Olivia A (US)" userId="237555e1-cdf7-4988-8620-91e34a9dec0b" providerId="ADAL" clId="{29135135-D569-4CEF-AEA9-664D1815E031}" dt="2024-05-06T21:43:49.120" v="118" actId="47"/>
        <pc:sldMkLst>
          <pc:docMk/>
          <pc:sldMk cId="2857538869" sldId="259"/>
        </pc:sldMkLst>
      </pc:sldChg>
      <pc:sldChg chg="addSp delSp modSp add mod modNotesTx">
        <pc:chgData name="Thomas, Olivia A (US)" userId="237555e1-cdf7-4988-8620-91e34a9dec0b" providerId="ADAL" clId="{29135135-D569-4CEF-AEA9-664D1815E031}" dt="2024-05-06T21:43:41.022" v="117" actId="1076"/>
        <pc:sldMkLst>
          <pc:docMk/>
          <pc:sldMk cId="424083917" sldId="320"/>
        </pc:sldMkLst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2" creationId="{2D9A0BC7-E289-4846-8318-736C56F2B079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3" creationId="{201FDCAA-CA02-19B4-6F2A-1CD7C20474A4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4" creationId="{0BEC9483-A094-0D3B-15DE-6E93F84F7031}"/>
          </ac:spMkLst>
        </pc:spChg>
        <pc:spChg chg="del">
          <ac:chgData name="Thomas, Olivia A (US)" userId="237555e1-cdf7-4988-8620-91e34a9dec0b" providerId="ADAL" clId="{29135135-D569-4CEF-AEA9-664D1815E031}" dt="2024-05-06T20:17:25.369" v="7" actId="478"/>
          <ac:spMkLst>
            <pc:docMk/>
            <pc:sldMk cId="424083917" sldId="320"/>
            <ac:spMk id="5" creationId="{297FA2F6-CE91-B96E-22F9-C2F1FEF5DB7F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6" creationId="{34AF45C2-DA92-226B-1E21-1A59312B1F41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7" creationId="{B6808DDD-9EB1-C76B-B27B-AA30C90F82A0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" creationId="{9D9D7124-F0F5-76B1-BC82-526E197181DF}"/>
          </ac:spMkLst>
        </pc:spChg>
        <pc:spChg chg="del">
          <ac:chgData name="Thomas, Olivia A (US)" userId="237555e1-cdf7-4988-8620-91e34a9dec0b" providerId="ADAL" clId="{29135135-D569-4CEF-AEA9-664D1815E031}" dt="2024-05-06T20:17:21.868" v="6" actId="478"/>
          <ac:spMkLst>
            <pc:docMk/>
            <pc:sldMk cId="424083917" sldId="320"/>
            <ac:spMk id="9" creationId="{E39EE321-61BA-E474-155C-54A29D8D908B}"/>
          </ac:spMkLst>
        </pc:spChg>
        <pc:spChg chg="del">
          <ac:chgData name="Thomas, Olivia A (US)" userId="237555e1-cdf7-4988-8620-91e34a9dec0b" providerId="ADAL" clId="{29135135-D569-4CEF-AEA9-664D1815E031}" dt="2024-05-06T20:17:25.369" v="7" actId="478"/>
          <ac:spMkLst>
            <pc:docMk/>
            <pc:sldMk cId="424083917" sldId="320"/>
            <ac:spMk id="10" creationId="{8DE24197-945B-8635-E768-3EA93AA97DDF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1" creationId="{DFA51E0D-DE67-CC2B-A6BE-64D59E99940D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2" creationId="{9007FA6B-B180-EF3F-E075-3A49AC4D51FF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13" creationId="{606E8332-C1A3-7C95-9EF0-FCDA58D87DA6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14" creationId="{6EDEDA7B-9797-4D10-BFF0-05AA97B6A3FF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5" creationId="{2C31A80D-64E0-2882-18E6-0A0F16AF8FC5}"/>
          </ac:spMkLst>
        </pc:spChg>
        <pc:spChg chg="mod">
          <ac:chgData name="Thomas, Olivia A (US)" userId="237555e1-cdf7-4988-8620-91e34a9dec0b" providerId="ADAL" clId="{29135135-D569-4CEF-AEA9-664D1815E031}" dt="2024-05-06T20:17:13.424" v="4" actId="1076"/>
          <ac:spMkLst>
            <pc:docMk/>
            <pc:sldMk cId="424083917" sldId="320"/>
            <ac:spMk id="16" creationId="{4A5E25C4-CC05-4D1F-8836-B75BA0BA6A76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7" creationId="{F34485C5-0EBA-753B-0CB2-6B4222D0169B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9" creationId="{D02C8C00-85E5-C82B-7C6D-04ACB581F9D8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7" creationId="{78662126-60EF-25C2-C26E-8CDEBE2AD025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8" creationId="{4BFBA272-C5A3-54F7-77CC-0D014E3D7384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2" creationId="{7D9E9299-DFBB-D584-1CDF-399F708303C2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4" creationId="{2DB00D4F-FDED-B6BA-A175-B0773411E627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36" creationId="{080CA0F4-C24E-68C5-1DA3-D003F5639F27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37" creationId="{5A27BBE6-3FFD-DB9A-B311-AE46DB70CAE2}"/>
          </ac:spMkLst>
        </pc:spChg>
        <pc:spChg chg="del">
          <ac:chgData name="Thomas, Olivia A (US)" userId="237555e1-cdf7-4988-8620-91e34a9dec0b" providerId="ADAL" clId="{29135135-D569-4CEF-AEA9-664D1815E031}" dt="2024-05-06T20:17:21.868" v="6" actId="478"/>
          <ac:spMkLst>
            <pc:docMk/>
            <pc:sldMk cId="424083917" sldId="320"/>
            <ac:spMk id="38" creationId="{F0B13227-D505-4452-A43B-011085FD3323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2" creationId="{504C4723-8D85-096F-2524-064F56664A5A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3" creationId="{99C8C01C-5F52-D382-88C6-712EE4F766F2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4" creationId="{82F0E942-BCE9-2D37-9E52-06204FCD790B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5" creationId="{2C0612A8-CE1F-51C8-306B-E6CFD1DF68D9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7" creationId="{449047C3-7B42-428B-9F52-D282F214E2CF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49" creationId="{45C97A1E-2028-3769-398B-DE9DDB9880F9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50" creationId="{3FAF91B7-69DE-AC9F-DF4C-F858783E8034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52" creationId="{E18D3096-19FF-4201-A80D-5A9BC9906228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53" creationId="{01F8EE27-0E74-4106-A51F-D7A9393A7C32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65" creationId="{F543D8E4-16B0-D772-8A3C-6AB79800D547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66" creationId="{6CF25EFE-D32E-030A-CEA3-58633BC24F4D}"/>
          </ac:spMkLst>
        </pc:spChg>
        <pc:spChg chg="del">
          <ac:chgData name="Thomas, Olivia A (US)" userId="237555e1-cdf7-4988-8620-91e34a9dec0b" providerId="ADAL" clId="{29135135-D569-4CEF-AEA9-664D1815E031}" dt="2024-05-06T20:17:27.756" v="8" actId="478"/>
          <ac:spMkLst>
            <pc:docMk/>
            <pc:sldMk cId="424083917" sldId="320"/>
            <ac:spMk id="67" creationId="{CC9043B3-6300-9C0E-17F8-0B1BC4CD4050}"/>
          </ac:spMkLst>
        </pc:spChg>
        <pc:spChg chg="del">
          <ac:chgData name="Thomas, Olivia A (US)" userId="237555e1-cdf7-4988-8620-91e34a9dec0b" providerId="ADAL" clId="{29135135-D569-4CEF-AEA9-664D1815E031}" dt="2024-05-06T20:17:27.756" v="8" actId="478"/>
          <ac:spMkLst>
            <pc:docMk/>
            <pc:sldMk cId="424083917" sldId="320"/>
            <ac:spMk id="68" creationId="{C2E9451F-BD45-5B24-8D7F-6195AF8FFB98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69" creationId="{3377D79B-EB57-8F2B-1C34-F930C628C149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70" creationId="{DCA7026A-4BB1-570D-4541-BFB197E30AAA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77" creationId="{2082242A-6FC7-6E73-CEE2-E97EFC20D22C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78" creationId="{B10FFCD4-9514-6CE6-0445-D69F7B1CF9CA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79" creationId="{ED94F953-4E38-E3EB-E068-F3F8500988DD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0" creationId="{25F7E104-C0B6-280C-0F23-588CE7725B81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2" creationId="{F72ACEBB-25D8-221F-4FA3-918AB08A097C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3" creationId="{643E7932-08FD-58E0-D452-2F59C4DF227D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4" creationId="{A37C8DBA-BE7B-D165-3A7C-3CB077CED175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6" creationId="{472A36F8-E295-33FB-86D4-B2A5EDABDEAA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88" creationId="{FC71DDD2-BB9C-45BD-B8E8-D6340EEB3647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16" creationId="{2F89CD3A-715F-4DD5-B08C-27C3A06B3BC5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18" creationId="{5E51059D-1782-44F0-89EB-B790FAF6ECB5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153" creationId="{389BC0B5-C3DB-4785-BD85-093CBC4818B2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77" creationId="{320099BE-BFF7-4440-82F7-0916908D0156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78" creationId="{147023EF-E78C-4E54-AE42-598CCEE19F7D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187" creationId="{3EE0CAB6-3574-4429-B98B-EADD33BE8A89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191" creationId="{CC22D099-E17D-4F66-86B2-180C46149C9F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04" creationId="{389D7DF5-227F-4759-9E5C-FFB5F95A5683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12" creationId="{18815BBE-538F-40E8-AC50-57CFDA0C3FA6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27" creationId="{6B6A3093-067E-4938-8BFC-E9C33C44F000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40" creationId="{EB42AF00-10BA-4F5E-B694-0F8A7310B92C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44" creationId="{0C5CABB8-401E-47F5-A7A1-3289926E0190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245" creationId="{F806F143-60BE-45A9-9439-44406F24DB00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269" creationId="{9BDDA809-BFF7-491E-AC20-05440064EF18}"/>
          </ac:spMkLst>
        </pc:spChg>
        <pc:spChg chg="del mod">
          <ac:chgData name="Thomas, Olivia A (US)" userId="237555e1-cdf7-4988-8620-91e34a9dec0b" providerId="ADAL" clId="{29135135-D569-4CEF-AEA9-664D1815E031}" dt="2024-05-06T20:17:32.009" v="10" actId="478"/>
          <ac:spMkLst>
            <pc:docMk/>
            <pc:sldMk cId="424083917" sldId="320"/>
            <ac:spMk id="316" creationId="{E70B3814-60C8-4194-B992-7B67A3402F6E}"/>
          </ac:spMkLst>
        </pc:spChg>
        <pc:spChg chg="del mod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38" creationId="{40096F95-B6BF-4E5E-90FC-666CB56C8B9D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47" creationId="{54D64864-B7DF-4D75-9A3F-8B44EA0B7880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75" creationId="{C03B2F8C-8E59-4A14-9777-0791935E5721}"/>
          </ac:spMkLst>
        </pc:spChg>
        <pc:spChg chg="del">
          <ac:chgData name="Thomas, Olivia A (US)" userId="237555e1-cdf7-4988-8620-91e34a9dec0b" providerId="ADAL" clId="{29135135-D569-4CEF-AEA9-664D1815E031}" dt="2024-05-06T20:17:16.214" v="5" actId="478"/>
          <ac:spMkLst>
            <pc:docMk/>
            <pc:sldMk cId="424083917" sldId="320"/>
            <ac:spMk id="376" creationId="{5107630C-0105-4848-9E0C-6FEF309A8F2E}"/>
          </ac:spMkLst>
        </pc:spChg>
        <pc:spChg chg="del">
          <ac:chgData name="Thomas, Olivia A (US)" userId="237555e1-cdf7-4988-8620-91e34a9dec0b" providerId="ADAL" clId="{29135135-D569-4CEF-AEA9-664D1815E031}" dt="2024-05-06T21:33:19.105" v="84" actId="478"/>
          <ac:spMkLst>
            <pc:docMk/>
            <pc:sldMk cId="424083917" sldId="320"/>
            <ac:spMk id="382" creationId="{E1E18450-D29C-4186-A2DB-FF7F8716C7C0}"/>
          </ac:spMkLst>
        </pc:spChg>
        <pc:graphicFrameChg chg="add mod">
          <ac:chgData name="Thomas, Olivia A (US)" userId="237555e1-cdf7-4988-8620-91e34a9dec0b" providerId="ADAL" clId="{29135135-D569-4CEF-AEA9-664D1815E031}" dt="2024-05-06T21:33:33.968" v="87"/>
          <ac:graphicFrameMkLst>
            <pc:docMk/>
            <pc:sldMk cId="424083917" sldId="320"/>
            <ac:graphicFrameMk id="18" creationId="{804101E9-334F-4A84-8D62-96D9C4F484C2}"/>
          </ac:graphicFrameMkLst>
        </pc:graphicFrameChg>
        <pc:graphicFrameChg chg="add mod">
          <ac:chgData name="Thomas, Olivia A (US)" userId="237555e1-cdf7-4988-8620-91e34a9dec0b" providerId="ADAL" clId="{29135135-D569-4CEF-AEA9-664D1815E031}" dt="2024-05-06T21:33:48.523" v="90"/>
          <ac:graphicFrameMkLst>
            <pc:docMk/>
            <pc:sldMk cId="424083917" sldId="320"/>
            <ac:graphicFrameMk id="20" creationId="{804101E9-334F-4A84-8D62-96D9C4F484C2}"/>
          </ac:graphicFrameMkLst>
        </pc:graphicFrameChg>
        <pc:graphicFrameChg chg="add mod">
          <ac:chgData name="Thomas, Olivia A (US)" userId="237555e1-cdf7-4988-8620-91e34a9dec0b" providerId="ADAL" clId="{29135135-D569-4CEF-AEA9-664D1815E031}" dt="2024-05-06T21:35:48.787" v="95"/>
          <ac:graphicFrameMkLst>
            <pc:docMk/>
            <pc:sldMk cId="424083917" sldId="320"/>
            <ac:graphicFrameMk id="22" creationId="{804101E9-334F-4A84-8D62-96D9C4F484C2}"/>
          </ac:graphicFrameMkLst>
        </pc:graphicFrameChg>
        <pc:graphicFrameChg chg="add mod">
          <ac:chgData name="Thomas, Olivia A (US)" userId="237555e1-cdf7-4988-8620-91e34a9dec0b" providerId="ADAL" clId="{29135135-D569-4CEF-AEA9-664D1815E031}" dt="2024-05-06T21:40:13.220" v="102"/>
          <ac:graphicFrameMkLst>
            <pc:docMk/>
            <pc:sldMk cId="424083917" sldId="320"/>
            <ac:graphicFrameMk id="24" creationId="{804101E9-334F-4A84-8D62-96D9C4F484C2}"/>
          </ac:graphicFrameMkLst>
        </pc:graphicFrameChg>
        <pc:picChg chg="add del">
          <ac:chgData name="Thomas, Olivia A (US)" userId="237555e1-cdf7-4988-8620-91e34a9dec0b" providerId="ADAL" clId="{29135135-D569-4CEF-AEA9-664D1815E031}" dt="2024-05-06T21:35:44.317" v="92" actId="478"/>
          <ac:picMkLst>
            <pc:docMk/>
            <pc:sldMk cId="424083917" sldId="320"/>
            <ac:picMk id="21" creationId="{60DF7666-BC64-D09B-3345-7A9462AFA391}"/>
          </ac:picMkLst>
        </pc:picChg>
        <pc:picChg chg="add del">
          <ac:chgData name="Thomas, Olivia A (US)" userId="237555e1-cdf7-4988-8620-91e34a9dec0b" providerId="ADAL" clId="{29135135-D569-4CEF-AEA9-664D1815E031}" dt="2024-05-06T21:40:10.483" v="99" actId="478"/>
          <ac:picMkLst>
            <pc:docMk/>
            <pc:sldMk cId="424083917" sldId="320"/>
            <ac:picMk id="23" creationId="{3235F699-F9D6-2B19-79EB-0A0A2A7A2753}"/>
          </ac:picMkLst>
        </pc:picChg>
        <pc:picChg chg="add mod">
          <ac:chgData name="Thomas, Olivia A (US)" userId="237555e1-cdf7-4988-8620-91e34a9dec0b" providerId="ADAL" clId="{29135135-D569-4CEF-AEA9-664D1815E031}" dt="2024-05-06T21:43:41.022" v="117" actId="1076"/>
          <ac:picMkLst>
            <pc:docMk/>
            <pc:sldMk cId="424083917" sldId="320"/>
            <ac:picMk id="25" creationId="{E4640E9A-61BD-0424-3518-1656B04A8597}"/>
          </ac:picMkLst>
        </pc:picChg>
        <pc:picChg chg="add mod">
          <ac:chgData name="Thomas, Olivia A (US)" userId="237555e1-cdf7-4988-8620-91e34a9dec0b" providerId="ADAL" clId="{29135135-D569-4CEF-AEA9-664D1815E031}" dt="2024-05-06T21:43:30.627" v="113" actId="1076"/>
          <ac:picMkLst>
            <pc:docMk/>
            <pc:sldMk cId="424083917" sldId="320"/>
            <ac:picMk id="29" creationId="{6297D8AC-898B-1CFB-9257-0D0937E7288B}"/>
          </ac:picMkLst>
        </pc:picChg>
        <pc:picChg chg="add mod">
          <ac:chgData name="Thomas, Olivia A (US)" userId="237555e1-cdf7-4988-8620-91e34a9dec0b" providerId="ADAL" clId="{29135135-D569-4CEF-AEA9-664D1815E031}" dt="2024-05-06T21:43:32.526" v="114" actId="1076"/>
          <ac:picMkLst>
            <pc:docMk/>
            <pc:sldMk cId="424083917" sldId="320"/>
            <ac:picMk id="31" creationId="{C604F86A-44C0-74C9-0134-F2EAA447DE7E}"/>
          </ac:picMkLst>
        </pc:picChg>
        <pc:cxnChg chg="del mod">
          <ac:chgData name="Thomas, Olivia A (US)" userId="237555e1-cdf7-4988-8620-91e34a9dec0b" providerId="ADAL" clId="{29135135-D569-4CEF-AEA9-664D1815E031}" dt="2024-05-06T21:33:19.105" v="84" actId="478"/>
          <ac:cxnSpMkLst>
            <pc:docMk/>
            <pc:sldMk cId="424083917" sldId="320"/>
            <ac:cxnSpMk id="76" creationId="{9C516919-0674-A0F4-5C9A-2A37B299E747}"/>
          </ac:cxnSpMkLst>
        </pc:cxnChg>
        <pc:cxnChg chg="del">
          <ac:chgData name="Thomas, Olivia A (US)" userId="237555e1-cdf7-4988-8620-91e34a9dec0b" providerId="ADAL" clId="{29135135-D569-4CEF-AEA9-664D1815E031}" dt="2024-05-06T20:17:16.214" v="5" actId="478"/>
          <ac:cxnSpMkLst>
            <pc:docMk/>
            <pc:sldMk cId="424083917" sldId="320"/>
            <ac:cxnSpMk id="93" creationId="{B34552D8-0003-FD25-296C-80B775597C3D}"/>
          </ac:cxnSpMkLst>
        </pc:cxnChg>
        <pc:cxnChg chg="del mod">
          <ac:chgData name="Thomas, Olivia A (US)" userId="237555e1-cdf7-4988-8620-91e34a9dec0b" providerId="ADAL" clId="{29135135-D569-4CEF-AEA9-664D1815E031}" dt="2024-05-06T21:33:19.105" v="84" actId="478"/>
          <ac:cxnSpMkLst>
            <pc:docMk/>
            <pc:sldMk cId="424083917" sldId="320"/>
            <ac:cxnSpMk id="94" creationId="{05D0A578-5181-B709-2CFA-DE6D5D6BD5E6}"/>
          </ac:cxnSpMkLst>
        </pc:cxnChg>
        <pc:cxnChg chg="del">
          <ac:chgData name="Thomas, Olivia A (US)" userId="237555e1-cdf7-4988-8620-91e34a9dec0b" providerId="ADAL" clId="{29135135-D569-4CEF-AEA9-664D1815E031}" dt="2024-05-06T20:17:16.214" v="5" actId="478"/>
          <ac:cxnSpMkLst>
            <pc:docMk/>
            <pc:sldMk cId="424083917" sldId="320"/>
            <ac:cxnSpMk id="277" creationId="{ABF60F64-A633-4EB7-8887-96FC9DDDC750}"/>
          </ac:cxnSpMkLst>
        </pc:cxnChg>
        <pc:cxnChg chg="del">
          <ac:chgData name="Thomas, Olivia A (US)" userId="237555e1-cdf7-4988-8620-91e34a9dec0b" providerId="ADAL" clId="{29135135-D569-4CEF-AEA9-664D1815E031}" dt="2024-05-06T21:33:19.105" v="84" actId="478"/>
          <ac:cxnSpMkLst>
            <pc:docMk/>
            <pc:sldMk cId="424083917" sldId="320"/>
            <ac:cxnSpMk id="283" creationId="{0357FC61-D502-46D3-BE04-A3EDFFC6E70A}"/>
          </ac:cxnSpMkLst>
        </pc:cxnChg>
        <pc:cxnChg chg="del">
          <ac:chgData name="Thomas, Olivia A (US)" userId="237555e1-cdf7-4988-8620-91e34a9dec0b" providerId="ADAL" clId="{29135135-D569-4CEF-AEA9-664D1815E031}" dt="2024-05-06T21:33:19.105" v="84" actId="478"/>
          <ac:cxnSpMkLst>
            <pc:docMk/>
            <pc:sldMk cId="424083917" sldId="320"/>
            <ac:cxnSpMk id="285" creationId="{0A49478B-F71F-42E2-9EE2-B514FEF296E1}"/>
          </ac:cxnSpMkLst>
        </pc:cxnChg>
        <pc:cxnChg chg="del">
          <ac:chgData name="Thomas, Olivia A (US)" userId="237555e1-cdf7-4988-8620-91e34a9dec0b" providerId="ADAL" clId="{29135135-D569-4CEF-AEA9-664D1815E031}" dt="2024-05-06T21:33:19.105" v="84" actId="478"/>
          <ac:cxnSpMkLst>
            <pc:docMk/>
            <pc:sldMk cId="424083917" sldId="320"/>
            <ac:cxnSpMk id="286" creationId="{57040C9E-75D2-4EE3-A3C7-C64DC624EF4F}"/>
          </ac:cxnSpMkLst>
        </pc:cxnChg>
      </pc:sldChg>
    </pc:docChg>
  </pc:docChgLst>
  <pc:docChgLst>
    <pc:chgData name="Thomas, Olivia A (US)" userId="237555e1-cdf7-4988-8620-91e34a9dec0b" providerId="ADAL" clId="{87096EDC-4052-4EED-ACAB-EEF76F6DF760}"/>
    <pc:docChg chg="undo custSel addSld modSld sldOrd">
      <pc:chgData name="Thomas, Olivia A (US)" userId="237555e1-cdf7-4988-8620-91e34a9dec0b" providerId="ADAL" clId="{87096EDC-4052-4EED-ACAB-EEF76F6DF760}" dt="2024-05-01T16:36:02.006" v="283" actId="20577"/>
      <pc:docMkLst>
        <pc:docMk/>
      </pc:docMkLst>
      <pc:sldChg chg="modSp ord">
        <pc:chgData name="Thomas, Olivia A (US)" userId="237555e1-cdf7-4988-8620-91e34a9dec0b" providerId="ADAL" clId="{87096EDC-4052-4EED-ACAB-EEF76F6DF760}" dt="2024-05-01T16:36:02.006" v="283" actId="20577"/>
        <pc:sldMkLst>
          <pc:docMk/>
          <pc:sldMk cId="3670342032" sldId="306"/>
        </pc:sldMkLst>
        <pc:graphicFrameChg chg="mod">
          <ac:chgData name="Thomas, Olivia A (US)" userId="237555e1-cdf7-4988-8620-91e34a9dec0b" providerId="ADAL" clId="{87096EDC-4052-4EED-ACAB-EEF76F6DF760}" dt="2024-05-01T16:36:02.006" v="283" actId="20577"/>
          <ac:graphicFrameMkLst>
            <pc:docMk/>
            <pc:sldMk cId="3670342032" sldId="306"/>
            <ac:graphicFrameMk id="4" creationId="{E67FE3E3-9FE5-C121-3A49-27F8952DA131}"/>
          </ac:graphicFrameMkLst>
        </pc:graphicFrameChg>
      </pc:sldChg>
      <pc:sldChg chg="modSp mod">
        <pc:chgData name="Thomas, Olivia A (US)" userId="237555e1-cdf7-4988-8620-91e34a9dec0b" providerId="ADAL" clId="{87096EDC-4052-4EED-ACAB-EEF76F6DF760}" dt="2024-05-01T15:54:31.492" v="93" actId="20577"/>
        <pc:sldMkLst>
          <pc:docMk/>
          <pc:sldMk cId="1101043062" sldId="307"/>
        </pc:sldMkLst>
        <pc:spChg chg="mod">
          <ac:chgData name="Thomas, Olivia A (US)" userId="237555e1-cdf7-4988-8620-91e34a9dec0b" providerId="ADAL" clId="{87096EDC-4052-4EED-ACAB-EEF76F6DF760}" dt="2024-05-01T15:54:31.492" v="93" actId="20577"/>
          <ac:spMkLst>
            <pc:docMk/>
            <pc:sldMk cId="1101043062" sldId="307"/>
            <ac:spMk id="2" creationId="{5EF71980-EB2F-3CF5-269C-BCCCFB135280}"/>
          </ac:spMkLst>
        </pc:spChg>
      </pc:sldChg>
      <pc:sldChg chg="modSp mod">
        <pc:chgData name="Thomas, Olivia A (US)" userId="237555e1-cdf7-4988-8620-91e34a9dec0b" providerId="ADAL" clId="{87096EDC-4052-4EED-ACAB-EEF76F6DF760}" dt="2024-05-01T15:51:03.287" v="60" actId="20577"/>
        <pc:sldMkLst>
          <pc:docMk/>
          <pc:sldMk cId="3008620237" sldId="319"/>
        </pc:sldMkLst>
        <pc:spChg chg="mod">
          <ac:chgData name="Thomas, Olivia A (US)" userId="237555e1-cdf7-4988-8620-91e34a9dec0b" providerId="ADAL" clId="{87096EDC-4052-4EED-ACAB-EEF76F6DF760}" dt="2024-05-01T15:51:03.287" v="60" actId="20577"/>
          <ac:spMkLst>
            <pc:docMk/>
            <pc:sldMk cId="3008620237" sldId="319"/>
            <ac:spMk id="2" creationId="{5EF71980-EB2F-3CF5-269C-BCCCFB135280}"/>
          </ac:spMkLst>
        </pc:spChg>
      </pc:sldChg>
      <pc:sldChg chg="modSp add mod">
        <pc:chgData name="Thomas, Olivia A (US)" userId="237555e1-cdf7-4988-8620-91e34a9dec0b" providerId="ADAL" clId="{87096EDC-4052-4EED-ACAB-EEF76F6DF760}" dt="2024-05-01T15:56:59.952" v="265" actId="20577"/>
        <pc:sldMkLst>
          <pc:docMk/>
          <pc:sldMk cId="930053981" sldId="321"/>
        </pc:sldMkLst>
        <pc:spChg chg="mod">
          <ac:chgData name="Thomas, Olivia A (US)" userId="237555e1-cdf7-4988-8620-91e34a9dec0b" providerId="ADAL" clId="{87096EDC-4052-4EED-ACAB-EEF76F6DF760}" dt="2024-05-01T15:56:59.952" v="265" actId="20577"/>
          <ac:spMkLst>
            <pc:docMk/>
            <pc:sldMk cId="930053981" sldId="321"/>
            <ac:spMk id="2" creationId="{5EF71980-EB2F-3CF5-269C-BCCCFB135280}"/>
          </ac:spMkLst>
        </pc:spChg>
        <pc:spChg chg="mod">
          <ac:chgData name="Thomas, Olivia A (US)" userId="237555e1-cdf7-4988-8620-91e34a9dec0b" providerId="ADAL" clId="{87096EDC-4052-4EED-ACAB-EEF76F6DF760}" dt="2024-05-01T15:55:42.478" v="111" actId="20577"/>
          <ac:spMkLst>
            <pc:docMk/>
            <pc:sldMk cId="930053981" sldId="321"/>
            <ac:spMk id="3" creationId="{8DA06316-10C3-36C5-3BC5-5C51C87161AD}"/>
          </ac:spMkLst>
        </pc:spChg>
      </pc:sldChg>
    </pc:docChg>
  </pc:docChgLst>
  <pc:docChgLst>
    <pc:chgData name="Merlock, Eli T (US)" userId="45280cb9-199c-4e28-9008-72657ab2a3e2" providerId="ADAL" clId="{BA536C65-70F0-4A96-8492-1864FE65E7B2}"/>
    <pc:docChg chg="modSld">
      <pc:chgData name="Merlock, Eli T (US)" userId="45280cb9-199c-4e28-9008-72657ab2a3e2" providerId="ADAL" clId="{BA536C65-70F0-4A96-8492-1864FE65E7B2}" dt="2025-03-03T20:42:26.879" v="19" actId="20577"/>
      <pc:docMkLst>
        <pc:docMk/>
      </pc:docMkLst>
      <pc:sldChg chg="addSp modSp mod">
        <pc:chgData name="Merlock, Eli T (US)" userId="45280cb9-199c-4e28-9008-72657ab2a3e2" providerId="ADAL" clId="{BA536C65-70F0-4A96-8492-1864FE65E7B2}" dt="2025-03-03T20:42:26.879" v="19" actId="20577"/>
        <pc:sldMkLst>
          <pc:docMk/>
          <pc:sldMk cId="2498576639" sldId="300"/>
        </pc:sldMkLst>
        <pc:spChg chg="add mod">
          <ac:chgData name="Merlock, Eli T (US)" userId="45280cb9-199c-4e28-9008-72657ab2a3e2" providerId="ADAL" clId="{BA536C65-70F0-4A96-8492-1864FE65E7B2}" dt="2025-03-03T20:42:26.879" v="19" actId="20577"/>
          <ac:spMkLst>
            <pc:docMk/>
            <pc:sldMk cId="2498576639" sldId="300"/>
            <ac:spMk id="4" creationId="{8E4B6E19-5DD0-853D-4DCB-CCB5F69C4EA1}"/>
          </ac:spMkLst>
        </pc:spChg>
      </pc:sldChg>
    </pc:docChg>
  </pc:docChgLst>
  <pc:docChgLst>
    <pc:chgData name="Udicious, Miryam (US)" userId="S::e316226@acct05.us.lmco.com::86dedd9f-ca9c-4336-9ba0-0e5c2c3fdca1" providerId="AD" clId="Web-{0A5C55B1-EF0D-8C52-38CE-CB75D35C70C7}"/>
    <pc:docChg chg="modSld">
      <pc:chgData name="Udicious, Miryam (US)" userId="S::e316226@acct05.us.lmco.com::86dedd9f-ca9c-4336-9ba0-0e5c2c3fdca1" providerId="AD" clId="Web-{0A5C55B1-EF0D-8C52-38CE-CB75D35C70C7}" dt="2024-05-28T13:48:50.447" v="80" actId="20577"/>
      <pc:docMkLst>
        <pc:docMk/>
      </pc:docMkLst>
      <pc:sldChg chg="modSp">
        <pc:chgData name="Udicious, Miryam (US)" userId="S::e316226@acct05.us.lmco.com::86dedd9f-ca9c-4336-9ba0-0e5c2c3fdca1" providerId="AD" clId="Web-{0A5C55B1-EF0D-8C52-38CE-CB75D35C70C7}" dt="2024-05-28T13:44:48.271" v="11"/>
        <pc:sldMkLst>
          <pc:docMk/>
          <pc:sldMk cId="625626213" sldId="322"/>
        </pc:sldMkLst>
        <pc:graphicFrameChg chg="mod modGraphic">
          <ac:chgData name="Udicious, Miryam (US)" userId="S::e316226@acct05.us.lmco.com::86dedd9f-ca9c-4336-9ba0-0e5c2c3fdca1" providerId="AD" clId="Web-{0A5C55B1-EF0D-8C52-38CE-CB75D35C70C7}" dt="2024-05-28T13:44:48.271" v="11"/>
          <ac:graphicFrameMkLst>
            <pc:docMk/>
            <pc:sldMk cId="625626213" sldId="322"/>
            <ac:graphicFrameMk id="7" creationId="{36BF4B31-5FE0-71F0-F758-F622FBF19551}"/>
          </ac:graphicFrameMkLst>
        </pc:graphicFrameChg>
      </pc:sldChg>
      <pc:sldChg chg="modSp">
        <pc:chgData name="Udicious, Miryam (US)" userId="S::e316226@acct05.us.lmco.com::86dedd9f-ca9c-4336-9ba0-0e5c2c3fdca1" providerId="AD" clId="Web-{0A5C55B1-EF0D-8C52-38CE-CB75D35C70C7}" dt="2024-05-28T13:48:24.447" v="54" actId="20577"/>
        <pc:sldMkLst>
          <pc:docMk/>
          <pc:sldMk cId="758044126" sldId="324"/>
        </pc:sldMkLst>
        <pc:spChg chg="mod">
          <ac:chgData name="Udicious, Miryam (US)" userId="S::e316226@acct05.us.lmco.com::86dedd9f-ca9c-4336-9ba0-0e5c2c3fdca1" providerId="AD" clId="Web-{0A5C55B1-EF0D-8C52-38CE-CB75D35C70C7}" dt="2024-05-28T13:48:24.447" v="54" actId="20577"/>
          <ac:spMkLst>
            <pc:docMk/>
            <pc:sldMk cId="758044126" sldId="324"/>
            <ac:spMk id="2" creationId="{5EF71980-EB2F-3CF5-269C-BCCCFB135280}"/>
          </ac:spMkLst>
        </pc:spChg>
      </pc:sldChg>
      <pc:sldChg chg="modSp">
        <pc:chgData name="Udicious, Miryam (US)" userId="S::e316226@acct05.us.lmco.com::86dedd9f-ca9c-4336-9ba0-0e5c2c3fdca1" providerId="AD" clId="Web-{0A5C55B1-EF0D-8C52-38CE-CB75D35C70C7}" dt="2024-05-28T13:46:54.039" v="24" actId="20577"/>
        <pc:sldMkLst>
          <pc:docMk/>
          <pc:sldMk cId="2169031145" sldId="325"/>
        </pc:sldMkLst>
        <pc:spChg chg="mod">
          <ac:chgData name="Udicious, Miryam (US)" userId="S::e316226@acct05.us.lmco.com::86dedd9f-ca9c-4336-9ba0-0e5c2c3fdca1" providerId="AD" clId="Web-{0A5C55B1-EF0D-8C52-38CE-CB75D35C70C7}" dt="2024-05-28T13:46:54.039" v="24" actId="20577"/>
          <ac:spMkLst>
            <pc:docMk/>
            <pc:sldMk cId="2169031145" sldId="325"/>
            <ac:spMk id="2" creationId="{5EF71980-EB2F-3CF5-269C-BCCCFB135280}"/>
          </ac:spMkLst>
        </pc:spChg>
      </pc:sldChg>
      <pc:sldChg chg="modSp">
        <pc:chgData name="Udicious, Miryam (US)" userId="S::e316226@acct05.us.lmco.com::86dedd9f-ca9c-4336-9ba0-0e5c2c3fdca1" providerId="AD" clId="Web-{0A5C55B1-EF0D-8C52-38CE-CB75D35C70C7}" dt="2024-05-28T13:48:50.447" v="80" actId="20577"/>
        <pc:sldMkLst>
          <pc:docMk/>
          <pc:sldMk cId="3048531716" sldId="326"/>
        </pc:sldMkLst>
        <pc:spChg chg="mod">
          <ac:chgData name="Udicious, Miryam (US)" userId="S::e316226@acct05.us.lmco.com::86dedd9f-ca9c-4336-9ba0-0e5c2c3fdca1" providerId="AD" clId="Web-{0A5C55B1-EF0D-8C52-38CE-CB75D35C70C7}" dt="2024-05-28T13:48:50.447" v="80" actId="20577"/>
          <ac:spMkLst>
            <pc:docMk/>
            <pc:sldMk cId="3048531716" sldId="326"/>
            <ac:spMk id="2" creationId="{5EF71980-EB2F-3CF5-269C-BCCCFB135280}"/>
          </ac:spMkLst>
        </pc:spChg>
      </pc:sldChg>
    </pc:docChg>
  </pc:docChgLst>
  <pc:docChgLst>
    <pc:chgData name="Thomas, Olivia A (US)" userId="237555e1-cdf7-4988-8620-91e34a9dec0b" providerId="ADAL" clId="{177AD726-652C-4CD9-BDB8-27499742C2F0}"/>
    <pc:docChg chg="undo custSel delSld modSld sldOrd">
      <pc:chgData name="Thomas, Olivia A (US)" userId="237555e1-cdf7-4988-8620-91e34a9dec0b" providerId="ADAL" clId="{177AD726-652C-4CD9-BDB8-27499742C2F0}" dt="2024-05-02T20:58:53.185" v="508" actId="20577"/>
      <pc:docMkLst>
        <pc:docMk/>
      </pc:docMkLst>
      <pc:sldChg chg="del">
        <pc:chgData name="Thomas, Olivia A (US)" userId="237555e1-cdf7-4988-8620-91e34a9dec0b" providerId="ADAL" clId="{177AD726-652C-4CD9-BDB8-27499742C2F0}" dt="2024-05-02T20:40:46.495" v="371" actId="47"/>
        <pc:sldMkLst>
          <pc:docMk/>
          <pc:sldMk cId="1082074433" sldId="258"/>
        </pc:sldMkLst>
      </pc:sldChg>
      <pc:sldChg chg="addSp modSp mod ord">
        <pc:chgData name="Thomas, Olivia A (US)" userId="237555e1-cdf7-4988-8620-91e34a9dec0b" providerId="ADAL" clId="{177AD726-652C-4CD9-BDB8-27499742C2F0}" dt="2024-05-02T20:49:00.947" v="475"/>
        <pc:sldMkLst>
          <pc:docMk/>
          <pc:sldMk cId="2857538869" sldId="259"/>
        </pc:sldMkLst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5" creationId="{297FA2F6-CE91-B96E-22F9-C2F1FEF5DB7F}"/>
          </ac:spMkLst>
        </pc:spChg>
        <pc:spChg chg="add mod">
          <ac:chgData name="Thomas, Olivia A (US)" userId="237555e1-cdf7-4988-8620-91e34a9dec0b" providerId="ADAL" clId="{177AD726-652C-4CD9-BDB8-27499742C2F0}" dt="2024-05-02T20:40:17.683" v="369" actId="1036"/>
          <ac:spMkLst>
            <pc:docMk/>
            <pc:sldMk cId="2857538869" sldId="259"/>
            <ac:spMk id="6" creationId="{34AF45C2-DA92-226B-1E21-1A59312B1F41}"/>
          </ac:spMkLst>
        </pc:spChg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9" creationId="{E39EE321-61BA-E474-155C-54A29D8D908B}"/>
          </ac:spMkLst>
        </pc:spChg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10" creationId="{8DE24197-945B-8635-E768-3EA93AA97DDF}"/>
          </ac:spMkLst>
        </pc:spChg>
        <pc:spChg chg="add mod">
          <ac:chgData name="Thomas, Olivia A (US)" userId="237555e1-cdf7-4988-8620-91e34a9dec0b" providerId="ADAL" clId="{177AD726-652C-4CD9-BDB8-27499742C2F0}" dt="2024-05-02T20:40:17.683" v="369" actId="1036"/>
          <ac:spMkLst>
            <pc:docMk/>
            <pc:sldMk cId="2857538869" sldId="259"/>
            <ac:spMk id="11" creationId="{DFA51E0D-DE67-CC2B-A6BE-64D59E99940D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12" creationId="{9007FA6B-B180-EF3F-E075-3A49AC4D51FF}"/>
          </ac:spMkLst>
        </pc:spChg>
        <pc:spChg chg="add mod">
          <ac:chgData name="Thomas, Olivia A (US)" userId="237555e1-cdf7-4988-8620-91e34a9dec0b" providerId="ADAL" clId="{177AD726-652C-4CD9-BDB8-27499742C2F0}" dt="2024-05-02T20:40:05.985" v="366" actId="1035"/>
          <ac:spMkLst>
            <pc:docMk/>
            <pc:sldMk cId="2857538869" sldId="259"/>
            <ac:spMk id="15" creationId="{2C31A80D-64E0-2882-18E6-0A0F16AF8FC5}"/>
          </ac:spMkLst>
        </pc:spChg>
        <pc:spChg chg="add mod">
          <ac:chgData name="Thomas, Olivia A (US)" userId="237555e1-cdf7-4988-8620-91e34a9dec0b" providerId="ADAL" clId="{177AD726-652C-4CD9-BDB8-27499742C2F0}" dt="2024-05-02T20:40:05.985" v="366" actId="1035"/>
          <ac:spMkLst>
            <pc:docMk/>
            <pc:sldMk cId="2857538869" sldId="259"/>
            <ac:spMk id="17" creationId="{F34485C5-0EBA-753B-0CB2-6B4222D0169B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19" creationId="{D02C8C00-85E5-C82B-7C6D-04ACB581F9D8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32" creationId="{7D9E9299-DFBB-D584-1CDF-399F708303C2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34" creationId="{2DB00D4F-FDED-B6BA-A175-B0773411E627}"/>
          </ac:spMkLst>
        </pc:spChg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38" creationId="{F0B13227-D505-4452-A43B-011085FD3323}"/>
          </ac:spMkLst>
        </pc:spChg>
        <pc:spChg chg="mod">
          <ac:chgData name="Thomas, Olivia A (US)" userId="237555e1-cdf7-4988-8620-91e34a9dec0b" providerId="ADAL" clId="{177AD726-652C-4CD9-BDB8-27499742C2F0}" dt="2024-05-02T20:38:36.639" v="156" actId="1035"/>
          <ac:spMkLst>
            <pc:docMk/>
            <pc:sldMk cId="2857538869" sldId="259"/>
            <ac:spMk id="42" creationId="{504C4723-8D85-096F-2524-064F56664A5A}"/>
          </ac:spMkLst>
        </pc:spChg>
        <pc:spChg chg="mod">
          <ac:chgData name="Thomas, Olivia A (US)" userId="237555e1-cdf7-4988-8620-91e34a9dec0b" providerId="ADAL" clId="{177AD726-652C-4CD9-BDB8-27499742C2F0}" dt="2024-05-02T20:38:36.639" v="156" actId="1035"/>
          <ac:spMkLst>
            <pc:docMk/>
            <pc:sldMk cId="2857538869" sldId="259"/>
            <ac:spMk id="43" creationId="{99C8C01C-5F52-D382-88C6-712EE4F766F2}"/>
          </ac:spMkLst>
        </pc:spChg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67" creationId="{CC9043B3-6300-9C0E-17F8-0B1BC4CD4050}"/>
          </ac:spMkLst>
        </pc:spChg>
        <pc:spChg chg="mod">
          <ac:chgData name="Thomas, Olivia A (US)" userId="237555e1-cdf7-4988-8620-91e34a9dec0b" providerId="ADAL" clId="{177AD726-652C-4CD9-BDB8-27499742C2F0}" dt="2024-05-02T20:39:44.261" v="283" actId="1037"/>
          <ac:spMkLst>
            <pc:docMk/>
            <pc:sldMk cId="2857538869" sldId="259"/>
            <ac:spMk id="69" creationId="{3377D79B-EB57-8F2B-1C34-F930C628C149}"/>
          </ac:spMkLst>
        </pc:spChg>
        <pc:spChg chg="mod">
          <ac:chgData name="Thomas, Olivia A (US)" userId="237555e1-cdf7-4988-8620-91e34a9dec0b" providerId="ADAL" clId="{177AD726-652C-4CD9-BDB8-27499742C2F0}" dt="2024-05-02T20:40:28.220" v="370" actId="207"/>
          <ac:spMkLst>
            <pc:docMk/>
            <pc:sldMk cId="2857538869" sldId="259"/>
            <ac:spMk id="70" creationId="{DCA7026A-4BB1-570D-4541-BFB197E30AAA}"/>
          </ac:spMkLst>
        </pc:spChg>
        <pc:spChg chg="mod">
          <ac:chgData name="Thomas, Olivia A (US)" userId="237555e1-cdf7-4988-8620-91e34a9dec0b" providerId="ADAL" clId="{177AD726-652C-4CD9-BDB8-27499742C2F0}" dt="2024-05-02T20:39:49.489" v="296" actId="1038"/>
          <ac:spMkLst>
            <pc:docMk/>
            <pc:sldMk cId="2857538869" sldId="259"/>
            <ac:spMk id="77" creationId="{2082242A-6FC7-6E73-CEE2-E97EFC20D22C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204" creationId="{389D7DF5-227F-4759-9E5C-FFB5F95A5683}"/>
          </ac:spMkLst>
        </pc:spChg>
        <pc:spChg chg="mod">
          <ac:chgData name="Thomas, Olivia A (US)" userId="237555e1-cdf7-4988-8620-91e34a9dec0b" providerId="ADAL" clId="{177AD726-652C-4CD9-BDB8-27499742C2F0}" dt="2024-05-02T20:30:53.327" v="102" actId="1038"/>
          <ac:spMkLst>
            <pc:docMk/>
            <pc:sldMk cId="2857538869" sldId="259"/>
            <ac:spMk id="240" creationId="{EB42AF00-10BA-4F5E-B694-0F8A7310B92C}"/>
          </ac:spMkLst>
        </pc:spChg>
        <pc:spChg chg="mod">
          <ac:chgData name="Thomas, Olivia A (US)" userId="237555e1-cdf7-4988-8620-91e34a9dec0b" providerId="ADAL" clId="{177AD726-652C-4CD9-BDB8-27499742C2F0}" dt="2024-05-02T20:30:03.151" v="57" actId="1038"/>
          <ac:spMkLst>
            <pc:docMk/>
            <pc:sldMk cId="2857538869" sldId="259"/>
            <ac:spMk id="269" creationId="{9BDDA809-BFF7-491E-AC20-05440064EF18}"/>
          </ac:spMkLst>
        </pc:spChg>
        <pc:spChg chg="mod">
          <ac:chgData name="Thomas, Olivia A (US)" userId="237555e1-cdf7-4988-8620-91e34a9dec0b" providerId="ADAL" clId="{177AD726-652C-4CD9-BDB8-27499742C2F0}" dt="2024-05-02T20:29:56.053" v="36" actId="1037"/>
          <ac:spMkLst>
            <pc:docMk/>
            <pc:sldMk cId="2857538869" sldId="259"/>
            <ac:spMk id="316" creationId="{E70B3814-60C8-4194-B992-7B67A3402F6E}"/>
          </ac:spMkLst>
        </pc:spChg>
        <pc:spChg chg="mod">
          <ac:chgData name="Thomas, Olivia A (US)" userId="237555e1-cdf7-4988-8620-91e34a9dec0b" providerId="ADAL" clId="{177AD726-652C-4CD9-BDB8-27499742C2F0}" dt="2024-05-02T20:31:06.277" v="132" actId="1038"/>
          <ac:spMkLst>
            <pc:docMk/>
            <pc:sldMk cId="2857538869" sldId="259"/>
            <ac:spMk id="338" creationId="{40096F95-B6BF-4E5E-90FC-666CB56C8B9D}"/>
          </ac:spMkLst>
        </pc:spChg>
        <pc:cxnChg chg="mod">
          <ac:chgData name="Thomas, Olivia A (US)" userId="237555e1-cdf7-4988-8620-91e34a9dec0b" providerId="ADAL" clId="{177AD726-652C-4CD9-BDB8-27499742C2F0}" dt="2024-05-02T20:39:49.489" v="296" actId="1038"/>
          <ac:cxnSpMkLst>
            <pc:docMk/>
            <pc:sldMk cId="2857538869" sldId="259"/>
            <ac:cxnSpMk id="76" creationId="{9C516919-0674-A0F4-5C9A-2A37B299E747}"/>
          </ac:cxnSpMkLst>
        </pc:cxnChg>
        <pc:cxnChg chg="mod">
          <ac:chgData name="Thomas, Olivia A (US)" userId="237555e1-cdf7-4988-8620-91e34a9dec0b" providerId="ADAL" clId="{177AD726-652C-4CD9-BDB8-27499742C2F0}" dt="2024-05-02T20:30:53.327" v="102" actId="1038"/>
          <ac:cxnSpMkLst>
            <pc:docMk/>
            <pc:sldMk cId="2857538869" sldId="259"/>
            <ac:cxnSpMk id="94" creationId="{05D0A578-5181-B709-2CFA-DE6D5D6BD5E6}"/>
          </ac:cxnSpMkLst>
        </pc:cxnChg>
        <pc:cxnChg chg="mod">
          <ac:chgData name="Thomas, Olivia A (US)" userId="237555e1-cdf7-4988-8620-91e34a9dec0b" providerId="ADAL" clId="{177AD726-652C-4CD9-BDB8-27499742C2F0}" dt="2024-05-02T20:29:56.053" v="36" actId="1037"/>
          <ac:cxnSpMkLst>
            <pc:docMk/>
            <pc:sldMk cId="2857538869" sldId="259"/>
            <ac:cxnSpMk id="283" creationId="{0357FC61-D502-46D3-BE04-A3EDFFC6E70A}"/>
          </ac:cxnSpMkLst>
        </pc:cxnChg>
      </pc:sldChg>
      <pc:sldChg chg="modSp">
        <pc:chgData name="Thomas, Olivia A (US)" userId="237555e1-cdf7-4988-8620-91e34a9dec0b" providerId="ADAL" clId="{177AD726-652C-4CD9-BDB8-27499742C2F0}" dt="2024-05-02T20:56:11.883" v="488" actId="20577"/>
        <pc:sldMkLst>
          <pc:docMk/>
          <pc:sldMk cId="3670342032" sldId="306"/>
        </pc:sldMkLst>
        <pc:graphicFrameChg chg="mod">
          <ac:chgData name="Thomas, Olivia A (US)" userId="237555e1-cdf7-4988-8620-91e34a9dec0b" providerId="ADAL" clId="{177AD726-652C-4CD9-BDB8-27499742C2F0}" dt="2024-05-02T20:56:11.883" v="488" actId="20577"/>
          <ac:graphicFrameMkLst>
            <pc:docMk/>
            <pc:sldMk cId="3670342032" sldId="306"/>
            <ac:graphicFrameMk id="4" creationId="{E67FE3E3-9FE5-C121-3A49-27F8952DA131}"/>
          </ac:graphicFrameMkLst>
        </pc:graphicFrameChg>
      </pc:sldChg>
      <pc:sldChg chg="del">
        <pc:chgData name="Thomas, Olivia A (US)" userId="237555e1-cdf7-4988-8620-91e34a9dec0b" providerId="ADAL" clId="{177AD726-652C-4CD9-BDB8-27499742C2F0}" dt="2024-05-02T20:33:22.151" v="133" actId="47"/>
        <pc:sldMkLst>
          <pc:docMk/>
          <pc:sldMk cId="1154011544" sldId="311"/>
        </pc:sldMkLst>
      </pc:sldChg>
      <pc:sldChg chg="modSp mod">
        <pc:chgData name="Thomas, Olivia A (US)" userId="237555e1-cdf7-4988-8620-91e34a9dec0b" providerId="ADAL" clId="{177AD726-652C-4CD9-BDB8-27499742C2F0}" dt="2024-05-02T20:51:37.726" v="482" actId="20577"/>
        <pc:sldMkLst>
          <pc:docMk/>
          <pc:sldMk cId="3409235744" sldId="318"/>
        </pc:sldMkLst>
        <pc:spChg chg="mod">
          <ac:chgData name="Thomas, Olivia A (US)" userId="237555e1-cdf7-4988-8620-91e34a9dec0b" providerId="ADAL" clId="{177AD726-652C-4CD9-BDB8-27499742C2F0}" dt="2024-05-02T20:43:55.726" v="465" actId="20577"/>
          <ac:spMkLst>
            <pc:docMk/>
            <pc:sldMk cId="3409235744" sldId="318"/>
            <ac:spMk id="3" creationId="{3F596C06-E0D3-5025-3A48-15DE494C1DFA}"/>
          </ac:spMkLst>
        </pc:spChg>
        <pc:spChg chg="mod">
          <ac:chgData name="Thomas, Olivia A (US)" userId="237555e1-cdf7-4988-8620-91e34a9dec0b" providerId="ADAL" clId="{177AD726-652C-4CD9-BDB8-27499742C2F0}" dt="2024-05-02T20:51:37.726" v="482" actId="20577"/>
          <ac:spMkLst>
            <pc:docMk/>
            <pc:sldMk cId="3409235744" sldId="318"/>
            <ac:spMk id="4" creationId="{8F826745-303B-70E2-B156-49F1471FD78B}"/>
          </ac:spMkLst>
        </pc:spChg>
      </pc:sldChg>
      <pc:sldChg chg="modSp mod">
        <pc:chgData name="Thomas, Olivia A (US)" userId="237555e1-cdf7-4988-8620-91e34a9dec0b" providerId="ADAL" clId="{177AD726-652C-4CD9-BDB8-27499742C2F0}" dt="2024-05-02T20:58:53.185" v="508" actId="20577"/>
        <pc:sldMkLst>
          <pc:docMk/>
          <pc:sldMk cId="3008620237" sldId="319"/>
        </pc:sldMkLst>
        <pc:spChg chg="mod">
          <ac:chgData name="Thomas, Olivia A (US)" userId="237555e1-cdf7-4988-8620-91e34a9dec0b" providerId="ADAL" clId="{177AD726-652C-4CD9-BDB8-27499742C2F0}" dt="2024-05-02T20:58:53.185" v="508" actId="20577"/>
          <ac:spMkLst>
            <pc:docMk/>
            <pc:sldMk cId="3008620237" sldId="319"/>
            <ac:spMk id="2" creationId="{5EF71980-EB2F-3CF5-269C-BCCCFB135280}"/>
          </ac:spMkLst>
        </pc:spChg>
      </pc:sldChg>
      <pc:sldChg chg="delSp del mod">
        <pc:chgData name="Thomas, Olivia A (US)" userId="237555e1-cdf7-4988-8620-91e34a9dec0b" providerId="ADAL" clId="{177AD726-652C-4CD9-BDB8-27499742C2F0}" dt="2024-05-02T20:41:09.414" v="374" actId="47"/>
        <pc:sldMkLst>
          <pc:docMk/>
          <pc:sldMk cId="4113119152" sldId="320"/>
        </pc:sldMkLst>
        <pc:spChg chg="del">
          <ac:chgData name="Thomas, Olivia A (US)" userId="237555e1-cdf7-4988-8620-91e34a9dec0b" providerId="ADAL" clId="{177AD726-652C-4CD9-BDB8-27499742C2F0}" dt="2024-05-02T20:40:49.291" v="372" actId="478"/>
          <ac:spMkLst>
            <pc:docMk/>
            <pc:sldMk cId="4113119152" sldId="320"/>
            <ac:spMk id="2" creationId="{277EE9B6-5B9B-3114-2587-7EBBFCFF18CB}"/>
          </ac:spMkLst>
        </pc:spChg>
      </pc:sldChg>
      <pc:sldChg chg="addSp delSp modSp mod">
        <pc:chgData name="Thomas, Olivia A (US)" userId="237555e1-cdf7-4988-8620-91e34a9dec0b" providerId="ADAL" clId="{177AD726-652C-4CD9-BDB8-27499742C2F0}" dt="2024-05-02T20:45:06.055" v="471" actId="14100"/>
        <pc:sldMkLst>
          <pc:docMk/>
          <pc:sldMk cId="930053981" sldId="321"/>
        </pc:sldMkLst>
        <pc:spChg chg="mod">
          <ac:chgData name="Thomas, Olivia A (US)" userId="237555e1-cdf7-4988-8620-91e34a9dec0b" providerId="ADAL" clId="{177AD726-652C-4CD9-BDB8-27499742C2F0}" dt="2024-05-02T20:44:54.824" v="468" actId="14100"/>
          <ac:spMkLst>
            <pc:docMk/>
            <pc:sldMk cId="930053981" sldId="321"/>
            <ac:spMk id="2" creationId="{5EF71980-EB2F-3CF5-269C-BCCCFB135280}"/>
          </ac:spMkLst>
        </pc:spChg>
        <pc:spChg chg="add mod">
          <ac:chgData name="Thomas, Olivia A (US)" userId="237555e1-cdf7-4988-8620-91e34a9dec0b" providerId="ADAL" clId="{177AD726-652C-4CD9-BDB8-27499742C2F0}" dt="2024-05-02T20:41:50.824" v="437" actId="207"/>
          <ac:spMkLst>
            <pc:docMk/>
            <pc:sldMk cId="930053981" sldId="321"/>
            <ac:spMk id="4" creationId="{56E4DAAE-E290-616D-7DAD-62647BF9D7B5}"/>
          </ac:spMkLst>
        </pc:spChg>
        <pc:spChg chg="add del">
          <ac:chgData name="Thomas, Olivia A (US)" userId="237555e1-cdf7-4988-8620-91e34a9dec0b" providerId="ADAL" clId="{177AD726-652C-4CD9-BDB8-27499742C2F0}" dt="2024-05-02T20:42:07.325" v="439" actId="11529"/>
          <ac:spMkLst>
            <pc:docMk/>
            <pc:sldMk cId="930053981" sldId="321"/>
            <ac:spMk id="5" creationId="{963989B5-9264-27D4-48F9-22B7963DF9FF}"/>
          </ac:spMkLst>
        </pc:spChg>
        <pc:picChg chg="add mod">
          <ac:chgData name="Thomas, Olivia A (US)" userId="237555e1-cdf7-4988-8620-91e34a9dec0b" providerId="ADAL" clId="{177AD726-652C-4CD9-BDB8-27499742C2F0}" dt="2024-05-02T20:45:06.055" v="471" actId="14100"/>
          <ac:picMkLst>
            <pc:docMk/>
            <pc:sldMk cId="930053981" sldId="321"/>
            <ac:picMk id="1026" creationId="{3364D41A-BD2C-9DFF-D300-A36B1EF7BD83}"/>
          </ac:picMkLst>
        </pc:picChg>
      </pc:sldChg>
      <pc:sldMasterChg chg="delSldLayout">
        <pc:chgData name="Thomas, Olivia A (US)" userId="237555e1-cdf7-4988-8620-91e34a9dec0b" providerId="ADAL" clId="{177AD726-652C-4CD9-BDB8-27499742C2F0}" dt="2024-05-02T20:41:09.414" v="374" actId="47"/>
        <pc:sldMasterMkLst>
          <pc:docMk/>
          <pc:sldMasterMk cId="2460954070" sldId="2147483660"/>
        </pc:sldMasterMkLst>
        <pc:sldLayoutChg chg="del">
          <pc:chgData name="Thomas, Olivia A (US)" userId="237555e1-cdf7-4988-8620-91e34a9dec0b" providerId="ADAL" clId="{177AD726-652C-4CD9-BDB8-27499742C2F0}" dt="2024-05-02T20:41:09.414" v="374" actId="47"/>
          <pc:sldLayoutMkLst>
            <pc:docMk/>
            <pc:sldMasterMk cId="2460954070" sldId="2147483660"/>
            <pc:sldLayoutMk cId="3902532411" sldId="2147483697"/>
          </pc:sldLayoutMkLst>
        </pc:sldLayoutChg>
      </pc:sldMasterChg>
    </pc:docChg>
  </pc:docChgLst>
  <pc:docChgLst>
    <pc:chgData name="Merlock, Eli T (US)" userId="45280cb9-199c-4e28-9008-72657ab2a3e2" providerId="ADAL" clId="{BC51D7F6-4996-46F5-855B-0E7AD5D094D9}"/>
    <pc:docChg chg="modSld">
      <pc:chgData name="Merlock, Eli T (US)" userId="45280cb9-199c-4e28-9008-72657ab2a3e2" providerId="ADAL" clId="{BC51D7F6-4996-46F5-855B-0E7AD5D094D9}" dt="2025-01-08T16:58:21.994" v="15"/>
      <pc:docMkLst>
        <pc:docMk/>
      </pc:docMkLst>
      <pc:sldChg chg="addSp modSp mod">
        <pc:chgData name="Merlock, Eli T (US)" userId="45280cb9-199c-4e28-9008-72657ab2a3e2" providerId="ADAL" clId="{BC51D7F6-4996-46F5-855B-0E7AD5D094D9}" dt="2025-01-08T16:58:16.838" v="14" actId="1076"/>
        <pc:sldMkLst>
          <pc:docMk/>
          <pc:sldMk cId="625626213" sldId="322"/>
        </pc:sldMkLst>
        <pc:spChg chg="add mod">
          <ac:chgData name="Merlock, Eli T (US)" userId="45280cb9-199c-4e28-9008-72657ab2a3e2" providerId="ADAL" clId="{BC51D7F6-4996-46F5-855B-0E7AD5D094D9}" dt="2025-01-08T16:58:16.838" v="14" actId="1076"/>
          <ac:spMkLst>
            <pc:docMk/>
            <pc:sldMk cId="625626213" sldId="322"/>
            <ac:spMk id="2" creationId="{49124BB5-5AC1-BD72-FF1C-83D8909AF6BB}"/>
          </ac:spMkLst>
        </pc:spChg>
      </pc:sldChg>
      <pc:sldChg chg="addSp modSp">
        <pc:chgData name="Merlock, Eli T (US)" userId="45280cb9-199c-4e28-9008-72657ab2a3e2" providerId="ADAL" clId="{BC51D7F6-4996-46F5-855B-0E7AD5D094D9}" dt="2025-01-08T16:58:21.994" v="15"/>
        <pc:sldMkLst>
          <pc:docMk/>
          <pc:sldMk cId="549488020" sldId="323"/>
        </pc:sldMkLst>
        <pc:spChg chg="add mod">
          <ac:chgData name="Merlock, Eli T (US)" userId="45280cb9-199c-4e28-9008-72657ab2a3e2" providerId="ADAL" clId="{BC51D7F6-4996-46F5-855B-0E7AD5D094D9}" dt="2025-01-08T16:58:21.994" v="15"/>
          <ac:spMkLst>
            <pc:docMk/>
            <pc:sldMk cId="549488020" sldId="323"/>
            <ac:spMk id="2" creationId="{4F8BBF34-6A45-58E5-E385-6EB1833A3CBC}"/>
          </ac:spMkLst>
        </pc:spChg>
      </pc:sldChg>
    </pc:docChg>
  </pc:docChgLst>
  <pc:docChgLst>
    <pc:chgData name="Thomas, Olivia A (US)" userId="237555e1-cdf7-4988-8620-91e34a9dec0b" providerId="ADAL" clId="{560FADB0-47AE-4E22-B2F0-E62D5BB5C17F}"/>
    <pc:docChg chg="modSld">
      <pc:chgData name="Thomas, Olivia A (US)" userId="237555e1-cdf7-4988-8620-91e34a9dec0b" providerId="ADAL" clId="{560FADB0-47AE-4E22-B2F0-E62D5BB5C17F}" dt="2024-03-14T20:50:02.918" v="54" actId="403"/>
      <pc:docMkLst>
        <pc:docMk/>
      </pc:docMkLst>
      <pc:sldChg chg="modSp mod">
        <pc:chgData name="Thomas, Olivia A (US)" userId="237555e1-cdf7-4988-8620-91e34a9dec0b" providerId="ADAL" clId="{560FADB0-47AE-4E22-B2F0-E62D5BB5C17F}" dt="2024-03-14T20:50:02.918" v="54" actId="403"/>
        <pc:sldMkLst>
          <pc:docMk/>
          <pc:sldMk cId="2857538869" sldId="259"/>
        </pc:sldMkLst>
        <pc:spChg chg="mod">
          <ac:chgData name="Thomas, Olivia A (US)" userId="237555e1-cdf7-4988-8620-91e34a9dec0b" providerId="ADAL" clId="{560FADB0-47AE-4E22-B2F0-E62D5BB5C17F}" dt="2024-03-14T20:45:17.222" v="6" actId="20577"/>
          <ac:spMkLst>
            <pc:docMk/>
            <pc:sldMk cId="2857538869" sldId="259"/>
            <ac:spMk id="16" creationId="{4A5E25C4-CC05-4D1F-8836-B75BA0BA6A76}"/>
          </ac:spMkLst>
        </pc:spChg>
        <pc:spChg chg="mod">
          <ac:chgData name="Thomas, Olivia A (US)" userId="237555e1-cdf7-4988-8620-91e34a9dec0b" providerId="ADAL" clId="{560FADB0-47AE-4E22-B2F0-E62D5BB5C17F}" dt="2024-03-14T20:50:02.918" v="54" actId="403"/>
          <ac:spMkLst>
            <pc:docMk/>
            <pc:sldMk cId="2857538869" sldId="259"/>
            <ac:spMk id="52" creationId="{E18D3096-19FF-4201-A80D-5A9BC9906228}"/>
          </ac:spMkLst>
        </pc:spChg>
        <pc:spChg chg="mod">
          <ac:chgData name="Thomas, Olivia A (US)" userId="237555e1-cdf7-4988-8620-91e34a9dec0b" providerId="ADAL" clId="{560FADB0-47AE-4E22-B2F0-E62D5BB5C17F}" dt="2024-03-14T20:45:24.496" v="11" actId="20577"/>
          <ac:spMkLst>
            <pc:docMk/>
            <pc:sldMk cId="2857538869" sldId="259"/>
            <ac:spMk id="53" creationId="{01F8EE27-0E74-4106-A51F-D7A9393A7C32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65" creationId="{F543D8E4-16B0-D772-8A3C-6AB79800D547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66" creationId="{6CF25EFE-D32E-030A-CEA3-58633BC24F4D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67" creationId="{CC9043B3-6300-9C0E-17F8-0B1BC4CD4050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68" creationId="{C2E9451F-BD45-5B24-8D7F-6195AF8FFB98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69" creationId="{3377D79B-EB57-8F2B-1C34-F930C628C149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70" creationId="{DCA7026A-4BB1-570D-4541-BFB197E30AAA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82" creationId="{F72ACEBB-25D8-221F-4FA3-918AB08A097C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83" creationId="{643E7932-08FD-58E0-D452-2F59C4DF227D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84" creationId="{A37C8DBA-BE7B-D165-3A7C-3CB077CED175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88" creationId="{FC71DDD2-BB9C-45BD-B8E8-D6340EEB3647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118" creationId="{5E51059D-1782-44F0-89EB-B790FAF6ECB5}"/>
          </ac:spMkLst>
        </pc:spChg>
        <pc:spChg chg="mod">
          <ac:chgData name="Thomas, Olivia A (US)" userId="237555e1-cdf7-4988-8620-91e34a9dec0b" providerId="ADAL" clId="{560FADB0-47AE-4E22-B2F0-E62D5BB5C17F}" dt="2024-03-14T20:49:52.316" v="50" actId="20577"/>
          <ac:spMkLst>
            <pc:docMk/>
            <pc:sldMk cId="2857538869" sldId="259"/>
            <ac:spMk id="178" creationId="{147023EF-E78C-4E54-AE42-598CCEE19F7D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204" creationId="{389D7DF5-227F-4759-9E5C-FFB5F95A5683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240" creationId="{EB42AF00-10BA-4F5E-B694-0F8A7310B92C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244" creationId="{0C5CABB8-401E-47F5-A7A1-3289926E0190}"/>
          </ac:spMkLst>
        </pc:spChg>
        <pc:spChg chg="mod">
          <ac:chgData name="Thomas, Olivia A (US)" userId="237555e1-cdf7-4988-8620-91e34a9dec0b" providerId="ADAL" clId="{560FADB0-47AE-4E22-B2F0-E62D5BB5C17F}" dt="2024-03-14T20:48:19.687" v="41" actId="1036"/>
          <ac:spMkLst>
            <pc:docMk/>
            <pc:sldMk cId="2857538869" sldId="259"/>
            <ac:spMk id="245" creationId="{F806F143-60BE-45A9-9439-44406F24DB00}"/>
          </ac:spMkLst>
        </pc:spChg>
      </pc:sldChg>
      <pc:sldChg chg="modSp mod">
        <pc:chgData name="Thomas, Olivia A (US)" userId="237555e1-cdf7-4988-8620-91e34a9dec0b" providerId="ADAL" clId="{560FADB0-47AE-4E22-B2F0-E62D5BB5C17F}" dt="2024-03-14T20:48:29.550" v="48" actId="20577"/>
        <pc:sldMkLst>
          <pc:docMk/>
          <pc:sldMk cId="3670342032" sldId="306"/>
        </pc:sldMkLst>
        <pc:spChg chg="mod">
          <ac:chgData name="Thomas, Olivia A (US)" userId="237555e1-cdf7-4988-8620-91e34a9dec0b" providerId="ADAL" clId="{560FADB0-47AE-4E22-B2F0-E62D5BB5C17F}" dt="2024-03-14T20:48:29.550" v="48" actId="20577"/>
          <ac:spMkLst>
            <pc:docMk/>
            <pc:sldMk cId="3670342032" sldId="306"/>
            <ac:spMk id="2" creationId="{5EF71980-EB2F-3CF5-269C-BCCCFB135280}"/>
          </ac:spMkLst>
        </pc:spChg>
      </pc:sldChg>
    </pc:docChg>
  </pc:docChgLst>
  <pc:docChgLst>
    <pc:chgData name="Zazzaro, Patrick D (US)" userId="0012091e-9439-4db0-938f-e6e08d413cc4" providerId="ADAL" clId="{F611DB7F-6CAC-4826-904B-CFB3DC94AD66}"/>
    <pc:docChg chg="undo custSel modSld">
      <pc:chgData name="Zazzaro, Patrick D (US)" userId="0012091e-9439-4db0-938f-e6e08d413cc4" providerId="ADAL" clId="{F611DB7F-6CAC-4826-904B-CFB3DC94AD66}" dt="2025-01-23T20:50:46.127" v="20" actId="20577"/>
      <pc:docMkLst>
        <pc:docMk/>
      </pc:docMkLst>
      <pc:sldChg chg="modSp mod">
        <pc:chgData name="Zazzaro, Patrick D (US)" userId="0012091e-9439-4db0-938f-e6e08d413cc4" providerId="ADAL" clId="{F611DB7F-6CAC-4826-904B-CFB3DC94AD66}" dt="2025-01-23T20:50:46.127" v="20" actId="20577"/>
        <pc:sldMkLst>
          <pc:docMk/>
          <pc:sldMk cId="2498576639" sldId="300"/>
        </pc:sldMkLst>
        <pc:spChg chg="mod">
          <ac:chgData name="Zazzaro, Patrick D (US)" userId="0012091e-9439-4db0-938f-e6e08d413cc4" providerId="ADAL" clId="{F611DB7F-6CAC-4826-904B-CFB3DC94AD66}" dt="2025-01-23T20:46:47.604" v="1" actId="20577"/>
          <ac:spMkLst>
            <pc:docMk/>
            <pc:sldMk cId="2498576639" sldId="300"/>
            <ac:spMk id="5" creationId="{F71E5F27-D4C1-FB49-DCE7-41ECA1462048}"/>
          </ac:spMkLst>
        </pc:spChg>
        <pc:spChg chg="mod">
          <ac:chgData name="Zazzaro, Patrick D (US)" userId="0012091e-9439-4db0-938f-e6e08d413cc4" providerId="ADAL" clId="{F611DB7F-6CAC-4826-904B-CFB3DC94AD66}" dt="2025-01-23T20:50:46.127" v="20" actId="20577"/>
          <ac:spMkLst>
            <pc:docMk/>
            <pc:sldMk cId="2498576639" sldId="300"/>
            <ac:spMk id="6" creationId="{63451BA3-578E-9E1C-2CDE-18317B799DB4}"/>
          </ac:spMkLst>
        </pc:spChg>
      </pc:sldChg>
      <pc:sldChg chg="modSp mod">
        <pc:chgData name="Zazzaro, Patrick D (US)" userId="0012091e-9439-4db0-938f-e6e08d413cc4" providerId="ADAL" clId="{F611DB7F-6CAC-4826-904B-CFB3DC94AD66}" dt="2025-01-23T20:47:16.902" v="11" actId="113"/>
        <pc:sldMkLst>
          <pc:docMk/>
          <pc:sldMk cId="625626213" sldId="322"/>
        </pc:sldMkLst>
        <pc:spChg chg="mod">
          <ac:chgData name="Zazzaro, Patrick D (US)" userId="0012091e-9439-4db0-938f-e6e08d413cc4" providerId="ADAL" clId="{F611DB7F-6CAC-4826-904B-CFB3DC94AD66}" dt="2025-01-23T20:47:16.902" v="11" actId="113"/>
          <ac:spMkLst>
            <pc:docMk/>
            <pc:sldMk cId="625626213" sldId="322"/>
            <ac:spMk id="8" creationId="{C5E234FE-ED5F-A6FD-4B72-9529F2357BDD}"/>
          </ac:spMkLst>
        </pc:spChg>
        <pc:graphicFrameChg chg="mod">
          <ac:chgData name="Zazzaro, Patrick D (US)" userId="0012091e-9439-4db0-938f-e6e08d413cc4" providerId="ADAL" clId="{F611DB7F-6CAC-4826-904B-CFB3DC94AD66}" dt="2025-01-23T20:47:08.440" v="7"/>
          <ac:graphicFrameMkLst>
            <pc:docMk/>
            <pc:sldMk cId="625626213" sldId="322"/>
            <ac:graphicFrameMk id="7" creationId="{36BF4B31-5FE0-71F0-F758-F622FBF19551}"/>
          </ac:graphicFrameMkLst>
        </pc:graphicFrameChg>
      </pc:sldChg>
    </pc:docChg>
  </pc:docChgLst>
  <pc:docChgLst>
    <pc:chgData name="Tleon, Andrew R (US)" userId="cac2191e-db1b-4487-8b03-e72108c2fc7b" providerId="ADAL" clId="{7F9F03E5-697A-4667-855E-FD540DF37530}"/>
    <pc:docChg chg="undo redo custSel addSld delSld modSld">
      <pc:chgData name="Tleon, Andrew R (US)" userId="cac2191e-db1b-4487-8b03-e72108c2fc7b" providerId="ADAL" clId="{7F9F03E5-697A-4667-855E-FD540DF37530}" dt="2024-05-23T17:01:39.947" v="3038" actId="20577"/>
      <pc:docMkLst>
        <pc:docMk/>
      </pc:docMkLst>
      <pc:sldChg chg="modSp mod">
        <pc:chgData name="Tleon, Andrew R (US)" userId="cac2191e-db1b-4487-8b03-e72108c2fc7b" providerId="ADAL" clId="{7F9F03E5-697A-4667-855E-FD540DF37530}" dt="2024-05-23T16:22:12.880" v="486" actId="20577"/>
        <pc:sldMkLst>
          <pc:docMk/>
          <pc:sldMk cId="2498576639" sldId="300"/>
        </pc:sldMkLst>
        <pc:spChg chg="mod">
          <ac:chgData name="Tleon, Andrew R (US)" userId="cac2191e-db1b-4487-8b03-e72108c2fc7b" providerId="ADAL" clId="{7F9F03E5-697A-4667-855E-FD540DF37530}" dt="2024-05-23T16:15:29.823" v="38" actId="20577"/>
          <ac:spMkLst>
            <pc:docMk/>
            <pc:sldMk cId="2498576639" sldId="300"/>
            <ac:spMk id="3" creationId="{5705AA8C-565A-A851-C5E9-A81881E14B51}"/>
          </ac:spMkLst>
        </pc:spChg>
        <pc:spChg chg="mod">
          <ac:chgData name="Tleon, Andrew R (US)" userId="cac2191e-db1b-4487-8b03-e72108c2fc7b" providerId="ADAL" clId="{7F9F03E5-697A-4667-855E-FD540DF37530}" dt="2024-05-23T16:16:01.359" v="80" actId="207"/>
          <ac:spMkLst>
            <pc:docMk/>
            <pc:sldMk cId="2498576639" sldId="300"/>
            <ac:spMk id="5" creationId="{F71E5F27-D4C1-FB49-DCE7-41ECA1462048}"/>
          </ac:spMkLst>
        </pc:spChg>
        <pc:spChg chg="mod">
          <ac:chgData name="Tleon, Andrew R (US)" userId="cac2191e-db1b-4487-8b03-e72108c2fc7b" providerId="ADAL" clId="{7F9F03E5-697A-4667-855E-FD540DF37530}" dt="2024-05-23T16:22:12.880" v="486" actId="20577"/>
          <ac:spMkLst>
            <pc:docMk/>
            <pc:sldMk cId="2498576639" sldId="300"/>
            <ac:spMk id="6" creationId="{63451BA3-578E-9E1C-2CDE-18317B799DB4}"/>
          </ac:spMkLst>
        </pc:spChg>
      </pc:sldChg>
      <pc:sldChg chg="del">
        <pc:chgData name="Tleon, Andrew R (US)" userId="cac2191e-db1b-4487-8b03-e72108c2fc7b" providerId="ADAL" clId="{7F9F03E5-697A-4667-855E-FD540DF37530}" dt="2024-05-23T16:25:36.033" v="691" actId="47"/>
        <pc:sldMkLst>
          <pc:docMk/>
          <pc:sldMk cId="3670342032" sldId="306"/>
        </pc:sldMkLst>
      </pc:sldChg>
      <pc:sldChg chg="del">
        <pc:chgData name="Tleon, Andrew R (US)" userId="cac2191e-db1b-4487-8b03-e72108c2fc7b" providerId="ADAL" clId="{7F9F03E5-697A-4667-855E-FD540DF37530}" dt="2024-05-23T16:25:36.865" v="692" actId="47"/>
        <pc:sldMkLst>
          <pc:docMk/>
          <pc:sldMk cId="1101043062" sldId="307"/>
        </pc:sldMkLst>
      </pc:sldChg>
      <pc:sldChg chg="del">
        <pc:chgData name="Tleon, Andrew R (US)" userId="cac2191e-db1b-4487-8b03-e72108c2fc7b" providerId="ADAL" clId="{7F9F03E5-697A-4667-855E-FD540DF37530}" dt="2024-05-23T16:25:35.162" v="690" actId="47"/>
        <pc:sldMkLst>
          <pc:docMk/>
          <pc:sldMk cId="3409235744" sldId="318"/>
        </pc:sldMkLst>
      </pc:sldChg>
      <pc:sldChg chg="modSp mod">
        <pc:chgData name="Tleon, Andrew R (US)" userId="cac2191e-db1b-4487-8b03-e72108c2fc7b" providerId="ADAL" clId="{7F9F03E5-697A-4667-855E-FD540DF37530}" dt="2024-05-23T16:23:46.901" v="609" actId="113"/>
        <pc:sldMkLst>
          <pc:docMk/>
          <pc:sldMk cId="3008620237" sldId="319"/>
        </pc:sldMkLst>
        <pc:spChg chg="mod">
          <ac:chgData name="Tleon, Andrew R (US)" userId="cac2191e-db1b-4487-8b03-e72108c2fc7b" providerId="ADAL" clId="{7F9F03E5-697A-4667-855E-FD540DF37530}" dt="2024-05-23T16:23:46.901" v="609" actId="113"/>
          <ac:spMkLst>
            <pc:docMk/>
            <pc:sldMk cId="3008620237" sldId="319"/>
            <ac:spMk id="2" creationId="{5EF71980-EB2F-3CF5-269C-BCCCFB135280}"/>
          </ac:spMkLst>
        </pc:spChg>
      </pc:sldChg>
      <pc:sldChg chg="del">
        <pc:chgData name="Tleon, Andrew R (US)" userId="cac2191e-db1b-4487-8b03-e72108c2fc7b" providerId="ADAL" clId="{7F9F03E5-697A-4667-855E-FD540DF37530}" dt="2024-05-23T16:25:34.097" v="689" actId="47"/>
        <pc:sldMkLst>
          <pc:docMk/>
          <pc:sldMk cId="424083917" sldId="320"/>
        </pc:sldMkLst>
      </pc:sldChg>
      <pc:sldChg chg="modSp add del mod">
        <pc:chgData name="Tleon, Andrew R (US)" userId="cac2191e-db1b-4487-8b03-e72108c2fc7b" providerId="ADAL" clId="{7F9F03E5-697A-4667-855E-FD540DF37530}" dt="2024-05-23T16:25:57.709" v="693" actId="47"/>
        <pc:sldMkLst>
          <pc:docMk/>
          <pc:sldMk cId="2919288611" sldId="321"/>
        </pc:sldMkLst>
        <pc:spChg chg="mod">
          <ac:chgData name="Tleon, Andrew R (US)" userId="cac2191e-db1b-4487-8b03-e72108c2fc7b" providerId="ADAL" clId="{7F9F03E5-697A-4667-855E-FD540DF37530}" dt="2024-05-23T16:22:45.301" v="504" actId="20577"/>
          <ac:spMkLst>
            <pc:docMk/>
            <pc:sldMk cId="2919288611" sldId="321"/>
            <ac:spMk id="3" creationId="{8DA06316-10C3-36C5-3BC5-5C51C87161AD}"/>
          </ac:spMkLst>
        </pc:spChg>
      </pc:sldChg>
      <pc:sldChg chg="addSp delSp modSp add mod">
        <pc:chgData name="Tleon, Andrew R (US)" userId="cac2191e-db1b-4487-8b03-e72108c2fc7b" providerId="ADAL" clId="{7F9F03E5-697A-4667-855E-FD540DF37530}" dt="2024-05-23T16:47:14.612" v="2404" actId="20577"/>
        <pc:sldMkLst>
          <pc:docMk/>
          <pc:sldMk cId="625626213" sldId="322"/>
        </pc:sldMkLst>
        <pc:spChg chg="del">
          <ac:chgData name="Tleon, Andrew R (US)" userId="cac2191e-db1b-4487-8b03-e72108c2fc7b" providerId="ADAL" clId="{7F9F03E5-697A-4667-855E-FD540DF37530}" dt="2024-05-23T16:28:29.833" v="800" actId="478"/>
          <ac:spMkLst>
            <pc:docMk/>
            <pc:sldMk cId="625626213" sldId="322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7F9F03E5-697A-4667-855E-FD540DF37530}" dt="2024-05-23T16:47:11.750" v="2403" actId="6549"/>
          <ac:spMkLst>
            <pc:docMk/>
            <pc:sldMk cId="625626213" sldId="322"/>
            <ac:spMk id="3" creationId="{8DA06316-10C3-36C5-3BC5-5C51C87161AD}"/>
          </ac:spMkLst>
        </pc:spChg>
        <pc:spChg chg="add del mod">
          <ac:chgData name="Tleon, Andrew R (US)" userId="cac2191e-db1b-4487-8b03-e72108c2fc7b" providerId="ADAL" clId="{7F9F03E5-697A-4667-855E-FD540DF37530}" dt="2024-05-23T16:28:31.407" v="801" actId="478"/>
          <ac:spMkLst>
            <pc:docMk/>
            <pc:sldMk cId="625626213" sldId="322"/>
            <ac:spMk id="5" creationId="{6B1FCABC-055F-13E2-32F7-BB6BEB13831C}"/>
          </ac:spMkLst>
        </pc:spChg>
        <pc:spChg chg="add mod">
          <ac:chgData name="Tleon, Andrew R (US)" userId="cac2191e-db1b-4487-8b03-e72108c2fc7b" providerId="ADAL" clId="{7F9F03E5-697A-4667-855E-FD540DF37530}" dt="2024-05-23T16:36:31.793" v="1732" actId="1076"/>
          <ac:spMkLst>
            <pc:docMk/>
            <pc:sldMk cId="625626213" sldId="322"/>
            <ac:spMk id="8" creationId="{C5E234FE-ED5F-A6FD-4B72-9529F2357BDD}"/>
          </ac:spMkLst>
        </pc:spChg>
        <pc:graphicFrameChg chg="add del mod modGraphic">
          <ac:chgData name="Tleon, Andrew R (US)" userId="cac2191e-db1b-4487-8b03-e72108c2fc7b" providerId="ADAL" clId="{7F9F03E5-697A-4667-855E-FD540DF37530}" dt="2024-05-23T16:30:10.465" v="896" actId="478"/>
          <ac:graphicFrameMkLst>
            <pc:docMk/>
            <pc:sldMk cId="625626213" sldId="322"/>
            <ac:graphicFrameMk id="6" creationId="{787D8D5E-6509-00FC-9697-FE59B5F2C267}"/>
          </ac:graphicFrameMkLst>
        </pc:graphicFrameChg>
        <pc:graphicFrameChg chg="add mod modGraphic">
          <ac:chgData name="Tleon, Andrew R (US)" userId="cac2191e-db1b-4487-8b03-e72108c2fc7b" providerId="ADAL" clId="{7F9F03E5-697A-4667-855E-FD540DF37530}" dt="2024-05-23T16:47:14.612" v="2404" actId="20577"/>
          <ac:graphicFrameMkLst>
            <pc:docMk/>
            <pc:sldMk cId="625626213" sldId="322"/>
            <ac:graphicFrameMk id="7" creationId="{36BF4B31-5FE0-71F0-F758-F622FBF19551}"/>
          </ac:graphicFrameMkLst>
        </pc:graphicFrameChg>
      </pc:sldChg>
      <pc:sldChg chg="modSp add mod">
        <pc:chgData name="Tleon, Andrew R (US)" userId="cac2191e-db1b-4487-8b03-e72108c2fc7b" providerId="ADAL" clId="{7F9F03E5-697A-4667-855E-FD540DF37530}" dt="2024-05-23T17:01:17.955" v="3033" actId="6549"/>
        <pc:sldMkLst>
          <pc:docMk/>
          <pc:sldMk cId="549488020" sldId="323"/>
        </pc:sldMkLst>
        <pc:spChg chg="mod">
          <ac:chgData name="Tleon, Andrew R (US)" userId="cac2191e-db1b-4487-8b03-e72108c2fc7b" providerId="ADAL" clId="{7F9F03E5-697A-4667-855E-FD540DF37530}" dt="2024-05-23T17:01:17.955" v="3033" actId="6549"/>
          <ac:spMkLst>
            <pc:docMk/>
            <pc:sldMk cId="549488020" sldId="323"/>
            <ac:spMk id="3" creationId="{8DA06316-10C3-36C5-3BC5-5C51C87161AD}"/>
          </ac:spMkLst>
        </pc:spChg>
        <pc:graphicFrameChg chg="mod modGraphic">
          <ac:chgData name="Tleon, Andrew R (US)" userId="cac2191e-db1b-4487-8b03-e72108c2fc7b" providerId="ADAL" clId="{7F9F03E5-697A-4667-855E-FD540DF37530}" dt="2024-05-23T17:00:36.380" v="3032" actId="404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  <pc:sldChg chg="modSp add mod">
        <pc:chgData name="Tleon, Andrew R (US)" userId="cac2191e-db1b-4487-8b03-e72108c2fc7b" providerId="ADAL" clId="{7F9F03E5-697A-4667-855E-FD540DF37530}" dt="2024-05-23T16:23:17.594" v="587" actId="207"/>
        <pc:sldMkLst>
          <pc:docMk/>
          <pc:sldMk cId="758044126" sldId="324"/>
        </pc:sldMkLst>
        <pc:spChg chg="mod">
          <ac:chgData name="Tleon, Andrew R (US)" userId="cac2191e-db1b-4487-8b03-e72108c2fc7b" providerId="ADAL" clId="{7F9F03E5-697A-4667-855E-FD540DF37530}" dt="2024-05-23T16:23:17.594" v="587" actId="207"/>
          <ac:spMkLst>
            <pc:docMk/>
            <pc:sldMk cId="758044126" sldId="324"/>
            <ac:spMk id="3" creationId="{8DA06316-10C3-36C5-3BC5-5C51C87161AD}"/>
          </ac:spMkLst>
        </pc:spChg>
      </pc:sldChg>
      <pc:sldChg chg="modSp add mod">
        <pc:chgData name="Tleon, Andrew R (US)" userId="cac2191e-db1b-4487-8b03-e72108c2fc7b" providerId="ADAL" clId="{7F9F03E5-697A-4667-855E-FD540DF37530}" dt="2024-05-23T17:01:39.947" v="3038" actId="20577"/>
        <pc:sldMkLst>
          <pc:docMk/>
          <pc:sldMk cId="2169031145" sldId="325"/>
        </pc:sldMkLst>
        <pc:spChg chg="mod">
          <ac:chgData name="Tleon, Andrew R (US)" userId="cac2191e-db1b-4487-8b03-e72108c2fc7b" providerId="ADAL" clId="{7F9F03E5-697A-4667-855E-FD540DF37530}" dt="2024-05-23T17:01:39.947" v="3038" actId="20577"/>
          <ac:spMkLst>
            <pc:docMk/>
            <pc:sldMk cId="2169031145" sldId="325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7F9F03E5-697A-4667-855E-FD540DF37530}" dt="2024-05-23T16:24:05.442" v="625" actId="20577"/>
          <ac:spMkLst>
            <pc:docMk/>
            <pc:sldMk cId="2169031145" sldId="325"/>
            <ac:spMk id="3" creationId="{8DA06316-10C3-36C5-3BC5-5C51C87161AD}"/>
          </ac:spMkLst>
        </pc:spChg>
      </pc:sldChg>
      <pc:sldChg chg="modSp add mod">
        <pc:chgData name="Tleon, Andrew R (US)" userId="cac2191e-db1b-4487-8b03-e72108c2fc7b" providerId="ADAL" clId="{7F9F03E5-697A-4667-855E-FD540DF37530}" dt="2024-05-23T16:24:11.106" v="640" actId="20577"/>
        <pc:sldMkLst>
          <pc:docMk/>
          <pc:sldMk cId="3048531716" sldId="326"/>
        </pc:sldMkLst>
        <pc:spChg chg="mod">
          <ac:chgData name="Tleon, Andrew R (US)" userId="cac2191e-db1b-4487-8b03-e72108c2fc7b" providerId="ADAL" clId="{7F9F03E5-697A-4667-855E-FD540DF37530}" dt="2024-05-23T16:24:11.106" v="640" actId="20577"/>
          <ac:spMkLst>
            <pc:docMk/>
            <pc:sldMk cId="3048531716" sldId="326"/>
            <ac:spMk id="3" creationId="{8DA06316-10C3-36C5-3BC5-5C51C87161AD}"/>
          </ac:spMkLst>
        </pc:spChg>
      </pc:sldChg>
      <pc:sldChg chg="modSp add mod">
        <pc:chgData name="Tleon, Andrew R (US)" userId="cac2191e-db1b-4487-8b03-e72108c2fc7b" providerId="ADAL" clId="{7F9F03E5-697A-4667-855E-FD540DF37530}" dt="2024-05-23T16:24:17.451" v="651" actId="20577"/>
        <pc:sldMkLst>
          <pc:docMk/>
          <pc:sldMk cId="1765073074" sldId="327"/>
        </pc:sldMkLst>
        <pc:spChg chg="mod">
          <ac:chgData name="Tleon, Andrew R (US)" userId="cac2191e-db1b-4487-8b03-e72108c2fc7b" providerId="ADAL" clId="{7F9F03E5-697A-4667-855E-FD540DF37530}" dt="2024-05-23T16:24:17.451" v="651" actId="20577"/>
          <ac:spMkLst>
            <pc:docMk/>
            <pc:sldMk cId="1765073074" sldId="327"/>
            <ac:spMk id="3" creationId="{8DA06316-10C3-36C5-3BC5-5C51C87161AD}"/>
          </ac:spMkLst>
        </pc:spChg>
      </pc:sldChg>
      <pc:sldChg chg="addSp delSp modSp add mod">
        <pc:chgData name="Tleon, Andrew R (US)" userId="cac2191e-db1b-4487-8b03-e72108c2fc7b" providerId="ADAL" clId="{7F9F03E5-697A-4667-855E-FD540DF37530}" dt="2024-05-23T16:54:48.827" v="2966" actId="12100"/>
        <pc:sldMkLst>
          <pc:docMk/>
          <pc:sldMk cId="2225102970" sldId="328"/>
        </pc:sldMkLst>
        <pc:spChg chg="add del">
          <ac:chgData name="Tleon, Andrew R (US)" userId="cac2191e-db1b-4487-8b03-e72108c2fc7b" providerId="ADAL" clId="{7F9F03E5-697A-4667-855E-FD540DF37530}" dt="2024-05-23T16:39:58.280" v="1805" actId="478"/>
          <ac:spMkLst>
            <pc:docMk/>
            <pc:sldMk cId="2225102970" sldId="328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7F9F03E5-697A-4667-855E-FD540DF37530}" dt="2024-05-23T16:47:04.734" v="2381" actId="20577"/>
          <ac:spMkLst>
            <pc:docMk/>
            <pc:sldMk cId="2225102970" sldId="328"/>
            <ac:spMk id="3" creationId="{8DA06316-10C3-36C5-3BC5-5C51C87161AD}"/>
          </ac:spMkLst>
        </pc:spChg>
        <pc:graphicFrameChg chg="add del mod modGraphic">
          <ac:chgData name="Tleon, Andrew R (US)" userId="cac2191e-db1b-4487-8b03-e72108c2fc7b" providerId="ADAL" clId="{7F9F03E5-697A-4667-855E-FD540DF37530}" dt="2024-05-23T16:54:48.827" v="2966" actId="12100"/>
          <ac:graphicFrameMkLst>
            <pc:docMk/>
            <pc:sldMk cId="2225102970" sldId="328"/>
            <ac:graphicFrameMk id="4" creationId="{50F8CA4E-BD5A-9204-AC10-E38041E1EE80}"/>
          </ac:graphicFrameMkLst>
        </pc:graphicFrameChg>
      </pc:sldChg>
      <pc:sldChg chg="add del">
        <pc:chgData name="Tleon, Andrew R (US)" userId="cac2191e-db1b-4487-8b03-e72108c2fc7b" providerId="ADAL" clId="{7F9F03E5-697A-4667-855E-FD540DF37530}" dt="2024-05-23T16:24:22.015" v="653" actId="47"/>
        <pc:sldMkLst>
          <pc:docMk/>
          <pc:sldMk cId="4191919432" sldId="328"/>
        </pc:sldMkLst>
      </pc:sldChg>
      <pc:sldChg chg="addSp delSp modSp add mod">
        <pc:chgData name="Tleon, Andrew R (US)" userId="cac2191e-db1b-4487-8b03-e72108c2fc7b" providerId="ADAL" clId="{7F9F03E5-697A-4667-855E-FD540DF37530}" dt="2024-05-23T16:54:30.653" v="2965" actId="1076"/>
        <pc:sldMkLst>
          <pc:docMk/>
          <pc:sldMk cId="809243290" sldId="329"/>
        </pc:sldMkLst>
        <pc:spChg chg="del">
          <ac:chgData name="Tleon, Andrew R (US)" userId="cac2191e-db1b-4487-8b03-e72108c2fc7b" providerId="ADAL" clId="{7F9F03E5-697A-4667-855E-FD540DF37530}" dt="2024-05-23T16:45:29.591" v="2356" actId="478"/>
          <ac:spMkLst>
            <pc:docMk/>
            <pc:sldMk cId="809243290" sldId="329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7F9F03E5-697A-4667-855E-FD540DF37530}" dt="2024-05-23T16:49:27.331" v="2585" actId="207"/>
          <ac:spMkLst>
            <pc:docMk/>
            <pc:sldMk cId="809243290" sldId="329"/>
            <ac:spMk id="3" creationId="{8DA06316-10C3-36C5-3BC5-5C51C87161AD}"/>
          </ac:spMkLst>
        </pc:spChg>
        <pc:spChg chg="add mod">
          <ac:chgData name="Tleon, Andrew R (US)" userId="cac2191e-db1b-4487-8b03-e72108c2fc7b" providerId="ADAL" clId="{7F9F03E5-697A-4667-855E-FD540DF37530}" dt="2024-05-23T16:54:21.947" v="2964" actId="207"/>
          <ac:spMkLst>
            <pc:docMk/>
            <pc:sldMk cId="809243290" sldId="329"/>
            <ac:spMk id="4" creationId="{EED01DA8-A69B-2365-8FEB-6E6CD91F343E}"/>
          </ac:spMkLst>
        </pc:spChg>
        <pc:graphicFrameChg chg="add mod modGraphic">
          <ac:chgData name="Tleon, Andrew R (US)" userId="cac2191e-db1b-4487-8b03-e72108c2fc7b" providerId="ADAL" clId="{7F9F03E5-697A-4667-855E-FD540DF37530}" dt="2024-05-23T16:54:30.653" v="2965" actId="1076"/>
          <ac:graphicFrameMkLst>
            <pc:docMk/>
            <pc:sldMk cId="809243290" sldId="329"/>
            <ac:graphicFrameMk id="5" creationId="{9AED7CB3-7E93-84A7-7230-0FA816E32392}"/>
          </ac:graphicFrameMkLst>
        </pc:graphicFrameChg>
      </pc:sldChg>
    </pc:docChg>
  </pc:docChgLst>
  <pc:docChgLst>
    <pc:chgData name="Olivia Thomas" userId="237555e1-cdf7-4988-8620-91e34a9dec0b" providerId="ADAL" clId="{FDF3BB26-8975-4435-B2D6-EFDF27C6FBAE}"/>
    <pc:docChg chg="custSel modSld">
      <pc:chgData name="Olivia Thomas" userId="237555e1-cdf7-4988-8620-91e34a9dec0b" providerId="ADAL" clId="{FDF3BB26-8975-4435-B2D6-EFDF27C6FBAE}" dt="2024-03-06T22:13:46.183" v="23" actId="12"/>
      <pc:docMkLst>
        <pc:docMk/>
      </pc:docMkLst>
      <pc:sldChg chg="modSp mod">
        <pc:chgData name="Olivia Thomas" userId="237555e1-cdf7-4988-8620-91e34a9dec0b" providerId="ADAL" clId="{FDF3BB26-8975-4435-B2D6-EFDF27C6FBAE}" dt="2024-03-06T22:13:46.183" v="23" actId="12"/>
        <pc:sldMkLst>
          <pc:docMk/>
          <pc:sldMk cId="1082074433" sldId="258"/>
        </pc:sldMkLst>
        <pc:graphicFrameChg chg="mod modGraphic">
          <ac:chgData name="Olivia Thomas" userId="237555e1-cdf7-4988-8620-91e34a9dec0b" providerId="ADAL" clId="{FDF3BB26-8975-4435-B2D6-EFDF27C6FBAE}" dt="2024-03-06T22:13:46.183" v="23" actId="12"/>
          <ac:graphicFrameMkLst>
            <pc:docMk/>
            <pc:sldMk cId="1082074433" sldId="258"/>
            <ac:graphicFrameMk id="5" creationId="{40341BF6-F520-4193-A95F-44076F63014C}"/>
          </ac:graphicFrameMkLst>
        </pc:graphicFrameChg>
      </pc:sldChg>
    </pc:docChg>
  </pc:docChgLst>
  <pc:docChgLst>
    <pc:chgData name="Merlock, Eli T (US)" userId="45280cb9-199c-4e28-9008-72657ab2a3e2" providerId="ADAL" clId="{8643A9BD-5364-487D-BF88-4016C2045F8F}"/>
    <pc:docChg chg="modSld">
      <pc:chgData name="Merlock, Eli T (US)" userId="45280cb9-199c-4e28-9008-72657ab2a3e2" providerId="ADAL" clId="{8643A9BD-5364-487D-BF88-4016C2045F8F}" dt="2025-01-27T21:05:10.653" v="52" actId="1076"/>
      <pc:docMkLst>
        <pc:docMk/>
      </pc:docMkLst>
      <pc:sldChg chg="modSp mod">
        <pc:chgData name="Merlock, Eli T (US)" userId="45280cb9-199c-4e28-9008-72657ab2a3e2" providerId="ADAL" clId="{8643A9BD-5364-487D-BF88-4016C2045F8F}" dt="2025-01-27T21:05:10.653" v="52" actId="1076"/>
        <pc:sldMkLst>
          <pc:docMk/>
          <pc:sldMk cId="2225102970" sldId="328"/>
        </pc:sldMkLst>
        <pc:spChg chg="mod">
          <ac:chgData name="Merlock, Eli T (US)" userId="45280cb9-199c-4e28-9008-72657ab2a3e2" providerId="ADAL" clId="{8643A9BD-5364-487D-BF88-4016C2045F8F}" dt="2025-01-27T21:05:10.653" v="52" actId="1076"/>
          <ac:spMkLst>
            <pc:docMk/>
            <pc:sldMk cId="2225102970" sldId="328"/>
            <ac:spMk id="2" creationId="{1EAE098C-8C27-F7B8-D9B0-456DC75241CD}"/>
          </ac:spMkLst>
        </pc:spChg>
        <pc:graphicFrameChg chg="mod">
          <ac:chgData name="Merlock, Eli T (US)" userId="45280cb9-199c-4e28-9008-72657ab2a3e2" providerId="ADAL" clId="{8643A9BD-5364-487D-BF88-4016C2045F8F}" dt="2025-01-27T21:05:06.188" v="51" actId="14100"/>
          <ac:graphicFrameMkLst>
            <pc:docMk/>
            <pc:sldMk cId="2225102970" sldId="328"/>
            <ac:graphicFrameMk id="4" creationId="{50F8CA4E-BD5A-9204-AC10-E38041E1EE80}"/>
          </ac:graphicFrameMkLst>
        </pc:graphicFrameChg>
      </pc:sldChg>
    </pc:docChg>
  </pc:docChgLst>
  <pc:docChgLst>
    <pc:chgData name="Tleon, Andrew R (US)" userId="S::e380818@us.lmco.com::cac2191e-db1b-4487-8b03-e72108c2fc7b" providerId="AD" clId="Web-{59D503B6-6CC2-4A6B-8E17-A2198F39361B}"/>
    <pc:docChg chg="modSld">
      <pc:chgData name="Tleon, Andrew R (US)" userId="S::e380818@us.lmco.com::cac2191e-db1b-4487-8b03-e72108c2fc7b" providerId="AD" clId="Web-{59D503B6-6CC2-4A6B-8E17-A2198F39361B}" dt="2024-05-06T12:57:13.440" v="55" actId="20577"/>
      <pc:docMkLst>
        <pc:docMk/>
      </pc:docMkLst>
      <pc:sldChg chg="modSp">
        <pc:chgData name="Tleon, Andrew R (US)" userId="S::e380818@us.lmco.com::cac2191e-db1b-4487-8b03-e72108c2fc7b" providerId="AD" clId="Web-{59D503B6-6CC2-4A6B-8E17-A2198F39361B}" dt="2024-05-06T12:57:13.440" v="55" actId="20577"/>
        <pc:sldMkLst>
          <pc:docMk/>
          <pc:sldMk cId="3409235744" sldId="318"/>
        </pc:sldMkLst>
        <pc:spChg chg="mod">
          <ac:chgData name="Tleon, Andrew R (US)" userId="S::e380818@us.lmco.com::cac2191e-db1b-4487-8b03-e72108c2fc7b" providerId="AD" clId="Web-{59D503B6-6CC2-4A6B-8E17-A2198F39361B}" dt="2024-05-06T12:57:13.440" v="55" actId="20577"/>
          <ac:spMkLst>
            <pc:docMk/>
            <pc:sldMk cId="3409235744" sldId="318"/>
            <ac:spMk id="2" creationId="{417D77D2-8992-4C0E-B294-08CA1B62AE72}"/>
          </ac:spMkLst>
        </pc:spChg>
      </pc:sldChg>
    </pc:docChg>
  </pc:docChgLst>
  <pc:docChgLst>
    <pc:chgData name="Thomas, Olivia A (US)" userId="237555e1-cdf7-4988-8620-91e34a9dec0b" providerId="ADAL" clId="{5C5F933A-3A00-41A4-A908-219A9BA571AC}"/>
    <pc:docChg chg="custSel addSld modSld">
      <pc:chgData name="Thomas, Olivia A (US)" userId="237555e1-cdf7-4988-8620-91e34a9dec0b" providerId="ADAL" clId="{5C5F933A-3A00-41A4-A908-219A9BA571AC}" dt="2024-05-01T15:46:12.411" v="26" actId="478"/>
      <pc:docMkLst>
        <pc:docMk/>
      </pc:docMkLst>
      <pc:sldChg chg="modSp mod">
        <pc:chgData name="Thomas, Olivia A (US)" userId="237555e1-cdf7-4988-8620-91e34a9dec0b" providerId="ADAL" clId="{5C5F933A-3A00-41A4-A908-219A9BA571AC}" dt="2024-05-01T15:45:59.892" v="24" actId="20577"/>
        <pc:sldMkLst>
          <pc:docMk/>
          <pc:sldMk cId="3008620237" sldId="319"/>
        </pc:sldMkLst>
        <pc:spChg chg="mod">
          <ac:chgData name="Thomas, Olivia A (US)" userId="237555e1-cdf7-4988-8620-91e34a9dec0b" providerId="ADAL" clId="{5C5F933A-3A00-41A4-A908-219A9BA571AC}" dt="2024-05-01T15:45:59.892" v="24" actId="20577"/>
          <ac:spMkLst>
            <pc:docMk/>
            <pc:sldMk cId="3008620237" sldId="319"/>
            <ac:spMk id="2" creationId="{5EF71980-EB2F-3CF5-269C-BCCCFB135280}"/>
          </ac:spMkLst>
        </pc:spChg>
      </pc:sldChg>
      <pc:sldChg chg="delSp add mod">
        <pc:chgData name="Thomas, Olivia A (US)" userId="237555e1-cdf7-4988-8620-91e34a9dec0b" providerId="ADAL" clId="{5C5F933A-3A00-41A4-A908-219A9BA571AC}" dt="2024-05-01T15:46:12.411" v="26" actId="478"/>
        <pc:sldMkLst>
          <pc:docMk/>
          <pc:sldMk cId="4113119152" sldId="320"/>
        </pc:sldMkLst>
        <pc:graphicFrameChg chg="del">
          <ac:chgData name="Thomas, Olivia A (US)" userId="237555e1-cdf7-4988-8620-91e34a9dec0b" providerId="ADAL" clId="{5C5F933A-3A00-41A4-A908-219A9BA571AC}" dt="2024-05-01T15:46:12.411" v="26" actId="478"/>
          <ac:graphicFrameMkLst>
            <pc:docMk/>
            <pc:sldMk cId="4113119152" sldId="320"/>
            <ac:graphicFrameMk id="5" creationId="{40341BF6-F520-4193-A95F-44076F63014C}"/>
          </ac:graphicFrameMkLst>
        </pc:graphicFrameChg>
      </pc:sldChg>
    </pc:docChg>
  </pc:docChgLst>
  <pc:docChgLst>
    <pc:chgData name="Szaroletta, Emily N (US)" userId="cf5fb9f1-9bca-4277-b2b1-9b1d15bf396e" providerId="ADAL" clId="{89BC7793-2CBF-4982-AD25-25BEC271194D}"/>
    <pc:docChg chg="modSld">
      <pc:chgData name="Szaroletta, Emily N (US)" userId="cf5fb9f1-9bca-4277-b2b1-9b1d15bf396e" providerId="ADAL" clId="{89BC7793-2CBF-4982-AD25-25BEC271194D}" dt="2026-03-04T17:43:29.848" v="79" actId="20577"/>
      <pc:docMkLst>
        <pc:docMk/>
      </pc:docMkLst>
      <pc:sldChg chg="modSp mod">
        <pc:chgData name="Szaroletta, Emily N (US)" userId="cf5fb9f1-9bca-4277-b2b1-9b1d15bf396e" providerId="ADAL" clId="{89BC7793-2CBF-4982-AD25-25BEC271194D}" dt="2026-03-04T17:40:41.565" v="27" actId="20577"/>
        <pc:sldMkLst>
          <pc:docMk/>
          <pc:sldMk cId="2498576639" sldId="300"/>
        </pc:sldMkLst>
        <pc:spChg chg="mod">
          <ac:chgData name="Szaroletta, Emily N (US)" userId="cf5fb9f1-9bca-4277-b2b1-9b1d15bf396e" providerId="ADAL" clId="{89BC7793-2CBF-4982-AD25-25BEC271194D}" dt="2026-03-04T17:40:41.565" v="27" actId="20577"/>
          <ac:spMkLst>
            <pc:docMk/>
            <pc:sldMk cId="2498576639" sldId="300"/>
            <ac:spMk id="4" creationId="{8E4B6E19-5DD0-853D-4DCB-CCB5F69C4EA1}"/>
          </ac:spMkLst>
        </pc:spChg>
        <pc:spChg chg="mod">
          <ac:chgData name="Szaroletta, Emily N (US)" userId="cf5fb9f1-9bca-4277-b2b1-9b1d15bf396e" providerId="ADAL" clId="{89BC7793-2CBF-4982-AD25-25BEC271194D}" dt="2026-03-04T17:39:54.171" v="1" actId="20577"/>
          <ac:spMkLst>
            <pc:docMk/>
            <pc:sldMk cId="2498576639" sldId="300"/>
            <ac:spMk id="5" creationId="{F71E5F27-D4C1-FB49-DCE7-41ECA1462048}"/>
          </ac:spMkLst>
        </pc:spChg>
      </pc:sldChg>
      <pc:sldChg chg="modSp">
        <pc:chgData name="Szaroletta, Emily N (US)" userId="cf5fb9f1-9bca-4277-b2b1-9b1d15bf396e" providerId="ADAL" clId="{89BC7793-2CBF-4982-AD25-25BEC271194D}" dt="2026-03-04T17:43:29.848" v="79" actId="20577"/>
        <pc:sldMkLst>
          <pc:docMk/>
          <pc:sldMk cId="549488020" sldId="323"/>
        </pc:sldMkLst>
        <pc:graphicFrameChg chg="mod">
          <ac:chgData name="Szaroletta, Emily N (US)" userId="cf5fb9f1-9bca-4277-b2b1-9b1d15bf396e" providerId="ADAL" clId="{89BC7793-2CBF-4982-AD25-25BEC271194D}" dt="2026-03-04T17:43:29.848" v="79" actId="20577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</pc:docChg>
  </pc:docChgLst>
  <pc:docChgLst>
    <pc:chgData name="Tleon, Andrew R (US)" userId="S::e380818@us.lmco.com::cac2191e-db1b-4487-8b03-e72108c2fc7b" providerId="AD" clId="Web-{D71B98FC-6E67-4996-9A29-30E1AD3B4AB5}"/>
    <pc:docChg chg="mod">
      <pc:chgData name="Tleon, Andrew R (US)" userId="S::e380818@us.lmco.com::cac2191e-db1b-4487-8b03-e72108c2fc7b" providerId="AD" clId="Web-{D71B98FC-6E67-4996-9A29-30E1AD3B4AB5}" dt="2024-03-04T22:10:27.506" v="0" actId="33475"/>
      <pc:docMkLst>
        <pc:docMk/>
      </pc:docMkLst>
    </pc:docChg>
  </pc:docChgLst>
  <pc:docChgLst>
    <pc:chgData name="Tleon, Andrew R (US)" userId="cac2191e-db1b-4487-8b03-e72108c2fc7b" providerId="ADAL" clId="{30858CED-6103-4B4F-A5CD-61A09D0BA45D}"/>
    <pc:docChg chg="custSel modSld">
      <pc:chgData name="Tleon, Andrew R (US)" userId="cac2191e-db1b-4487-8b03-e72108c2fc7b" providerId="ADAL" clId="{30858CED-6103-4B4F-A5CD-61A09D0BA45D}" dt="2024-05-01T16:06:48.073" v="496" actId="1076"/>
      <pc:docMkLst>
        <pc:docMk/>
      </pc:docMkLst>
      <pc:sldChg chg="modSp mod">
        <pc:chgData name="Tleon, Andrew R (US)" userId="cac2191e-db1b-4487-8b03-e72108c2fc7b" providerId="ADAL" clId="{30858CED-6103-4B4F-A5CD-61A09D0BA45D}" dt="2024-05-01T15:51:10.919" v="38" actId="1076"/>
        <pc:sldMkLst>
          <pc:docMk/>
          <pc:sldMk cId="3670342032" sldId="306"/>
        </pc:sldMkLst>
        <pc:spChg chg="mod">
          <ac:chgData name="Tleon, Andrew R (US)" userId="cac2191e-db1b-4487-8b03-e72108c2fc7b" providerId="ADAL" clId="{30858CED-6103-4B4F-A5CD-61A09D0BA45D}" dt="2024-05-01T15:51:10.919" v="38" actId="1076"/>
          <ac:spMkLst>
            <pc:docMk/>
            <pc:sldMk cId="3670342032" sldId="306"/>
            <ac:spMk id="2" creationId="{5EF71980-EB2F-3CF5-269C-BCCCFB135280}"/>
          </ac:spMkLst>
        </pc:spChg>
        <pc:graphicFrameChg chg="mod">
          <ac:chgData name="Tleon, Andrew R (US)" userId="cac2191e-db1b-4487-8b03-e72108c2fc7b" providerId="ADAL" clId="{30858CED-6103-4B4F-A5CD-61A09D0BA45D}" dt="2024-05-01T15:49:26.120" v="37" actId="12100"/>
          <ac:graphicFrameMkLst>
            <pc:docMk/>
            <pc:sldMk cId="3670342032" sldId="306"/>
            <ac:graphicFrameMk id="4" creationId="{E67FE3E3-9FE5-C121-3A49-27F8952DA131}"/>
          </ac:graphicFrameMkLst>
        </pc:graphicFrameChg>
      </pc:sldChg>
      <pc:sldChg chg="addSp delSp modSp mod">
        <pc:chgData name="Tleon, Andrew R (US)" userId="cac2191e-db1b-4487-8b03-e72108c2fc7b" providerId="ADAL" clId="{30858CED-6103-4B4F-A5CD-61A09D0BA45D}" dt="2024-05-01T16:06:48.073" v="496" actId="1076"/>
        <pc:sldMkLst>
          <pc:docMk/>
          <pc:sldMk cId="1101043062" sldId="307"/>
        </pc:sldMkLst>
        <pc:spChg chg="mod">
          <ac:chgData name="Tleon, Andrew R (US)" userId="cac2191e-db1b-4487-8b03-e72108c2fc7b" providerId="ADAL" clId="{30858CED-6103-4B4F-A5CD-61A09D0BA45D}" dt="2024-05-01T16:02:41.392" v="475" actId="20577"/>
          <ac:spMkLst>
            <pc:docMk/>
            <pc:sldMk cId="1101043062" sldId="307"/>
            <ac:spMk id="2" creationId="{5EF71980-EB2F-3CF5-269C-BCCCFB135280}"/>
          </ac:spMkLst>
        </pc:spChg>
        <pc:picChg chg="del">
          <ac:chgData name="Tleon, Andrew R (US)" userId="cac2191e-db1b-4487-8b03-e72108c2fc7b" providerId="ADAL" clId="{30858CED-6103-4B4F-A5CD-61A09D0BA45D}" dt="2024-05-01T15:52:01.480" v="42" actId="478"/>
          <ac:picMkLst>
            <pc:docMk/>
            <pc:sldMk cId="1101043062" sldId="307"/>
            <ac:picMk id="5" creationId="{DD1D2D18-550B-313E-A3BC-4DD31BC4BA6B}"/>
          </ac:picMkLst>
        </pc:picChg>
        <pc:picChg chg="add mod">
          <ac:chgData name="Tleon, Andrew R (US)" userId="cac2191e-db1b-4487-8b03-e72108c2fc7b" providerId="ADAL" clId="{30858CED-6103-4B4F-A5CD-61A09D0BA45D}" dt="2024-05-01T16:02:44.435" v="476" actId="1076"/>
          <ac:picMkLst>
            <pc:docMk/>
            <pc:sldMk cId="1101043062" sldId="307"/>
            <ac:picMk id="6" creationId="{D7C63D8F-8A52-6A74-B5F2-041E0CA3771D}"/>
          </ac:picMkLst>
        </pc:picChg>
        <pc:picChg chg="del">
          <ac:chgData name="Tleon, Andrew R (US)" userId="cac2191e-db1b-4487-8b03-e72108c2fc7b" providerId="ADAL" clId="{30858CED-6103-4B4F-A5CD-61A09D0BA45D}" dt="2024-05-01T15:52:00.339" v="40" actId="478"/>
          <ac:picMkLst>
            <pc:docMk/>
            <pc:sldMk cId="1101043062" sldId="307"/>
            <ac:picMk id="7" creationId="{7094E460-8E24-D204-B91A-ED81B7675C7E}"/>
          </ac:picMkLst>
        </pc:picChg>
        <pc:picChg chg="add mod">
          <ac:chgData name="Tleon, Andrew R (US)" userId="cac2191e-db1b-4487-8b03-e72108c2fc7b" providerId="ADAL" clId="{30858CED-6103-4B4F-A5CD-61A09D0BA45D}" dt="2024-05-01T16:06:42.201" v="494" actId="1076"/>
          <ac:picMkLst>
            <pc:docMk/>
            <pc:sldMk cId="1101043062" sldId="307"/>
            <ac:picMk id="8" creationId="{AA30C80D-C19F-DB71-0DAF-40BA60D92BD1}"/>
          </ac:picMkLst>
        </pc:picChg>
        <pc:picChg chg="add mod">
          <ac:chgData name="Tleon, Andrew R (US)" userId="cac2191e-db1b-4487-8b03-e72108c2fc7b" providerId="ADAL" clId="{30858CED-6103-4B4F-A5CD-61A09D0BA45D}" dt="2024-05-01T16:06:44.693" v="495" actId="1076"/>
          <ac:picMkLst>
            <pc:docMk/>
            <pc:sldMk cId="1101043062" sldId="307"/>
            <ac:picMk id="9" creationId="{3D6F449E-24F7-34B8-55F9-48DE98E85216}"/>
          </ac:picMkLst>
        </pc:picChg>
        <pc:picChg chg="del">
          <ac:chgData name="Tleon, Andrew R (US)" userId="cac2191e-db1b-4487-8b03-e72108c2fc7b" providerId="ADAL" clId="{30858CED-6103-4B4F-A5CD-61A09D0BA45D}" dt="2024-05-01T15:51:58.592" v="39" actId="478"/>
          <ac:picMkLst>
            <pc:docMk/>
            <pc:sldMk cId="1101043062" sldId="307"/>
            <ac:picMk id="10" creationId="{3B776520-A7D6-5C70-4300-A7653D2DE23E}"/>
          </ac:picMkLst>
        </pc:picChg>
        <pc:picChg chg="del">
          <ac:chgData name="Tleon, Andrew R (US)" userId="cac2191e-db1b-4487-8b03-e72108c2fc7b" providerId="ADAL" clId="{30858CED-6103-4B4F-A5CD-61A09D0BA45D}" dt="2024-05-01T15:52:00.999" v="41" actId="478"/>
          <ac:picMkLst>
            <pc:docMk/>
            <pc:sldMk cId="1101043062" sldId="307"/>
            <ac:picMk id="12" creationId="{DE59D293-7FD9-B700-B4B7-52B318906958}"/>
          </ac:picMkLst>
        </pc:picChg>
        <pc:picChg chg="del">
          <ac:chgData name="Tleon, Andrew R (US)" userId="cac2191e-db1b-4487-8b03-e72108c2fc7b" providerId="ADAL" clId="{30858CED-6103-4B4F-A5CD-61A09D0BA45D}" dt="2024-05-01T15:52:03.064" v="43" actId="478"/>
          <ac:picMkLst>
            <pc:docMk/>
            <pc:sldMk cId="1101043062" sldId="307"/>
            <ac:picMk id="14" creationId="{1D16F1F7-7497-A558-C394-A3EAC1C84B58}"/>
          </ac:picMkLst>
        </pc:picChg>
        <pc:picChg chg="add mod">
          <ac:chgData name="Tleon, Andrew R (US)" userId="cac2191e-db1b-4487-8b03-e72108c2fc7b" providerId="ADAL" clId="{30858CED-6103-4B4F-A5CD-61A09D0BA45D}" dt="2024-05-01T16:06:42.201" v="494" actId="1076"/>
          <ac:picMkLst>
            <pc:docMk/>
            <pc:sldMk cId="1101043062" sldId="307"/>
            <ac:picMk id="1026" creationId="{85AF03F3-18A9-018D-9642-27B74C61F481}"/>
          </ac:picMkLst>
        </pc:picChg>
        <pc:picChg chg="add mod">
          <ac:chgData name="Tleon, Andrew R (US)" userId="cac2191e-db1b-4487-8b03-e72108c2fc7b" providerId="ADAL" clId="{30858CED-6103-4B4F-A5CD-61A09D0BA45D}" dt="2024-05-01T16:06:42.201" v="494" actId="1076"/>
          <ac:picMkLst>
            <pc:docMk/>
            <pc:sldMk cId="1101043062" sldId="307"/>
            <ac:picMk id="1028" creationId="{F13A6AC1-E7AC-EB73-2D84-7F42931B022F}"/>
          </ac:picMkLst>
        </pc:picChg>
        <pc:picChg chg="add mod">
          <ac:chgData name="Tleon, Andrew R (US)" userId="cac2191e-db1b-4487-8b03-e72108c2fc7b" providerId="ADAL" clId="{30858CED-6103-4B4F-A5CD-61A09D0BA45D}" dt="2024-05-01T16:06:48.073" v="496" actId="1076"/>
          <ac:picMkLst>
            <pc:docMk/>
            <pc:sldMk cId="1101043062" sldId="307"/>
            <ac:picMk id="1030" creationId="{00862BB8-16A7-BB7F-17C9-80C4973E5A48}"/>
          </ac:picMkLst>
        </pc:picChg>
      </pc:sldChg>
    </pc:docChg>
  </pc:docChgLst>
  <pc:docChgLst>
    <pc:chgData name="Andrew Tleon" userId="cac2191e-db1b-4487-8b03-e72108c2fc7b" providerId="ADAL" clId="{61D24F8C-0821-42F2-8122-07F99702AD71}"/>
    <pc:docChg chg="undo custSel addSld delSld modSld sldOrd">
      <pc:chgData name="Andrew Tleon" userId="cac2191e-db1b-4487-8b03-e72108c2fc7b" providerId="ADAL" clId="{61D24F8C-0821-42F2-8122-07F99702AD71}" dt="2024-05-02T21:03:31.271" v="1603" actId="47"/>
      <pc:docMkLst>
        <pc:docMk/>
      </pc:docMkLst>
      <pc:sldChg chg="del">
        <pc:chgData name="Andrew Tleon" userId="cac2191e-db1b-4487-8b03-e72108c2fc7b" providerId="ADAL" clId="{61D24F8C-0821-42F2-8122-07F99702AD71}" dt="2024-05-02T20:40:48.256" v="575" actId="47"/>
        <pc:sldMkLst>
          <pc:docMk/>
          <pc:sldMk cId="1082074433" sldId="258"/>
        </pc:sldMkLst>
      </pc:sldChg>
      <pc:sldChg chg="modSp mod ord">
        <pc:chgData name="Andrew Tleon" userId="cac2191e-db1b-4487-8b03-e72108c2fc7b" providerId="ADAL" clId="{61D24F8C-0821-42F2-8122-07F99702AD71}" dt="2024-05-02T20:58:39.106" v="1478" actId="20577"/>
        <pc:sldMkLst>
          <pc:docMk/>
          <pc:sldMk cId="3670342032" sldId="306"/>
        </pc:sldMkLst>
        <pc:spChg chg="mod">
          <ac:chgData name="Andrew Tleon" userId="cac2191e-db1b-4487-8b03-e72108c2fc7b" providerId="ADAL" clId="{61D24F8C-0821-42F2-8122-07F99702AD71}" dt="2024-05-02T20:56:03.644" v="1264" actId="20577"/>
          <ac:spMkLst>
            <pc:docMk/>
            <pc:sldMk cId="3670342032" sldId="306"/>
            <ac:spMk id="2" creationId="{5EF71980-EB2F-3CF5-269C-BCCCFB135280}"/>
          </ac:spMkLst>
        </pc:spChg>
        <pc:spChg chg="mod">
          <ac:chgData name="Andrew Tleon" userId="cac2191e-db1b-4487-8b03-e72108c2fc7b" providerId="ADAL" clId="{61D24F8C-0821-42F2-8122-07F99702AD71}" dt="2024-05-02T20:58:39.106" v="1478" actId="20577"/>
          <ac:spMkLst>
            <pc:docMk/>
            <pc:sldMk cId="3670342032" sldId="306"/>
            <ac:spMk id="3" creationId="{8DA06316-10C3-36C5-3BC5-5C51C87161AD}"/>
          </ac:spMkLst>
        </pc:spChg>
        <pc:graphicFrameChg chg="mod">
          <ac:chgData name="Andrew Tleon" userId="cac2191e-db1b-4487-8b03-e72108c2fc7b" providerId="ADAL" clId="{61D24F8C-0821-42F2-8122-07F99702AD71}" dt="2024-05-02T20:57:15.563" v="1400" actId="20577"/>
          <ac:graphicFrameMkLst>
            <pc:docMk/>
            <pc:sldMk cId="3670342032" sldId="306"/>
            <ac:graphicFrameMk id="4" creationId="{E67FE3E3-9FE5-C121-3A49-27F8952DA131}"/>
          </ac:graphicFrameMkLst>
        </pc:graphicFrameChg>
      </pc:sldChg>
      <pc:sldChg chg="addSp delSp modSp mod ord">
        <pc:chgData name="Andrew Tleon" userId="cac2191e-db1b-4487-8b03-e72108c2fc7b" providerId="ADAL" clId="{61D24F8C-0821-42F2-8122-07F99702AD71}" dt="2024-05-02T21:03:27.717" v="1602" actId="1076"/>
        <pc:sldMkLst>
          <pc:docMk/>
          <pc:sldMk cId="3409235744" sldId="318"/>
        </pc:sldMkLst>
        <pc:spChg chg="mod">
          <ac:chgData name="Andrew Tleon" userId="cac2191e-db1b-4487-8b03-e72108c2fc7b" providerId="ADAL" clId="{61D24F8C-0821-42F2-8122-07F99702AD71}" dt="2024-05-02T21:02:46.128" v="1598" actId="108"/>
          <ac:spMkLst>
            <pc:docMk/>
            <pc:sldMk cId="3409235744" sldId="318"/>
            <ac:spMk id="2" creationId="{417D77D2-8992-4C0E-B294-08CA1B62AE72}"/>
          </ac:spMkLst>
        </pc:spChg>
        <pc:spChg chg="mod">
          <ac:chgData name="Andrew Tleon" userId="cac2191e-db1b-4487-8b03-e72108c2fc7b" providerId="ADAL" clId="{61D24F8C-0821-42F2-8122-07F99702AD71}" dt="2024-05-02T21:01:16.002" v="1530" actId="6549"/>
          <ac:spMkLst>
            <pc:docMk/>
            <pc:sldMk cId="3409235744" sldId="318"/>
            <ac:spMk id="3" creationId="{3F596C06-E0D3-5025-3A48-15DE494C1DFA}"/>
          </ac:spMkLst>
        </pc:spChg>
        <pc:spChg chg="del mod">
          <ac:chgData name="Andrew Tleon" userId="cac2191e-db1b-4487-8b03-e72108c2fc7b" providerId="ADAL" clId="{61D24F8C-0821-42F2-8122-07F99702AD71}" dt="2024-05-02T21:01:02.895" v="1521" actId="478"/>
          <ac:spMkLst>
            <pc:docMk/>
            <pc:sldMk cId="3409235744" sldId="318"/>
            <ac:spMk id="4" creationId="{8F826745-303B-70E2-B156-49F1471FD78B}"/>
          </ac:spMkLst>
        </pc:spChg>
        <pc:spChg chg="del mod">
          <ac:chgData name="Andrew Tleon" userId="cac2191e-db1b-4487-8b03-e72108c2fc7b" providerId="ADAL" clId="{61D24F8C-0821-42F2-8122-07F99702AD71}" dt="2024-05-02T21:01:04" v="1522" actId="478"/>
          <ac:spMkLst>
            <pc:docMk/>
            <pc:sldMk cId="3409235744" sldId="318"/>
            <ac:spMk id="5" creationId="{C2DA5119-53FC-B78F-E763-21868055B66F}"/>
          </ac:spMkLst>
        </pc:spChg>
        <pc:spChg chg="add mod">
          <ac:chgData name="Andrew Tleon" userId="cac2191e-db1b-4487-8b03-e72108c2fc7b" providerId="ADAL" clId="{61D24F8C-0821-42F2-8122-07F99702AD71}" dt="2024-05-02T21:03:27.717" v="1602" actId="1076"/>
          <ac:spMkLst>
            <pc:docMk/>
            <pc:sldMk cId="3409235744" sldId="318"/>
            <ac:spMk id="7" creationId="{F22660CB-653D-4847-1782-9306CE2E4DC5}"/>
          </ac:spMkLst>
        </pc:spChg>
        <pc:picChg chg="add mod">
          <ac:chgData name="Andrew Tleon" userId="cac2191e-db1b-4487-8b03-e72108c2fc7b" providerId="ADAL" clId="{61D24F8C-0821-42F2-8122-07F99702AD71}" dt="2024-05-02T21:03:17.600" v="1600" actId="1076"/>
          <ac:picMkLst>
            <pc:docMk/>
            <pc:sldMk cId="3409235744" sldId="318"/>
            <ac:picMk id="6" creationId="{683976F8-5063-1C2D-72CE-231552DE26FD}"/>
          </ac:picMkLst>
        </pc:picChg>
      </pc:sldChg>
      <pc:sldChg chg="modSp mod">
        <pc:chgData name="Andrew Tleon" userId="cac2191e-db1b-4487-8b03-e72108c2fc7b" providerId="ADAL" clId="{61D24F8C-0821-42F2-8122-07F99702AD71}" dt="2024-05-02T20:58:47.909" v="1500" actId="20577"/>
        <pc:sldMkLst>
          <pc:docMk/>
          <pc:sldMk cId="3008620237" sldId="319"/>
        </pc:sldMkLst>
        <pc:spChg chg="mod">
          <ac:chgData name="Andrew Tleon" userId="cac2191e-db1b-4487-8b03-e72108c2fc7b" providerId="ADAL" clId="{61D24F8C-0821-42F2-8122-07F99702AD71}" dt="2024-05-02T20:58:47.909" v="1500" actId="20577"/>
          <ac:spMkLst>
            <pc:docMk/>
            <pc:sldMk cId="3008620237" sldId="319"/>
            <ac:spMk id="2" creationId="{5EF71980-EB2F-3CF5-269C-BCCCFB135280}"/>
          </ac:spMkLst>
        </pc:spChg>
      </pc:sldChg>
      <pc:sldChg chg="modSp del mod">
        <pc:chgData name="Andrew Tleon" userId="cac2191e-db1b-4487-8b03-e72108c2fc7b" providerId="ADAL" clId="{61D24F8C-0821-42F2-8122-07F99702AD71}" dt="2024-05-02T21:03:31.271" v="1603" actId="47"/>
        <pc:sldMkLst>
          <pc:docMk/>
          <pc:sldMk cId="930053981" sldId="321"/>
        </pc:sldMkLst>
        <pc:spChg chg="mod">
          <ac:chgData name="Andrew Tleon" userId="cac2191e-db1b-4487-8b03-e72108c2fc7b" providerId="ADAL" clId="{61D24F8C-0821-42F2-8122-07F99702AD71}" dt="2024-05-02T20:59:44.839" v="1519" actId="20577"/>
          <ac:spMkLst>
            <pc:docMk/>
            <pc:sldMk cId="930053981" sldId="321"/>
            <ac:spMk id="2" creationId="{5EF71980-EB2F-3CF5-269C-BCCCFB135280}"/>
          </ac:spMkLst>
        </pc:spChg>
        <pc:spChg chg="mod">
          <ac:chgData name="Andrew Tleon" userId="cac2191e-db1b-4487-8b03-e72108c2fc7b" providerId="ADAL" clId="{61D24F8C-0821-42F2-8122-07F99702AD71}" dt="2024-05-02T20:42:59.334" v="635" actId="20577"/>
          <ac:spMkLst>
            <pc:docMk/>
            <pc:sldMk cId="930053981" sldId="321"/>
            <ac:spMk id="3" creationId="{8DA06316-10C3-36C5-3BC5-5C51C87161AD}"/>
          </ac:spMkLst>
        </pc:spChg>
      </pc:sldChg>
      <pc:sldChg chg="delSp modSp add del mod">
        <pc:chgData name="Andrew Tleon" userId="cac2191e-db1b-4487-8b03-e72108c2fc7b" providerId="ADAL" clId="{61D24F8C-0821-42F2-8122-07F99702AD71}" dt="2024-05-02T20:48:46.184" v="871" actId="47"/>
        <pc:sldMkLst>
          <pc:docMk/>
          <pc:sldMk cId="3201995167" sldId="322"/>
        </pc:sldMkLst>
        <pc:spChg chg="mod">
          <ac:chgData name="Andrew Tleon" userId="cac2191e-db1b-4487-8b03-e72108c2fc7b" providerId="ADAL" clId="{61D24F8C-0821-42F2-8122-07F99702AD71}" dt="2024-05-02T20:48:43.726" v="870" actId="20577"/>
          <ac:spMkLst>
            <pc:docMk/>
            <pc:sldMk cId="3201995167" sldId="322"/>
            <ac:spMk id="2" creationId="{5EF71980-EB2F-3CF5-269C-BCCCFB135280}"/>
          </ac:spMkLst>
        </pc:spChg>
        <pc:spChg chg="mod">
          <ac:chgData name="Andrew Tleon" userId="cac2191e-db1b-4487-8b03-e72108c2fc7b" providerId="ADAL" clId="{61D24F8C-0821-42F2-8122-07F99702AD71}" dt="2024-05-02T20:43:22.736" v="685" actId="6549"/>
          <ac:spMkLst>
            <pc:docMk/>
            <pc:sldMk cId="3201995167" sldId="322"/>
            <ac:spMk id="3" creationId="{8DA06316-10C3-36C5-3BC5-5C51C87161AD}"/>
          </ac:spMkLst>
        </pc:spChg>
        <pc:spChg chg="del">
          <ac:chgData name="Andrew Tleon" userId="cac2191e-db1b-4487-8b03-e72108c2fc7b" providerId="ADAL" clId="{61D24F8C-0821-42F2-8122-07F99702AD71}" dt="2024-05-02T20:46:24.673" v="768" actId="478"/>
          <ac:spMkLst>
            <pc:docMk/>
            <pc:sldMk cId="3201995167" sldId="322"/>
            <ac:spMk id="4" creationId="{56E4DAAE-E290-616D-7DAD-62647BF9D7B5}"/>
          </ac:spMkLst>
        </pc:spChg>
      </pc:sldChg>
      <pc:sldChg chg="delSp modSp add del mod">
        <pc:chgData name="Andrew Tleon" userId="cac2191e-db1b-4487-8b03-e72108c2fc7b" providerId="ADAL" clId="{61D24F8C-0821-42F2-8122-07F99702AD71}" dt="2024-05-02T20:45:57.545" v="760" actId="47"/>
        <pc:sldMkLst>
          <pc:docMk/>
          <pc:sldMk cId="873074377" sldId="323"/>
        </pc:sldMkLst>
        <pc:spChg chg="mod">
          <ac:chgData name="Andrew Tleon" userId="cac2191e-db1b-4487-8b03-e72108c2fc7b" providerId="ADAL" clId="{61D24F8C-0821-42F2-8122-07F99702AD71}" dt="2024-05-02T20:44:28.028" v="737" actId="20577"/>
          <ac:spMkLst>
            <pc:docMk/>
            <pc:sldMk cId="873074377" sldId="323"/>
            <ac:spMk id="2" creationId="{5EF71980-EB2F-3CF5-269C-BCCCFB135280}"/>
          </ac:spMkLst>
        </pc:spChg>
        <pc:spChg chg="mod">
          <ac:chgData name="Andrew Tleon" userId="cac2191e-db1b-4487-8b03-e72108c2fc7b" providerId="ADAL" clId="{61D24F8C-0821-42F2-8122-07F99702AD71}" dt="2024-05-02T20:44:17.055" v="726" actId="20577"/>
          <ac:spMkLst>
            <pc:docMk/>
            <pc:sldMk cId="873074377" sldId="323"/>
            <ac:spMk id="3" creationId="{8DA06316-10C3-36C5-3BC5-5C51C87161AD}"/>
          </ac:spMkLst>
        </pc:spChg>
        <pc:spChg chg="del">
          <ac:chgData name="Andrew Tleon" userId="cac2191e-db1b-4487-8b03-e72108c2fc7b" providerId="ADAL" clId="{61D24F8C-0821-42F2-8122-07F99702AD71}" dt="2024-05-02T20:44:20.024" v="727" actId="478"/>
          <ac:spMkLst>
            <pc:docMk/>
            <pc:sldMk cId="873074377" sldId="323"/>
            <ac:spMk id="4" creationId="{56E4DAAE-E290-616D-7DAD-62647BF9D7B5}"/>
          </ac:spMkLst>
        </pc:spChg>
      </pc:sldChg>
    </pc:docChg>
  </pc:docChgLst>
  <pc:docChgLst>
    <pc:chgData name="Tleon, Andrew R (US)" userId="cac2191e-db1b-4487-8b03-e72108c2fc7b" providerId="ADAL" clId="{B6F82F5F-C9C6-448A-BC20-0C85FDAD9423}"/>
    <pc:docChg chg="undo redo custSel addSld delSld modSld sldOrd">
      <pc:chgData name="Tleon, Andrew R (US)" userId="cac2191e-db1b-4487-8b03-e72108c2fc7b" providerId="ADAL" clId="{B6F82F5F-C9C6-448A-BC20-0C85FDAD9423}" dt="2024-03-04T23:01:47.085" v="2207" actId="20577"/>
      <pc:docMkLst>
        <pc:docMk/>
      </pc:docMkLst>
      <pc:sldChg chg="addSp delSp modSp add mod modNotesTx">
        <pc:chgData name="Tleon, Andrew R (US)" userId="cac2191e-db1b-4487-8b03-e72108c2fc7b" providerId="ADAL" clId="{B6F82F5F-C9C6-448A-BC20-0C85FDAD9423}" dt="2024-03-04T22:31:03.627" v="473" actId="1076"/>
        <pc:sldMkLst>
          <pc:docMk/>
          <pc:sldMk cId="1082074433" sldId="258"/>
        </pc:sldMkLst>
        <pc:spChg chg="del mod">
          <ac:chgData name="Tleon, Andrew R (US)" userId="cac2191e-db1b-4487-8b03-e72108c2fc7b" providerId="ADAL" clId="{B6F82F5F-C9C6-448A-BC20-0C85FDAD9423}" dt="2024-03-04T22:30:18.844" v="466" actId="478"/>
          <ac:spMkLst>
            <pc:docMk/>
            <pc:sldMk cId="1082074433" sldId="258"/>
            <ac:spMk id="2" creationId="{DEFD0A12-187C-4A65-9A9A-50677526CD95}"/>
          </ac:spMkLst>
        </pc:spChg>
        <pc:spChg chg="del mod">
          <ac:chgData name="Tleon, Andrew R (US)" userId="cac2191e-db1b-4487-8b03-e72108c2fc7b" providerId="ADAL" clId="{B6F82F5F-C9C6-448A-BC20-0C85FDAD9423}" dt="2024-03-04T22:30:29.133" v="469" actId="478"/>
          <ac:spMkLst>
            <pc:docMk/>
            <pc:sldMk cId="1082074433" sldId="258"/>
            <ac:spMk id="3" creationId="{5D5D92EE-EC76-AA07-5395-C17238120C8D}"/>
          </ac:spMkLst>
        </pc:spChg>
        <pc:spChg chg="add del mod">
          <ac:chgData name="Tleon, Andrew R (US)" userId="cac2191e-db1b-4487-8b03-e72108c2fc7b" providerId="ADAL" clId="{B6F82F5F-C9C6-448A-BC20-0C85FDAD9423}" dt="2024-03-04T22:29:51.564" v="441"/>
          <ac:spMkLst>
            <pc:docMk/>
            <pc:sldMk cId="1082074433" sldId="258"/>
            <ac:spMk id="4" creationId="{3BA6D56F-221E-ABD5-F969-A6F4D2EFFE6F}"/>
          </ac:spMkLst>
        </pc:spChg>
        <pc:spChg chg="add mod">
          <ac:chgData name="Tleon, Andrew R (US)" userId="cac2191e-db1b-4487-8b03-e72108c2fc7b" providerId="ADAL" clId="{B6F82F5F-C9C6-448A-BC20-0C85FDAD9423}" dt="2024-03-04T22:31:03.627" v="473" actId="1076"/>
          <ac:spMkLst>
            <pc:docMk/>
            <pc:sldMk cId="1082074433" sldId="258"/>
            <ac:spMk id="7" creationId="{87B6DA67-04B9-67CA-FEF5-45406A08DF19}"/>
          </ac:spMkLst>
        </pc:spChg>
        <pc:picChg chg="add del mod">
          <ac:chgData name="Tleon, Andrew R (US)" userId="cac2191e-db1b-4487-8b03-e72108c2fc7b" providerId="ADAL" clId="{B6F82F5F-C9C6-448A-BC20-0C85FDAD9423}" dt="2024-03-04T22:30:04.343" v="446" actId="478"/>
          <ac:picMkLst>
            <pc:docMk/>
            <pc:sldMk cId="1082074433" sldId="258"/>
            <ac:picMk id="6" creationId="{64A57E78-A103-2771-54CB-FBC5BBC66147}"/>
          </ac:picMkLst>
        </pc:picChg>
      </pc:sldChg>
      <pc:sldChg chg="addSp delSp modSp add mod">
        <pc:chgData name="Tleon, Andrew R (US)" userId="cac2191e-db1b-4487-8b03-e72108c2fc7b" providerId="ADAL" clId="{B6F82F5F-C9C6-448A-BC20-0C85FDAD9423}" dt="2024-03-04T22:53:40.757" v="1779" actId="1076"/>
        <pc:sldMkLst>
          <pc:docMk/>
          <pc:sldMk cId="2857538869" sldId="259"/>
        </pc:sldMkLst>
        <pc:spChg chg="mod">
          <ac:chgData name="Tleon, Andrew R (US)" userId="cac2191e-db1b-4487-8b03-e72108c2fc7b" providerId="ADAL" clId="{B6F82F5F-C9C6-448A-BC20-0C85FDAD9423}" dt="2024-03-04T22:53:19.454" v="1772" actId="1076"/>
          <ac:spMkLst>
            <pc:docMk/>
            <pc:sldMk cId="2857538869" sldId="259"/>
            <ac:spMk id="5" creationId="{297FA2F6-CE91-B96E-22F9-C2F1FEF5DB7F}"/>
          </ac:spMkLst>
        </pc:spChg>
        <pc:spChg chg="del mod">
          <ac:chgData name="Tleon, Andrew R (US)" userId="cac2191e-db1b-4487-8b03-e72108c2fc7b" providerId="ADAL" clId="{B6F82F5F-C9C6-448A-BC20-0C85FDAD9423}" dt="2024-03-04T22:53:30.611" v="1776" actId="478"/>
          <ac:spMkLst>
            <pc:docMk/>
            <pc:sldMk cId="2857538869" sldId="259"/>
            <ac:spMk id="6" creationId="{FABFDBDD-A8BA-5F59-0831-B8D7A8ADD9C9}"/>
          </ac:spMkLst>
        </pc:spChg>
        <pc:spChg chg="add mod">
          <ac:chgData name="Tleon, Andrew R (US)" userId="cac2191e-db1b-4487-8b03-e72108c2fc7b" providerId="ADAL" clId="{B6F82F5F-C9C6-448A-BC20-0C85FDAD9423}" dt="2024-03-04T22:53:40.757" v="1779" actId="1076"/>
          <ac:spMkLst>
            <pc:docMk/>
            <pc:sldMk cId="2857538869" sldId="259"/>
            <ac:spMk id="9" creationId="{E39EE321-61BA-E474-155C-54A29D8D908B}"/>
          </ac:spMkLst>
        </pc:spChg>
        <pc:spChg chg="add mod">
          <ac:chgData name="Tleon, Andrew R (US)" userId="cac2191e-db1b-4487-8b03-e72108c2fc7b" providerId="ADAL" clId="{B6F82F5F-C9C6-448A-BC20-0C85FDAD9423}" dt="2024-03-04T22:53:36.375" v="1778" actId="1076"/>
          <ac:spMkLst>
            <pc:docMk/>
            <pc:sldMk cId="2857538869" sldId="259"/>
            <ac:spMk id="10" creationId="{8DE24197-945B-8635-E768-3EA93AA97DDF}"/>
          </ac:spMkLst>
        </pc:spChg>
        <pc:spChg chg="del mod">
          <ac:chgData name="Tleon, Andrew R (US)" userId="cac2191e-db1b-4487-8b03-e72108c2fc7b" providerId="ADAL" clId="{B6F82F5F-C9C6-448A-BC20-0C85FDAD9423}" dt="2024-03-04T22:53:06.366" v="1745" actId="478"/>
          <ac:spMkLst>
            <pc:docMk/>
            <pc:sldMk cId="2857538869" sldId="259"/>
            <ac:spMk id="15" creationId="{3B7D4104-0B6A-4760-B1D6-F1D4FCCD1F96}"/>
          </ac:spMkLst>
        </pc:spChg>
        <pc:spChg chg="mod">
          <ac:chgData name="Tleon, Andrew R (US)" userId="cac2191e-db1b-4487-8b03-e72108c2fc7b" providerId="ADAL" clId="{B6F82F5F-C9C6-448A-BC20-0C85FDAD9423}" dt="2024-03-04T22:31:58.450" v="511" actId="20577"/>
          <ac:spMkLst>
            <pc:docMk/>
            <pc:sldMk cId="2857538869" sldId="259"/>
            <ac:spMk id="16" creationId="{4A5E25C4-CC05-4D1F-8836-B75BA0BA6A76}"/>
          </ac:spMkLst>
        </pc:spChg>
        <pc:spChg chg="mod">
          <ac:chgData name="Tleon, Andrew R (US)" userId="cac2191e-db1b-4487-8b03-e72108c2fc7b" providerId="ADAL" clId="{B6F82F5F-C9C6-448A-BC20-0C85FDAD9423}" dt="2024-03-04T22:52:34.792" v="1676" actId="1036"/>
          <ac:spMkLst>
            <pc:docMk/>
            <pc:sldMk cId="2857538869" sldId="259"/>
            <ac:spMk id="38" creationId="{F0B13227-D505-4452-A43B-011085FD3323}"/>
          </ac:spMkLst>
        </pc:spChg>
        <pc:spChg chg="del mod">
          <ac:chgData name="Tleon, Andrew R (US)" userId="cac2191e-db1b-4487-8b03-e72108c2fc7b" providerId="ADAL" clId="{B6F82F5F-C9C6-448A-BC20-0C85FDAD9423}" dt="2024-03-04T22:53:29.654" v="1775" actId="478"/>
          <ac:spMkLst>
            <pc:docMk/>
            <pc:sldMk cId="2857538869" sldId="259"/>
            <ac:spMk id="120" creationId="{A4556C62-76ED-43D2-8C14-1048179736FA}"/>
          </ac:spMkLst>
        </pc:spChg>
        <pc:spChg chg="del mod">
          <ac:chgData name="Tleon, Andrew R (US)" userId="cac2191e-db1b-4487-8b03-e72108c2fc7b" providerId="ADAL" clId="{B6F82F5F-C9C6-448A-BC20-0C85FDAD9423}" dt="2024-03-04T22:53:06.366" v="1745" actId="478"/>
          <ac:spMkLst>
            <pc:docMk/>
            <pc:sldMk cId="2857538869" sldId="259"/>
            <ac:spMk id="194" creationId="{AB97BD53-EA11-4BA4-978F-5B0144FFAC19}"/>
          </ac:spMkLst>
        </pc:spChg>
      </pc:sldChg>
      <pc:sldChg chg="add">
        <pc:chgData name="Tleon, Andrew R (US)" userId="cac2191e-db1b-4487-8b03-e72108c2fc7b" providerId="ADAL" clId="{B6F82F5F-C9C6-448A-BC20-0C85FDAD9423}" dt="2024-03-04T22:11:43.715" v="0"/>
        <pc:sldMkLst>
          <pc:docMk/>
          <pc:sldMk cId="3167103514" sldId="269"/>
        </pc:sldMkLst>
      </pc:sldChg>
      <pc:sldChg chg="modSp add mod">
        <pc:chgData name="Tleon, Andrew R (US)" userId="cac2191e-db1b-4487-8b03-e72108c2fc7b" providerId="ADAL" clId="{B6F82F5F-C9C6-448A-BC20-0C85FDAD9423}" dt="2024-03-04T22:11:57.293" v="38" actId="6549"/>
        <pc:sldMkLst>
          <pc:docMk/>
          <pc:sldMk cId="2498576639" sldId="300"/>
        </pc:sldMkLst>
        <pc:spChg chg="mod">
          <ac:chgData name="Tleon, Andrew R (US)" userId="cac2191e-db1b-4487-8b03-e72108c2fc7b" providerId="ADAL" clId="{B6F82F5F-C9C6-448A-BC20-0C85FDAD9423}" dt="2024-03-04T22:11:43.821" v="2" actId="27636"/>
          <ac:spMkLst>
            <pc:docMk/>
            <pc:sldMk cId="2498576639" sldId="300"/>
            <ac:spMk id="2" creationId="{411BC57B-165A-30B8-7B66-FE91BE5EEA3C}"/>
          </ac:spMkLst>
        </pc:spChg>
        <pc:spChg chg="mod">
          <ac:chgData name="Tleon, Andrew R (US)" userId="cac2191e-db1b-4487-8b03-e72108c2fc7b" providerId="ADAL" clId="{B6F82F5F-C9C6-448A-BC20-0C85FDAD9423}" dt="2024-03-04T22:11:43.818" v="1" actId="27636"/>
          <ac:spMkLst>
            <pc:docMk/>
            <pc:sldMk cId="2498576639" sldId="300"/>
            <ac:spMk id="3" creationId="{5705AA8C-565A-A851-C5E9-A81881E14B51}"/>
          </ac:spMkLst>
        </pc:spChg>
        <pc:spChg chg="mod">
          <ac:chgData name="Tleon, Andrew R (US)" userId="cac2191e-db1b-4487-8b03-e72108c2fc7b" providerId="ADAL" clId="{B6F82F5F-C9C6-448A-BC20-0C85FDAD9423}" dt="2024-03-04T22:11:57.293" v="38" actId="6549"/>
          <ac:spMkLst>
            <pc:docMk/>
            <pc:sldMk cId="2498576639" sldId="300"/>
            <ac:spMk id="5" creationId="{F71E5F27-D4C1-FB49-DCE7-41ECA1462048}"/>
          </ac:spMkLst>
        </pc:spChg>
      </pc:sldChg>
      <pc:sldChg chg="modSp add del mod">
        <pc:chgData name="Tleon, Andrew R (US)" userId="cac2191e-db1b-4487-8b03-e72108c2fc7b" providerId="ADAL" clId="{B6F82F5F-C9C6-448A-BC20-0C85FDAD9423}" dt="2024-03-04T22:17:15.210" v="274" actId="47"/>
        <pc:sldMkLst>
          <pc:docMk/>
          <pc:sldMk cId="4044962665" sldId="303"/>
        </pc:sldMkLst>
        <pc:spChg chg="mod">
          <ac:chgData name="Tleon, Andrew R (US)" userId="cac2191e-db1b-4487-8b03-e72108c2fc7b" providerId="ADAL" clId="{B6F82F5F-C9C6-448A-BC20-0C85FDAD9423}" dt="2024-03-04T22:11:43.829" v="3" actId="27636"/>
          <ac:spMkLst>
            <pc:docMk/>
            <pc:sldMk cId="4044962665" sldId="303"/>
            <ac:spMk id="5" creationId="{E0FB4020-F806-7858-C60A-13DD742814D3}"/>
          </ac:spMkLst>
        </pc:spChg>
      </pc:sldChg>
      <pc:sldChg chg="modSp add mod">
        <pc:chgData name="Tleon, Andrew R (US)" userId="cac2191e-db1b-4487-8b03-e72108c2fc7b" providerId="ADAL" clId="{B6F82F5F-C9C6-448A-BC20-0C85FDAD9423}" dt="2024-03-04T22:17:12.795" v="273" actId="20577"/>
        <pc:sldMkLst>
          <pc:docMk/>
          <pc:sldMk cId="3670342032" sldId="306"/>
        </pc:sldMkLst>
        <pc:spChg chg="mod">
          <ac:chgData name="Tleon, Andrew R (US)" userId="cac2191e-db1b-4487-8b03-e72108c2fc7b" providerId="ADAL" clId="{B6F82F5F-C9C6-448A-BC20-0C85FDAD9423}" dt="2024-03-04T22:17:12.795" v="273" actId="20577"/>
          <ac:spMkLst>
            <pc:docMk/>
            <pc:sldMk cId="3670342032" sldId="306"/>
            <ac:spMk id="2" creationId="{5EF71980-EB2F-3CF5-269C-BCCCFB135280}"/>
          </ac:spMkLst>
        </pc:spChg>
      </pc:sldChg>
      <pc:sldChg chg="addSp delSp modSp add mod">
        <pc:chgData name="Tleon, Andrew R (US)" userId="cac2191e-db1b-4487-8b03-e72108c2fc7b" providerId="ADAL" clId="{B6F82F5F-C9C6-448A-BC20-0C85FDAD9423}" dt="2024-03-04T22:27:56.761" v="434" actId="1076"/>
        <pc:sldMkLst>
          <pc:docMk/>
          <pc:sldMk cId="1101043062" sldId="307"/>
        </pc:sldMkLst>
        <pc:spChg chg="mod">
          <ac:chgData name="Tleon, Andrew R (US)" userId="cac2191e-db1b-4487-8b03-e72108c2fc7b" providerId="ADAL" clId="{B6F82F5F-C9C6-448A-BC20-0C85FDAD9423}" dt="2024-03-04T22:25:52.739" v="411" actId="113"/>
          <ac:spMkLst>
            <pc:docMk/>
            <pc:sldMk cId="1101043062" sldId="307"/>
            <ac:spMk id="2" creationId="{5EF71980-EB2F-3CF5-269C-BCCCFB135280}"/>
          </ac:spMkLst>
        </pc:spChg>
        <pc:picChg chg="add mod">
          <ac:chgData name="Tleon, Andrew R (US)" userId="cac2191e-db1b-4487-8b03-e72108c2fc7b" providerId="ADAL" clId="{B6F82F5F-C9C6-448A-BC20-0C85FDAD9423}" dt="2024-03-04T22:27:56.761" v="434" actId="1076"/>
          <ac:picMkLst>
            <pc:docMk/>
            <pc:sldMk cId="1101043062" sldId="307"/>
            <ac:picMk id="5" creationId="{DD1D2D18-550B-313E-A3BC-4DD31BC4BA6B}"/>
          </ac:picMkLst>
        </pc:picChg>
        <pc:picChg chg="add mod">
          <ac:chgData name="Tleon, Andrew R (US)" userId="cac2191e-db1b-4487-8b03-e72108c2fc7b" providerId="ADAL" clId="{B6F82F5F-C9C6-448A-BC20-0C85FDAD9423}" dt="2024-03-04T22:27:56.761" v="434" actId="1076"/>
          <ac:picMkLst>
            <pc:docMk/>
            <pc:sldMk cId="1101043062" sldId="307"/>
            <ac:picMk id="7" creationId="{7094E460-8E24-D204-B91A-ED81B7675C7E}"/>
          </ac:picMkLst>
        </pc:picChg>
        <pc:picChg chg="add del mod">
          <ac:chgData name="Tleon, Andrew R (US)" userId="cac2191e-db1b-4487-8b03-e72108c2fc7b" providerId="ADAL" clId="{B6F82F5F-C9C6-448A-BC20-0C85FDAD9423}" dt="2024-03-04T22:25:48.402" v="410" actId="478"/>
          <ac:picMkLst>
            <pc:docMk/>
            <pc:sldMk cId="1101043062" sldId="307"/>
            <ac:picMk id="8" creationId="{3FDD79B1-A47E-1ED4-EED8-8F02F0CE57FD}"/>
          </ac:picMkLst>
        </pc:picChg>
        <pc:picChg chg="add mod">
          <ac:chgData name="Tleon, Andrew R (US)" userId="cac2191e-db1b-4487-8b03-e72108c2fc7b" providerId="ADAL" clId="{B6F82F5F-C9C6-448A-BC20-0C85FDAD9423}" dt="2024-03-04T22:27:56.761" v="434" actId="1076"/>
          <ac:picMkLst>
            <pc:docMk/>
            <pc:sldMk cId="1101043062" sldId="307"/>
            <ac:picMk id="10" creationId="{3B776520-A7D6-5C70-4300-A7653D2DE23E}"/>
          </ac:picMkLst>
        </pc:picChg>
        <pc:picChg chg="add mod">
          <ac:chgData name="Tleon, Andrew R (US)" userId="cac2191e-db1b-4487-8b03-e72108c2fc7b" providerId="ADAL" clId="{B6F82F5F-C9C6-448A-BC20-0C85FDAD9423}" dt="2024-03-04T22:27:56.761" v="434" actId="1076"/>
          <ac:picMkLst>
            <pc:docMk/>
            <pc:sldMk cId="1101043062" sldId="307"/>
            <ac:picMk id="12" creationId="{DE59D293-7FD9-B700-B4B7-52B318906958}"/>
          </ac:picMkLst>
        </pc:picChg>
        <pc:picChg chg="add mod">
          <ac:chgData name="Tleon, Andrew R (US)" userId="cac2191e-db1b-4487-8b03-e72108c2fc7b" providerId="ADAL" clId="{B6F82F5F-C9C6-448A-BC20-0C85FDAD9423}" dt="2024-03-04T22:26:40.572" v="415" actId="1076"/>
          <ac:picMkLst>
            <pc:docMk/>
            <pc:sldMk cId="1101043062" sldId="307"/>
            <ac:picMk id="14" creationId="{1D16F1F7-7497-A558-C394-A3EAC1C84B58}"/>
          </ac:picMkLst>
        </pc:picChg>
        <pc:picChg chg="del">
          <ac:chgData name="Tleon, Andrew R (US)" userId="cac2191e-db1b-4487-8b03-e72108c2fc7b" providerId="ADAL" clId="{B6F82F5F-C9C6-448A-BC20-0C85FDAD9423}" dt="2024-03-04T22:17:18.080" v="275" actId="478"/>
          <ac:picMkLst>
            <pc:docMk/>
            <pc:sldMk cId="1101043062" sldId="307"/>
            <ac:picMk id="1026" creationId="{AEC529A1-F2BC-0986-82AF-24E6FBF14360}"/>
          </ac:picMkLst>
        </pc:picChg>
      </pc:sldChg>
      <pc:sldChg chg="add del">
        <pc:chgData name="Tleon, Andrew R (US)" userId="cac2191e-db1b-4487-8b03-e72108c2fc7b" providerId="ADAL" clId="{B6F82F5F-C9C6-448A-BC20-0C85FDAD9423}" dt="2024-03-04T22:16:26.359" v="215" actId="47"/>
        <pc:sldMkLst>
          <pc:docMk/>
          <pc:sldMk cId="169049281" sldId="308"/>
        </pc:sldMkLst>
      </pc:sldChg>
      <pc:sldChg chg="add del">
        <pc:chgData name="Tleon, Andrew R (US)" userId="cac2191e-db1b-4487-8b03-e72108c2fc7b" providerId="ADAL" clId="{B6F82F5F-C9C6-448A-BC20-0C85FDAD9423}" dt="2024-03-04T22:16:39.225" v="219" actId="47"/>
        <pc:sldMkLst>
          <pc:docMk/>
          <pc:sldMk cId="3707330041" sldId="310"/>
        </pc:sldMkLst>
      </pc:sldChg>
      <pc:sldChg chg="modSp add mod ord">
        <pc:chgData name="Tleon, Andrew R (US)" userId="cac2191e-db1b-4487-8b03-e72108c2fc7b" providerId="ADAL" clId="{B6F82F5F-C9C6-448A-BC20-0C85FDAD9423}" dt="2024-03-04T22:52:07.982" v="1647" actId="20577"/>
        <pc:sldMkLst>
          <pc:docMk/>
          <pc:sldMk cId="1154011544" sldId="311"/>
        </pc:sldMkLst>
        <pc:spChg chg="mod">
          <ac:chgData name="Tleon, Andrew R (US)" userId="cac2191e-db1b-4487-8b03-e72108c2fc7b" providerId="ADAL" clId="{B6F82F5F-C9C6-448A-BC20-0C85FDAD9423}" dt="2024-03-04T22:52:07.982" v="1647" actId="20577"/>
          <ac:spMkLst>
            <pc:docMk/>
            <pc:sldMk cId="1154011544" sldId="311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B6F82F5F-C9C6-448A-BC20-0C85FDAD9423}" dt="2024-03-04T22:42:14.809" v="835" actId="20577"/>
          <ac:spMkLst>
            <pc:docMk/>
            <pc:sldMk cId="1154011544" sldId="311"/>
            <ac:spMk id="3" creationId="{8DA06316-10C3-36C5-3BC5-5C51C87161AD}"/>
          </ac:spMkLst>
        </pc:spChg>
      </pc:sldChg>
      <pc:sldChg chg="add">
        <pc:chgData name="Tleon, Andrew R (US)" userId="cac2191e-db1b-4487-8b03-e72108c2fc7b" providerId="ADAL" clId="{B6F82F5F-C9C6-448A-BC20-0C85FDAD9423}" dt="2024-03-04T22:11:43.715" v="0"/>
        <pc:sldMkLst>
          <pc:docMk/>
          <pc:sldMk cId="4113613052" sldId="312"/>
        </pc:sldMkLst>
      </pc:sldChg>
      <pc:sldChg chg="add del">
        <pc:chgData name="Tleon, Andrew R (US)" userId="cac2191e-db1b-4487-8b03-e72108c2fc7b" providerId="ADAL" clId="{B6F82F5F-C9C6-448A-BC20-0C85FDAD9423}" dt="2024-03-04T22:28:23.419" v="435" actId="47"/>
        <pc:sldMkLst>
          <pc:docMk/>
          <pc:sldMk cId="1673593389" sldId="314"/>
        </pc:sldMkLst>
      </pc:sldChg>
      <pc:sldChg chg="add del">
        <pc:chgData name="Tleon, Andrew R (US)" userId="cac2191e-db1b-4487-8b03-e72108c2fc7b" providerId="ADAL" clId="{B6F82F5F-C9C6-448A-BC20-0C85FDAD9423}" dt="2024-03-04T22:28:29.427" v="438" actId="47"/>
        <pc:sldMkLst>
          <pc:docMk/>
          <pc:sldMk cId="358294362" sldId="315"/>
        </pc:sldMkLst>
      </pc:sldChg>
      <pc:sldChg chg="add del">
        <pc:chgData name="Tleon, Andrew R (US)" userId="cac2191e-db1b-4487-8b03-e72108c2fc7b" providerId="ADAL" clId="{B6F82F5F-C9C6-448A-BC20-0C85FDAD9423}" dt="2024-03-04T22:28:25.729" v="436" actId="47"/>
        <pc:sldMkLst>
          <pc:docMk/>
          <pc:sldMk cId="2715736420" sldId="316"/>
        </pc:sldMkLst>
      </pc:sldChg>
      <pc:sldChg chg="add del">
        <pc:chgData name="Tleon, Andrew R (US)" userId="cac2191e-db1b-4487-8b03-e72108c2fc7b" providerId="ADAL" clId="{B6F82F5F-C9C6-448A-BC20-0C85FDAD9423}" dt="2024-03-04T22:28:28.450" v="437" actId="47"/>
        <pc:sldMkLst>
          <pc:docMk/>
          <pc:sldMk cId="3744460842" sldId="317"/>
        </pc:sldMkLst>
      </pc:sldChg>
      <pc:sldChg chg="add del">
        <pc:chgData name="Tleon, Andrew R (US)" userId="cac2191e-db1b-4487-8b03-e72108c2fc7b" providerId="ADAL" clId="{B6F82F5F-C9C6-448A-BC20-0C85FDAD9423}" dt="2024-03-04T22:16:36.553" v="218" actId="47"/>
        <pc:sldMkLst>
          <pc:docMk/>
          <pc:sldMk cId="3065585445" sldId="318"/>
        </pc:sldMkLst>
      </pc:sldChg>
      <pc:sldChg chg="modSp add mod">
        <pc:chgData name="Tleon, Andrew R (US)" userId="cac2191e-db1b-4487-8b03-e72108c2fc7b" providerId="ADAL" clId="{B6F82F5F-C9C6-448A-BC20-0C85FDAD9423}" dt="2024-03-04T23:01:47.085" v="2207" actId="20577"/>
        <pc:sldMkLst>
          <pc:docMk/>
          <pc:sldMk cId="3409235744" sldId="318"/>
        </pc:sldMkLst>
        <pc:spChg chg="mod">
          <ac:chgData name="Tleon, Andrew R (US)" userId="cac2191e-db1b-4487-8b03-e72108c2fc7b" providerId="ADAL" clId="{B6F82F5F-C9C6-448A-BC20-0C85FDAD9423}" dt="2024-03-04T23:01:47.085" v="2207" actId="20577"/>
          <ac:spMkLst>
            <pc:docMk/>
            <pc:sldMk cId="3409235744" sldId="318"/>
            <ac:spMk id="2" creationId="{417D77D2-8992-4C0E-B294-08CA1B62AE72}"/>
          </ac:spMkLst>
        </pc:spChg>
        <pc:spChg chg="mod">
          <ac:chgData name="Tleon, Andrew R (US)" userId="cac2191e-db1b-4487-8b03-e72108c2fc7b" providerId="ADAL" clId="{B6F82F5F-C9C6-448A-BC20-0C85FDAD9423}" dt="2024-03-04T22:57:00.496" v="1834" actId="20577"/>
          <ac:spMkLst>
            <pc:docMk/>
            <pc:sldMk cId="3409235744" sldId="318"/>
            <ac:spMk id="3" creationId="{3F596C06-E0D3-5025-3A48-15DE494C1DFA}"/>
          </ac:spMkLst>
        </pc:spChg>
      </pc:sldChg>
      <pc:sldChg chg="add ord">
        <pc:chgData name="Tleon, Andrew R (US)" userId="cac2191e-db1b-4487-8b03-e72108c2fc7b" providerId="ADAL" clId="{B6F82F5F-C9C6-448A-BC20-0C85FDAD9423}" dt="2024-03-04T22:16:31.517" v="217"/>
        <pc:sldMkLst>
          <pc:docMk/>
          <pc:sldMk cId="251110336" sldId="319"/>
        </pc:sldMkLst>
      </pc:sldChg>
      <pc:sldChg chg="add del">
        <pc:chgData name="Tleon, Andrew R (US)" userId="cac2191e-db1b-4487-8b03-e72108c2fc7b" providerId="ADAL" clId="{B6F82F5F-C9C6-448A-BC20-0C85FDAD9423}" dt="2024-03-04T22:16:23.788" v="213"/>
        <pc:sldMkLst>
          <pc:docMk/>
          <pc:sldMk cId="1448700198" sldId="319"/>
        </pc:sldMkLst>
      </pc:sldChg>
      <pc:sldChg chg="add del">
        <pc:chgData name="Tleon, Andrew R (US)" userId="cac2191e-db1b-4487-8b03-e72108c2fc7b" providerId="ADAL" clId="{B6F82F5F-C9C6-448A-BC20-0C85FDAD9423}" dt="2024-03-04T23:01:43.120" v="2206" actId="47"/>
        <pc:sldMkLst>
          <pc:docMk/>
          <pc:sldMk cId="1099111887" sldId="320"/>
        </pc:sldMkLst>
      </pc:sldChg>
      <pc:sldChg chg="modSp add del mod">
        <pc:chgData name="Tleon, Andrew R (US)" userId="cac2191e-db1b-4487-8b03-e72108c2fc7b" providerId="ADAL" clId="{B6F82F5F-C9C6-448A-BC20-0C85FDAD9423}" dt="2024-03-04T22:56:48.474" v="1823" actId="47"/>
        <pc:sldMkLst>
          <pc:docMk/>
          <pc:sldMk cId="1058546789" sldId="321"/>
        </pc:sldMkLst>
        <pc:spChg chg="mod">
          <ac:chgData name="Tleon, Andrew R (US)" userId="cac2191e-db1b-4487-8b03-e72108c2fc7b" providerId="ADAL" clId="{B6F82F5F-C9C6-448A-BC20-0C85FDAD9423}" dt="2024-03-04T22:55:28.573" v="1821" actId="20577"/>
          <ac:spMkLst>
            <pc:docMk/>
            <pc:sldMk cId="1058546789" sldId="321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B6F82F5F-C9C6-448A-BC20-0C85FDAD9423}" dt="2024-03-04T22:55:21.297" v="1818" actId="20577"/>
          <ac:spMkLst>
            <pc:docMk/>
            <pc:sldMk cId="1058546789" sldId="321"/>
            <ac:spMk id="3" creationId="{8DA06316-10C3-36C5-3BC5-5C51C87161AD}"/>
          </ac:spMkLst>
        </pc:spChg>
      </pc:sldChg>
      <pc:sldMasterChg chg="delSldLayout">
        <pc:chgData name="Tleon, Andrew R (US)" userId="cac2191e-db1b-4487-8b03-e72108c2fc7b" providerId="ADAL" clId="{B6F82F5F-C9C6-448A-BC20-0C85FDAD9423}" dt="2024-03-04T22:17:15.210" v="274" actId="47"/>
        <pc:sldMasterMkLst>
          <pc:docMk/>
          <pc:sldMasterMk cId="2460954070" sldId="2147483660"/>
        </pc:sldMasterMkLst>
        <pc:sldLayoutChg chg="del">
          <pc:chgData name="Tleon, Andrew R (US)" userId="cac2191e-db1b-4487-8b03-e72108c2fc7b" providerId="ADAL" clId="{B6F82F5F-C9C6-448A-BC20-0C85FDAD9423}" dt="2024-03-04T22:17:15.210" v="274" actId="47"/>
          <pc:sldLayoutMkLst>
            <pc:docMk/>
            <pc:sldMasterMk cId="2460954070" sldId="2147483660"/>
            <pc:sldLayoutMk cId="3972521490" sldId="2147483674"/>
          </pc:sldLayoutMkLst>
        </pc:sldLayoutChg>
      </pc:sldMasterChg>
    </pc:docChg>
  </pc:docChgLst>
  <pc:docChgLst>
    <pc:chgData name="Merlock, Eli T (US)" userId="45280cb9-199c-4e28-9008-72657ab2a3e2" providerId="ADAL" clId="{2E832D03-46C1-4C49-B082-09EC849F56BD}"/>
    <pc:docChg chg="custSel modSld">
      <pc:chgData name="Merlock, Eli T (US)" userId="45280cb9-199c-4e28-9008-72657ab2a3e2" providerId="ADAL" clId="{2E832D03-46C1-4C49-B082-09EC849F56BD}" dt="2025-01-08T21:10:56.432" v="3" actId="478"/>
      <pc:docMkLst>
        <pc:docMk/>
      </pc:docMkLst>
      <pc:sldChg chg="delSp modSp mod">
        <pc:chgData name="Merlock, Eli T (US)" userId="45280cb9-199c-4e28-9008-72657ab2a3e2" providerId="ADAL" clId="{2E832D03-46C1-4C49-B082-09EC849F56BD}" dt="2025-01-08T21:10:56.432" v="3" actId="478"/>
        <pc:sldMkLst>
          <pc:docMk/>
          <pc:sldMk cId="549488020" sldId="323"/>
        </pc:sldMkLst>
        <pc:spChg chg="del mod">
          <ac:chgData name="Merlock, Eli T (US)" userId="45280cb9-199c-4e28-9008-72657ab2a3e2" providerId="ADAL" clId="{2E832D03-46C1-4C49-B082-09EC849F56BD}" dt="2025-01-08T21:10:56.432" v="3" actId="478"/>
          <ac:spMkLst>
            <pc:docMk/>
            <pc:sldMk cId="549488020" sldId="323"/>
            <ac:spMk id="2" creationId="{4F8BBF34-6A45-58E5-E385-6EB1833A3CBC}"/>
          </ac:spMkLst>
        </pc:spChg>
        <pc:graphicFrameChg chg="mod">
          <ac:chgData name="Merlock, Eli T (US)" userId="45280cb9-199c-4e28-9008-72657ab2a3e2" providerId="ADAL" clId="{2E832D03-46C1-4C49-B082-09EC849F56BD}" dt="2025-01-08T21:10:51.770" v="2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</pc:docChg>
  </pc:docChgLst>
  <pc:docChgLst>
    <pc:chgData name="Tleon, Andrew R (US)" userId="cac2191e-db1b-4487-8b03-e72108c2fc7b" providerId="ADAL" clId="{A4CB65D8-820C-4D62-B5B2-4F0B84CDE6B6}"/>
    <pc:docChg chg="modSld">
      <pc:chgData name="Tleon, Andrew R (US)" userId="cac2191e-db1b-4487-8b03-e72108c2fc7b" providerId="ADAL" clId="{A4CB65D8-820C-4D62-B5B2-4F0B84CDE6B6}" dt="2024-03-07T17:22:12.355" v="175" actId="208"/>
      <pc:docMkLst>
        <pc:docMk/>
      </pc:docMkLst>
      <pc:sldChg chg="addSp modSp mod">
        <pc:chgData name="Tleon, Andrew R (US)" userId="cac2191e-db1b-4487-8b03-e72108c2fc7b" providerId="ADAL" clId="{A4CB65D8-820C-4D62-B5B2-4F0B84CDE6B6}" dt="2024-03-07T17:21:03.541" v="117" actId="1076"/>
        <pc:sldMkLst>
          <pc:docMk/>
          <pc:sldMk cId="1082074433" sldId="258"/>
        </pc:sldMkLst>
        <pc:spChg chg="add mod">
          <ac:chgData name="Tleon, Andrew R (US)" userId="cac2191e-db1b-4487-8b03-e72108c2fc7b" providerId="ADAL" clId="{A4CB65D8-820C-4D62-B5B2-4F0B84CDE6B6}" dt="2024-03-07T17:21:03.541" v="117" actId="1076"/>
          <ac:spMkLst>
            <pc:docMk/>
            <pc:sldMk cId="1082074433" sldId="258"/>
            <ac:spMk id="2" creationId="{277EE9B6-5B9B-3114-2587-7EBBFCFF18CB}"/>
          </ac:spMkLst>
        </pc:spChg>
        <pc:graphicFrameChg chg="modGraphic">
          <ac:chgData name="Tleon, Andrew R (US)" userId="cac2191e-db1b-4487-8b03-e72108c2fc7b" providerId="ADAL" clId="{A4CB65D8-820C-4D62-B5B2-4F0B84CDE6B6}" dt="2024-03-07T17:20:22.953" v="48" actId="20577"/>
          <ac:graphicFrameMkLst>
            <pc:docMk/>
            <pc:sldMk cId="1082074433" sldId="258"/>
            <ac:graphicFrameMk id="5" creationId="{40341BF6-F520-4193-A95F-44076F63014C}"/>
          </ac:graphicFrameMkLst>
        </pc:graphicFrameChg>
      </pc:sldChg>
      <pc:sldChg chg="modSp mod">
        <pc:chgData name="Tleon, Andrew R (US)" userId="cac2191e-db1b-4487-8b03-e72108c2fc7b" providerId="ADAL" clId="{A4CB65D8-820C-4D62-B5B2-4F0B84CDE6B6}" dt="2024-03-07T17:21:33.765" v="171" actId="1037"/>
        <pc:sldMkLst>
          <pc:docMk/>
          <pc:sldMk cId="2857538869" sldId="259"/>
        </pc:sldMkLst>
        <pc:spChg chg="mod">
          <ac:chgData name="Tleon, Andrew R (US)" userId="cac2191e-db1b-4487-8b03-e72108c2fc7b" providerId="ADAL" clId="{A4CB65D8-820C-4D62-B5B2-4F0B84CDE6B6}" dt="2024-03-07T17:21:23.587" v="157" actId="1037"/>
          <ac:spMkLst>
            <pc:docMk/>
            <pc:sldMk cId="2857538869" sldId="259"/>
            <ac:spMk id="67" creationId="{CC9043B3-6300-9C0E-17F8-0B1BC4CD4050}"/>
          </ac:spMkLst>
        </pc:spChg>
        <pc:spChg chg="mod">
          <ac:chgData name="Tleon, Andrew R (US)" userId="cac2191e-db1b-4487-8b03-e72108c2fc7b" providerId="ADAL" clId="{A4CB65D8-820C-4D62-B5B2-4F0B84CDE6B6}" dt="2024-03-07T17:21:23.587" v="157" actId="1037"/>
          <ac:spMkLst>
            <pc:docMk/>
            <pc:sldMk cId="2857538869" sldId="259"/>
            <ac:spMk id="68" creationId="{C2E9451F-BD45-5B24-8D7F-6195AF8FFB98}"/>
          </ac:spMkLst>
        </pc:spChg>
        <pc:spChg chg="mod">
          <ac:chgData name="Tleon, Andrew R (US)" userId="cac2191e-db1b-4487-8b03-e72108c2fc7b" providerId="ADAL" clId="{A4CB65D8-820C-4D62-B5B2-4F0B84CDE6B6}" dt="2024-03-07T17:21:33.765" v="171" actId="1037"/>
          <ac:spMkLst>
            <pc:docMk/>
            <pc:sldMk cId="2857538869" sldId="259"/>
            <ac:spMk id="244" creationId="{0C5CABB8-401E-47F5-A7A1-3289926E0190}"/>
          </ac:spMkLst>
        </pc:spChg>
        <pc:spChg chg="mod">
          <ac:chgData name="Tleon, Andrew R (US)" userId="cac2191e-db1b-4487-8b03-e72108c2fc7b" providerId="ADAL" clId="{A4CB65D8-820C-4D62-B5B2-4F0B84CDE6B6}" dt="2024-03-07T17:21:33.765" v="171" actId="1037"/>
          <ac:spMkLst>
            <pc:docMk/>
            <pc:sldMk cId="2857538869" sldId="259"/>
            <ac:spMk id="245" creationId="{F806F143-60BE-45A9-9439-44406F24DB00}"/>
          </ac:spMkLst>
        </pc:spChg>
      </pc:sldChg>
      <pc:sldChg chg="modSp mod">
        <pc:chgData name="Tleon, Andrew R (US)" userId="cac2191e-db1b-4487-8b03-e72108c2fc7b" providerId="ADAL" clId="{A4CB65D8-820C-4D62-B5B2-4F0B84CDE6B6}" dt="2024-03-07T17:21:12.021" v="125" actId="20577"/>
        <pc:sldMkLst>
          <pc:docMk/>
          <pc:sldMk cId="1154011544" sldId="311"/>
        </pc:sldMkLst>
        <pc:spChg chg="mod">
          <ac:chgData name="Tleon, Andrew R (US)" userId="cac2191e-db1b-4487-8b03-e72108c2fc7b" providerId="ADAL" clId="{A4CB65D8-820C-4D62-B5B2-4F0B84CDE6B6}" dt="2024-03-07T17:21:12.021" v="125" actId="20577"/>
          <ac:spMkLst>
            <pc:docMk/>
            <pc:sldMk cId="1154011544" sldId="311"/>
            <ac:spMk id="2" creationId="{5EF71980-EB2F-3CF5-269C-BCCCFB135280}"/>
          </ac:spMkLst>
        </pc:spChg>
      </pc:sldChg>
      <pc:sldChg chg="addSp modSp mod">
        <pc:chgData name="Tleon, Andrew R (US)" userId="cac2191e-db1b-4487-8b03-e72108c2fc7b" providerId="ADAL" clId="{A4CB65D8-820C-4D62-B5B2-4F0B84CDE6B6}" dt="2024-03-07T17:22:12.355" v="175" actId="208"/>
        <pc:sldMkLst>
          <pc:docMk/>
          <pc:sldMk cId="3409235744" sldId="318"/>
        </pc:sldMkLst>
        <pc:spChg chg="add mod">
          <ac:chgData name="Tleon, Andrew R (US)" userId="cac2191e-db1b-4487-8b03-e72108c2fc7b" providerId="ADAL" clId="{A4CB65D8-820C-4D62-B5B2-4F0B84CDE6B6}" dt="2024-03-07T17:22:12.355" v="175" actId="208"/>
          <ac:spMkLst>
            <pc:docMk/>
            <pc:sldMk cId="3409235744" sldId="318"/>
            <ac:spMk id="5" creationId="{C2DA5119-53FC-B78F-E763-21868055B66F}"/>
          </ac:spMkLst>
        </pc:spChg>
      </pc:sldChg>
    </pc:docChg>
  </pc:docChgLst>
  <pc:docChgLst>
    <pc:chgData name="Thomas, Olivia A (US)" userId="S::e389062@us.lmco.com::237555e1-cdf7-4988-8620-91e34a9dec0b" providerId="AD" clId="Web-{E5948C6D-DE2C-4CC9-8124-69BC36CDD22B}"/>
    <pc:docChg chg="modSld">
      <pc:chgData name="Thomas, Olivia A (US)" userId="S::e389062@us.lmco.com::237555e1-cdf7-4988-8620-91e34a9dec0b" providerId="AD" clId="Web-{E5948C6D-DE2C-4CC9-8124-69BC36CDD22B}" dt="2024-05-07T15:41:42.869" v="12"/>
      <pc:docMkLst>
        <pc:docMk/>
      </pc:docMkLst>
      <pc:sldChg chg="modNotes">
        <pc:chgData name="Thomas, Olivia A (US)" userId="S::e389062@us.lmco.com::237555e1-cdf7-4988-8620-91e34a9dec0b" providerId="AD" clId="Web-{E5948C6D-DE2C-4CC9-8124-69BC36CDD22B}" dt="2024-05-07T15:41:28.353" v="6"/>
        <pc:sldMkLst>
          <pc:docMk/>
          <pc:sldMk cId="2498576639" sldId="300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33.494" v="8"/>
        <pc:sldMkLst>
          <pc:docMk/>
          <pc:sldMk cId="3670342032" sldId="306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30.572" v="7"/>
        <pc:sldMkLst>
          <pc:docMk/>
          <pc:sldMk cId="1101043062" sldId="307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42.869" v="12"/>
        <pc:sldMkLst>
          <pc:docMk/>
          <pc:sldMk cId="4113613052" sldId="312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36.510" v="9"/>
        <pc:sldMkLst>
          <pc:docMk/>
          <pc:sldMk cId="3409235744" sldId="318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24.572" v="5"/>
        <pc:sldMkLst>
          <pc:docMk/>
          <pc:sldMk cId="3008620237" sldId="319"/>
        </pc:sldMkLst>
      </pc:sldChg>
      <pc:sldChg chg="modNotes">
        <pc:chgData name="Thomas, Olivia A (US)" userId="S::e389062@us.lmco.com::237555e1-cdf7-4988-8620-91e34a9dec0b" providerId="AD" clId="Web-{E5948C6D-DE2C-4CC9-8124-69BC36CDD22B}" dt="2024-05-07T15:41:40.525" v="10"/>
        <pc:sldMkLst>
          <pc:docMk/>
          <pc:sldMk cId="424083917" sldId="320"/>
        </pc:sldMkLst>
      </pc:sldChg>
    </pc:docChg>
  </pc:docChgLst>
  <pc:docChgLst>
    <pc:chgData name="Merlock, Eli T (US)" userId="45280cb9-199c-4e28-9008-72657ab2a3e2" providerId="ADAL" clId="{CA6D2931-DED6-46E6-9664-88182A164B91}"/>
    <pc:docChg chg="custSel modSld">
      <pc:chgData name="Merlock, Eli T (US)" userId="45280cb9-199c-4e28-9008-72657ab2a3e2" providerId="ADAL" clId="{CA6D2931-DED6-46E6-9664-88182A164B91}" dt="2025-03-03T16:12:18.506" v="4" actId="20577"/>
      <pc:docMkLst>
        <pc:docMk/>
      </pc:docMkLst>
      <pc:sldChg chg="delSp modSp mod">
        <pc:chgData name="Merlock, Eli T (US)" userId="45280cb9-199c-4e28-9008-72657ab2a3e2" providerId="ADAL" clId="{CA6D2931-DED6-46E6-9664-88182A164B91}" dt="2025-03-03T16:11:20.830" v="2"/>
        <pc:sldMkLst>
          <pc:docMk/>
          <pc:sldMk cId="549488020" sldId="323"/>
        </pc:sldMkLst>
        <pc:spChg chg="del mod">
          <ac:chgData name="Merlock, Eli T (US)" userId="45280cb9-199c-4e28-9008-72657ab2a3e2" providerId="ADAL" clId="{CA6D2931-DED6-46E6-9664-88182A164B91}" dt="2025-03-03T16:09:55.189" v="1" actId="478"/>
          <ac:spMkLst>
            <pc:docMk/>
            <pc:sldMk cId="549488020" sldId="323"/>
            <ac:spMk id="5" creationId="{8A93E814-C1AF-1A98-EF81-F68D6C63E070}"/>
          </ac:spMkLst>
        </pc:spChg>
        <pc:graphicFrameChg chg="mod">
          <ac:chgData name="Merlock, Eli T (US)" userId="45280cb9-199c-4e28-9008-72657ab2a3e2" providerId="ADAL" clId="{CA6D2931-DED6-46E6-9664-88182A164B91}" dt="2025-03-03T16:11:20.830" v="2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  <pc:sldChg chg="modSp mod modCm">
        <pc:chgData name="Merlock, Eli T (US)" userId="45280cb9-199c-4e28-9008-72657ab2a3e2" providerId="ADAL" clId="{CA6D2931-DED6-46E6-9664-88182A164B91}" dt="2025-03-03T16:12:18.506" v="4" actId="20577"/>
        <pc:sldMkLst>
          <pc:docMk/>
          <pc:sldMk cId="809243290" sldId="329"/>
        </pc:sldMkLst>
        <pc:spChg chg="mod">
          <ac:chgData name="Merlock, Eli T (US)" userId="45280cb9-199c-4e28-9008-72657ab2a3e2" providerId="ADAL" clId="{CA6D2931-DED6-46E6-9664-88182A164B91}" dt="2025-03-03T16:12:18.506" v="4" actId="20577"/>
          <ac:spMkLst>
            <pc:docMk/>
            <pc:sldMk cId="809243290" sldId="329"/>
            <ac:spMk id="4" creationId="{EED01DA8-A69B-2365-8FEB-6E6CD91F343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erlock, Eli T (US)" userId="45280cb9-199c-4e28-9008-72657ab2a3e2" providerId="ADAL" clId="{CA6D2931-DED6-46E6-9664-88182A164B91}" dt="2025-03-03T16:12:18.506" v="4" actId="20577"/>
              <pc2:cmMkLst xmlns:pc2="http://schemas.microsoft.com/office/powerpoint/2019/9/main/command">
                <pc:docMk/>
                <pc:sldMk cId="809243290" sldId="329"/>
                <pc2:cmMk id="{C6746163-E2A5-4A66-9A43-ABE470DC976B}"/>
              </pc2:cmMkLst>
            </pc226:cmChg>
          </p:ext>
        </pc:extLst>
      </pc:sldChg>
    </pc:docChg>
  </pc:docChgLst>
  <pc:docChgLst>
    <pc:chgData name="Tleon, Andrew R (US)" userId="S::e380818@us.lmco.com::cac2191e-db1b-4487-8b03-e72108c2fc7b" providerId="AD" clId="Web-{65A5309D-9F25-49F1-826B-B7E0158AD1A4}"/>
    <pc:docChg chg="modSld sldOrd">
      <pc:chgData name="Tleon, Andrew R (US)" userId="S::e380818@us.lmco.com::cac2191e-db1b-4487-8b03-e72108c2fc7b" providerId="AD" clId="Web-{65A5309D-9F25-49F1-826B-B7E0158AD1A4}" dt="2024-05-06T12:27:33.193" v="163"/>
      <pc:docMkLst>
        <pc:docMk/>
      </pc:docMkLst>
      <pc:sldChg chg="ord">
        <pc:chgData name="Tleon, Andrew R (US)" userId="S::e380818@us.lmco.com::cac2191e-db1b-4487-8b03-e72108c2fc7b" providerId="AD" clId="Web-{65A5309D-9F25-49F1-826B-B7E0158AD1A4}" dt="2024-05-06T12:26:22.192" v="135"/>
        <pc:sldMkLst>
          <pc:docMk/>
          <pc:sldMk cId="2857538869" sldId="259"/>
        </pc:sldMkLst>
      </pc:sldChg>
      <pc:sldChg chg="modSp modNotes">
        <pc:chgData name="Tleon, Andrew R (US)" userId="S::e380818@us.lmco.com::cac2191e-db1b-4487-8b03-e72108c2fc7b" providerId="AD" clId="Web-{65A5309D-9F25-49F1-826B-B7E0158AD1A4}" dt="2024-05-06T12:26:58.442" v="162"/>
        <pc:sldMkLst>
          <pc:docMk/>
          <pc:sldMk cId="2498576639" sldId="300"/>
        </pc:sldMkLst>
        <pc:spChg chg="mod">
          <ac:chgData name="Tleon, Andrew R (US)" userId="S::e380818@us.lmco.com::cac2191e-db1b-4487-8b03-e72108c2fc7b" providerId="AD" clId="Web-{65A5309D-9F25-49F1-826B-B7E0158AD1A4}" dt="2024-05-06T12:25:06.363" v="97" actId="20577"/>
          <ac:spMkLst>
            <pc:docMk/>
            <pc:sldMk cId="2498576639" sldId="300"/>
            <ac:spMk id="2" creationId="{411BC57B-165A-30B8-7B66-FE91BE5EEA3C}"/>
          </ac:spMkLst>
        </pc:spChg>
        <pc:spChg chg="mod">
          <ac:chgData name="Tleon, Andrew R (US)" userId="S::e380818@us.lmco.com::cac2191e-db1b-4487-8b03-e72108c2fc7b" providerId="AD" clId="Web-{65A5309D-9F25-49F1-826B-B7E0158AD1A4}" dt="2024-05-06T12:25:23.816" v="108" actId="20577"/>
          <ac:spMkLst>
            <pc:docMk/>
            <pc:sldMk cId="2498576639" sldId="300"/>
            <ac:spMk id="3" creationId="{5705AA8C-565A-A851-C5E9-A81881E14B51}"/>
          </ac:spMkLst>
        </pc:spChg>
      </pc:sldChg>
      <pc:sldChg chg="modSp">
        <pc:chgData name="Tleon, Andrew R (US)" userId="S::e380818@us.lmco.com::cac2191e-db1b-4487-8b03-e72108c2fc7b" providerId="AD" clId="Web-{65A5309D-9F25-49F1-826B-B7E0158AD1A4}" dt="2024-05-06T12:11:36.355" v="12" actId="20577"/>
        <pc:sldMkLst>
          <pc:docMk/>
          <pc:sldMk cId="3670342032" sldId="306"/>
        </pc:sldMkLst>
        <pc:spChg chg="mod">
          <ac:chgData name="Tleon, Andrew R (US)" userId="S::e380818@us.lmco.com::cac2191e-db1b-4487-8b03-e72108c2fc7b" providerId="AD" clId="Web-{65A5309D-9F25-49F1-826B-B7E0158AD1A4}" dt="2024-05-06T12:11:36.355" v="12" actId="20577"/>
          <ac:spMkLst>
            <pc:docMk/>
            <pc:sldMk cId="3670342032" sldId="306"/>
            <ac:spMk id="2" creationId="{5EF71980-EB2F-3CF5-269C-BCCCFB135280}"/>
          </ac:spMkLst>
        </pc:spChg>
      </pc:sldChg>
      <pc:sldChg chg="modNotes">
        <pc:chgData name="Tleon, Andrew R (US)" userId="S::e380818@us.lmco.com::cac2191e-db1b-4487-8b03-e72108c2fc7b" providerId="AD" clId="Web-{65A5309D-9F25-49F1-826B-B7E0158AD1A4}" dt="2024-05-06T12:25:39.176" v="109"/>
        <pc:sldMkLst>
          <pc:docMk/>
          <pc:sldMk cId="1101043062" sldId="307"/>
        </pc:sldMkLst>
      </pc:sldChg>
      <pc:sldChg chg="modNotes">
        <pc:chgData name="Tleon, Andrew R (US)" userId="S::e380818@us.lmco.com::cac2191e-db1b-4487-8b03-e72108c2fc7b" providerId="AD" clId="Web-{65A5309D-9F25-49F1-826B-B7E0158AD1A4}" dt="2024-05-06T12:27:33.193" v="163"/>
        <pc:sldMkLst>
          <pc:docMk/>
          <pc:sldMk cId="4113613052" sldId="312"/>
        </pc:sldMkLst>
      </pc:sldChg>
      <pc:sldChg chg="delSp modSp modNotes">
        <pc:chgData name="Tleon, Andrew R (US)" userId="S::e380818@us.lmco.com::cac2191e-db1b-4487-8b03-e72108c2fc7b" providerId="AD" clId="Web-{65A5309D-9F25-49F1-826B-B7E0158AD1A4}" dt="2024-05-06T12:26:47.598" v="157"/>
        <pc:sldMkLst>
          <pc:docMk/>
          <pc:sldMk cId="3409235744" sldId="318"/>
        </pc:sldMkLst>
        <pc:spChg chg="mod">
          <ac:chgData name="Tleon, Andrew R (US)" userId="S::e380818@us.lmco.com::cac2191e-db1b-4487-8b03-e72108c2fc7b" providerId="AD" clId="Web-{65A5309D-9F25-49F1-826B-B7E0158AD1A4}" dt="2024-05-06T12:23:42.815" v="96" actId="20577"/>
          <ac:spMkLst>
            <pc:docMk/>
            <pc:sldMk cId="3409235744" sldId="318"/>
            <ac:spMk id="2" creationId="{417D77D2-8992-4C0E-B294-08CA1B62AE72}"/>
          </ac:spMkLst>
        </pc:spChg>
        <pc:spChg chg="del">
          <ac:chgData name="Tleon, Andrew R (US)" userId="S::e380818@us.lmco.com::cac2191e-db1b-4487-8b03-e72108c2fc7b" providerId="AD" clId="Web-{65A5309D-9F25-49F1-826B-B7E0158AD1A4}" dt="2024-05-06T12:15:33.810" v="13"/>
          <ac:spMkLst>
            <pc:docMk/>
            <pc:sldMk cId="3409235744" sldId="318"/>
            <ac:spMk id="7" creationId="{F22660CB-653D-4847-1782-9306CE2E4DC5}"/>
          </ac:spMkLst>
        </pc:spChg>
      </pc:sldChg>
      <pc:sldChg chg="modSp modNotes">
        <pc:chgData name="Tleon, Andrew R (US)" userId="S::e380818@us.lmco.com::cac2191e-db1b-4487-8b03-e72108c2fc7b" providerId="AD" clId="Web-{65A5309D-9F25-49F1-826B-B7E0158AD1A4}" dt="2024-05-06T12:26:54.692" v="161"/>
        <pc:sldMkLst>
          <pc:docMk/>
          <pc:sldMk cId="3008620237" sldId="319"/>
        </pc:sldMkLst>
        <pc:spChg chg="mod">
          <ac:chgData name="Tleon, Andrew R (US)" userId="S::e380818@us.lmco.com::cac2191e-db1b-4487-8b03-e72108c2fc7b" providerId="AD" clId="Web-{65A5309D-9F25-49F1-826B-B7E0158AD1A4}" dt="2024-05-06T12:09:33.619" v="4" actId="20577"/>
          <ac:spMkLst>
            <pc:docMk/>
            <pc:sldMk cId="3008620237" sldId="319"/>
            <ac:spMk id="2" creationId="{5EF71980-EB2F-3CF5-269C-BCCCFB135280}"/>
          </ac:spMkLst>
        </pc:spChg>
      </pc:sldChg>
    </pc:docChg>
  </pc:docChgLst>
  <pc:docChgLst>
    <pc:chgData name="Tleon, Andrew R (US)" userId="cac2191e-db1b-4487-8b03-e72108c2fc7b" providerId="ADAL" clId="{C73F4A11-355A-4375-9F68-4C2B453D21C2}"/>
    <pc:docChg chg="custSel addSld modSld">
      <pc:chgData name="Tleon, Andrew R (US)" userId="cac2191e-db1b-4487-8b03-e72108c2fc7b" providerId="ADAL" clId="{C73F4A11-355A-4375-9F68-4C2B453D21C2}" dt="2024-05-01T15:46:20.077" v="40" actId="14100"/>
      <pc:docMkLst>
        <pc:docMk/>
      </pc:docMkLst>
      <pc:sldChg chg="modSp mod">
        <pc:chgData name="Tleon, Andrew R (US)" userId="cac2191e-db1b-4487-8b03-e72108c2fc7b" providerId="ADAL" clId="{C73F4A11-355A-4375-9F68-4C2B453D21C2}" dt="2024-05-01T15:44:18.506" v="2" actId="20577"/>
        <pc:sldMkLst>
          <pc:docMk/>
          <pc:sldMk cId="2498576639" sldId="300"/>
        </pc:sldMkLst>
        <pc:spChg chg="mod">
          <ac:chgData name="Tleon, Andrew R (US)" userId="cac2191e-db1b-4487-8b03-e72108c2fc7b" providerId="ADAL" clId="{C73F4A11-355A-4375-9F68-4C2B453D21C2}" dt="2024-05-01T15:44:18.506" v="2" actId="20577"/>
          <ac:spMkLst>
            <pc:docMk/>
            <pc:sldMk cId="2498576639" sldId="300"/>
            <ac:spMk id="5" creationId="{F71E5F27-D4C1-FB49-DCE7-41ECA1462048}"/>
          </ac:spMkLst>
        </pc:spChg>
      </pc:sldChg>
      <pc:sldChg chg="addSp modSp mod">
        <pc:chgData name="Tleon, Andrew R (US)" userId="cac2191e-db1b-4487-8b03-e72108c2fc7b" providerId="ADAL" clId="{C73F4A11-355A-4375-9F68-4C2B453D21C2}" dt="2024-05-01T15:46:20.077" v="40" actId="14100"/>
        <pc:sldMkLst>
          <pc:docMk/>
          <pc:sldMk cId="3670342032" sldId="306"/>
        </pc:sldMkLst>
        <pc:spChg chg="mod">
          <ac:chgData name="Tleon, Andrew R (US)" userId="cac2191e-db1b-4487-8b03-e72108c2fc7b" providerId="ADAL" clId="{C73F4A11-355A-4375-9F68-4C2B453D21C2}" dt="2024-05-01T15:46:20.077" v="40" actId="14100"/>
          <ac:spMkLst>
            <pc:docMk/>
            <pc:sldMk cId="3670342032" sldId="306"/>
            <ac:spMk id="2" creationId="{5EF71980-EB2F-3CF5-269C-BCCCFB135280}"/>
          </ac:spMkLst>
        </pc:spChg>
        <pc:spChg chg="mod">
          <ac:chgData name="Tleon, Andrew R (US)" userId="cac2191e-db1b-4487-8b03-e72108c2fc7b" providerId="ADAL" clId="{C73F4A11-355A-4375-9F68-4C2B453D21C2}" dt="2024-05-01T15:44:55.208" v="23" actId="20577"/>
          <ac:spMkLst>
            <pc:docMk/>
            <pc:sldMk cId="3670342032" sldId="306"/>
            <ac:spMk id="3" creationId="{8DA06316-10C3-36C5-3BC5-5C51C87161AD}"/>
          </ac:spMkLst>
        </pc:spChg>
        <pc:graphicFrameChg chg="add mod">
          <ac:chgData name="Tleon, Andrew R (US)" userId="cac2191e-db1b-4487-8b03-e72108c2fc7b" providerId="ADAL" clId="{C73F4A11-355A-4375-9F68-4C2B453D21C2}" dt="2024-05-01T15:45:14.616" v="25" actId="1076"/>
          <ac:graphicFrameMkLst>
            <pc:docMk/>
            <pc:sldMk cId="3670342032" sldId="306"/>
            <ac:graphicFrameMk id="4" creationId="{E67FE3E3-9FE5-C121-3A49-27F8952DA131}"/>
          </ac:graphicFrameMkLst>
        </pc:graphicFrameChg>
      </pc:sldChg>
      <pc:sldChg chg="add">
        <pc:chgData name="Tleon, Andrew R (US)" userId="cac2191e-db1b-4487-8b03-e72108c2fc7b" providerId="ADAL" clId="{C73F4A11-355A-4375-9F68-4C2B453D21C2}" dt="2024-05-01T15:44:29.268" v="3"/>
        <pc:sldMkLst>
          <pc:docMk/>
          <pc:sldMk cId="3008620237" sldId="319"/>
        </pc:sldMkLst>
      </pc:sldChg>
    </pc:docChg>
  </pc:docChgLst>
  <pc:docChgLst>
    <pc:chgData name="Zazzaro, Patrick D (US)" userId="0012091e-9439-4db0-938f-e6e08d413cc4" providerId="ADAL" clId="{B3B95D3C-276C-4817-9E70-903F29A928DB}"/>
    <pc:docChg chg="custSel modSld">
      <pc:chgData name="Zazzaro, Patrick D (US)" userId="0012091e-9439-4db0-938f-e6e08d413cc4" providerId="ADAL" clId="{B3B95D3C-276C-4817-9E70-903F29A928DB}" dt="2025-01-27T20:54:29.070" v="178" actId="113"/>
      <pc:docMkLst>
        <pc:docMk/>
      </pc:docMkLst>
      <pc:sldChg chg="addSp modSp mod">
        <pc:chgData name="Zazzaro, Patrick D (US)" userId="0012091e-9439-4db0-938f-e6e08d413cc4" providerId="ADAL" clId="{B3B95D3C-276C-4817-9E70-903F29A928DB}" dt="2025-01-27T20:52:36.183" v="61" actId="1076"/>
        <pc:sldMkLst>
          <pc:docMk/>
          <pc:sldMk cId="2225102970" sldId="328"/>
        </pc:sldMkLst>
        <pc:spChg chg="add mod">
          <ac:chgData name="Zazzaro, Patrick D (US)" userId="0012091e-9439-4db0-938f-e6e08d413cc4" providerId="ADAL" clId="{B3B95D3C-276C-4817-9E70-903F29A928DB}" dt="2025-01-27T20:52:32.509" v="60" actId="1076"/>
          <ac:spMkLst>
            <pc:docMk/>
            <pc:sldMk cId="2225102970" sldId="328"/>
            <ac:spMk id="2" creationId="{1EAE098C-8C27-F7B8-D9B0-456DC75241CD}"/>
          </ac:spMkLst>
        </pc:spChg>
        <pc:graphicFrameChg chg="mod">
          <ac:chgData name="Zazzaro, Patrick D (US)" userId="0012091e-9439-4db0-938f-e6e08d413cc4" providerId="ADAL" clId="{B3B95D3C-276C-4817-9E70-903F29A928DB}" dt="2025-01-27T20:52:36.183" v="61" actId="1076"/>
          <ac:graphicFrameMkLst>
            <pc:docMk/>
            <pc:sldMk cId="2225102970" sldId="328"/>
            <ac:graphicFrameMk id="4" creationId="{50F8CA4E-BD5A-9204-AC10-E38041E1EE80}"/>
          </ac:graphicFrameMkLst>
        </pc:graphicFrameChg>
      </pc:sldChg>
      <pc:sldChg chg="addSp modSp mod modCm">
        <pc:chgData name="Zazzaro, Patrick D (US)" userId="0012091e-9439-4db0-938f-e6e08d413cc4" providerId="ADAL" clId="{B3B95D3C-276C-4817-9E70-903F29A928DB}" dt="2025-01-27T20:54:29.070" v="178" actId="113"/>
        <pc:sldMkLst>
          <pc:docMk/>
          <pc:sldMk cId="809243290" sldId="329"/>
        </pc:sldMkLst>
        <pc:spChg chg="add mod">
          <ac:chgData name="Zazzaro, Patrick D (US)" userId="0012091e-9439-4db0-938f-e6e08d413cc4" providerId="ADAL" clId="{B3B95D3C-276C-4817-9E70-903F29A928DB}" dt="2025-01-27T20:53:33.361" v="63" actId="33987"/>
          <ac:spMkLst>
            <pc:docMk/>
            <pc:sldMk cId="809243290" sldId="329"/>
            <ac:spMk id="2" creationId="{06B91EDC-74C6-314A-014C-351FF00347AC}"/>
          </ac:spMkLst>
        </pc:spChg>
        <pc:spChg chg="mod">
          <ac:chgData name="Zazzaro, Patrick D (US)" userId="0012091e-9439-4db0-938f-e6e08d413cc4" providerId="ADAL" clId="{B3B95D3C-276C-4817-9E70-903F29A928DB}" dt="2025-01-27T20:54:29.070" v="178" actId="113"/>
          <ac:spMkLst>
            <pc:docMk/>
            <pc:sldMk cId="809243290" sldId="329"/>
            <ac:spMk id="4" creationId="{EED01DA8-A69B-2365-8FEB-6E6CD91F343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Zazzaro, Patrick D (US)" userId="0012091e-9439-4db0-938f-e6e08d413cc4" providerId="ADAL" clId="{B3B95D3C-276C-4817-9E70-903F29A928DB}" dt="2025-01-27T20:54:21.429" v="176" actId="20577"/>
              <pc2:cmMkLst xmlns:pc2="http://schemas.microsoft.com/office/powerpoint/2019/9/main/command">
                <pc:docMk/>
                <pc:sldMk cId="809243290" sldId="329"/>
                <pc2:cmMk id="{C6746163-E2A5-4A66-9A43-ABE470DC976B}"/>
              </pc2:cmMkLst>
            </pc226:cmChg>
          </p:ext>
        </pc:extLst>
      </pc:sldChg>
    </pc:docChg>
  </pc:docChgLst>
  <pc:docChgLst>
    <pc:chgData name="Thomas, Olivia A (US)" userId="S::e389062@us.lmco.com::237555e1-cdf7-4988-8620-91e34a9dec0b" providerId="AD" clId="Web-{26BBBFEB-72E1-4A32-9CCA-5384E4E58F74}"/>
    <pc:docChg chg="modSld">
      <pc:chgData name="Thomas, Olivia A (US)" userId="S::e389062@us.lmco.com::237555e1-cdf7-4988-8620-91e34a9dec0b" providerId="AD" clId="Web-{26BBBFEB-72E1-4A32-9CCA-5384E4E58F74}" dt="2024-05-01T15:44:51.100" v="20" actId="20577"/>
      <pc:docMkLst>
        <pc:docMk/>
      </pc:docMkLst>
      <pc:sldChg chg="modSp">
        <pc:chgData name="Thomas, Olivia A (US)" userId="S::e389062@us.lmco.com::237555e1-cdf7-4988-8620-91e34a9dec0b" providerId="AD" clId="Web-{26BBBFEB-72E1-4A32-9CCA-5384E4E58F74}" dt="2024-05-01T15:44:51.100" v="20" actId="20577"/>
        <pc:sldMkLst>
          <pc:docMk/>
          <pc:sldMk cId="3670342032" sldId="306"/>
        </pc:sldMkLst>
        <pc:spChg chg="mod">
          <ac:chgData name="Thomas, Olivia A (US)" userId="S::e389062@us.lmco.com::237555e1-cdf7-4988-8620-91e34a9dec0b" providerId="AD" clId="Web-{26BBBFEB-72E1-4A32-9CCA-5384E4E58F74}" dt="2024-05-01T15:44:51.100" v="20" actId="20577"/>
          <ac:spMkLst>
            <pc:docMk/>
            <pc:sldMk cId="3670342032" sldId="306"/>
            <ac:spMk id="2" creationId="{5EF71980-EB2F-3CF5-269C-BCCCFB135280}"/>
          </ac:spMkLst>
        </pc:spChg>
      </pc:sldChg>
    </pc:docChg>
  </pc:docChgLst>
  <pc:docChgLst>
    <pc:chgData name="Merlock, Eli T (US)" userId="45280cb9-199c-4e28-9008-72657ab2a3e2" providerId="ADAL" clId="{05552185-5186-46A1-95A0-8D46C25CFA00}"/>
    <pc:docChg chg="custSel modSld">
      <pc:chgData name="Merlock, Eli T (US)" userId="45280cb9-199c-4e28-9008-72657ab2a3e2" providerId="ADAL" clId="{05552185-5186-46A1-95A0-8D46C25CFA00}" dt="2025-01-08T17:27:35.716" v="11" actId="1076"/>
      <pc:docMkLst>
        <pc:docMk/>
      </pc:docMkLst>
      <pc:sldChg chg="delSp modSp mod">
        <pc:chgData name="Merlock, Eli T (US)" userId="45280cb9-199c-4e28-9008-72657ab2a3e2" providerId="ADAL" clId="{05552185-5186-46A1-95A0-8D46C25CFA00}" dt="2025-01-08T17:08:59.626" v="3" actId="478"/>
        <pc:sldMkLst>
          <pc:docMk/>
          <pc:sldMk cId="625626213" sldId="322"/>
        </pc:sldMkLst>
        <pc:spChg chg="del mod">
          <ac:chgData name="Merlock, Eli T (US)" userId="45280cb9-199c-4e28-9008-72657ab2a3e2" providerId="ADAL" clId="{05552185-5186-46A1-95A0-8D46C25CFA00}" dt="2025-01-08T17:08:59.626" v="3" actId="478"/>
          <ac:spMkLst>
            <pc:docMk/>
            <pc:sldMk cId="625626213" sldId="322"/>
            <ac:spMk id="2" creationId="{49124BB5-5AC1-BD72-FF1C-83D8909AF6BB}"/>
          </ac:spMkLst>
        </pc:spChg>
        <pc:graphicFrameChg chg="modGraphic">
          <ac:chgData name="Merlock, Eli T (US)" userId="45280cb9-199c-4e28-9008-72657ab2a3e2" providerId="ADAL" clId="{05552185-5186-46A1-95A0-8D46C25CFA00}" dt="2025-01-08T17:08:48.492" v="2" actId="207"/>
          <ac:graphicFrameMkLst>
            <pc:docMk/>
            <pc:sldMk cId="625626213" sldId="322"/>
            <ac:graphicFrameMk id="7" creationId="{36BF4B31-5FE0-71F0-F758-F622FBF19551}"/>
          </ac:graphicFrameMkLst>
        </pc:graphicFrameChg>
      </pc:sldChg>
      <pc:sldChg chg="addSp modSp mod">
        <pc:chgData name="Merlock, Eli T (US)" userId="45280cb9-199c-4e28-9008-72657ab2a3e2" providerId="ADAL" clId="{05552185-5186-46A1-95A0-8D46C25CFA00}" dt="2025-01-08T17:27:35.716" v="11" actId="1076"/>
        <pc:sldMkLst>
          <pc:docMk/>
          <pc:sldMk cId="549488020" sldId="323"/>
        </pc:sldMkLst>
        <pc:spChg chg="mod">
          <ac:chgData name="Merlock, Eli T (US)" userId="45280cb9-199c-4e28-9008-72657ab2a3e2" providerId="ADAL" clId="{05552185-5186-46A1-95A0-8D46C25CFA00}" dt="2025-01-08T17:27:30.396" v="9" actId="1076"/>
          <ac:spMkLst>
            <pc:docMk/>
            <pc:sldMk cId="549488020" sldId="323"/>
            <ac:spMk id="2" creationId="{4F8BBF34-6A45-58E5-E385-6EB1833A3CBC}"/>
          </ac:spMkLst>
        </pc:spChg>
        <pc:spChg chg="add mod">
          <ac:chgData name="Merlock, Eli T (US)" userId="45280cb9-199c-4e28-9008-72657ab2a3e2" providerId="ADAL" clId="{05552185-5186-46A1-95A0-8D46C25CFA00}" dt="2025-01-08T17:27:35.716" v="11" actId="1076"/>
          <ac:spMkLst>
            <pc:docMk/>
            <pc:sldMk cId="549488020" sldId="323"/>
            <ac:spMk id="5" creationId="{8A93E814-C1AF-1A98-EF81-F68D6C63E070}"/>
          </ac:spMkLst>
        </pc:spChg>
        <pc:graphicFrameChg chg="mod">
          <ac:chgData name="Merlock, Eli T (US)" userId="45280cb9-199c-4e28-9008-72657ab2a3e2" providerId="ADAL" clId="{05552185-5186-46A1-95A0-8D46C25CFA00}" dt="2025-01-08T17:23:36.198" v="8"/>
          <ac:graphicFrameMkLst>
            <pc:docMk/>
            <pc:sldMk cId="549488020" sldId="323"/>
            <ac:graphicFrameMk id="4" creationId="{542F1FD7-2B9F-2468-6A84-A0EF1E4D8842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B5598C-ED5D-4DDA-8E9F-1EF79CECFE59}" type="doc">
      <dgm:prSet loTypeId="urn:microsoft.com/office/officeart/2005/8/layout/matrix1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B9157A9-83EE-451F-A822-B2DEDEF2418D}">
      <dgm:prSet phldrT="[Text]" custT="1"/>
      <dgm:spPr>
        <a:solidFill>
          <a:srgbClr val="002F6C"/>
        </a:solidFill>
      </dgm:spPr>
      <dgm:t>
        <a:bodyPr tIns="365760"/>
        <a:lstStyle/>
        <a:p>
          <a:pPr algn="ctr"/>
          <a:r>
            <a:rPr lang="en-US" sz="1800"/>
            <a:t>SEMS</a:t>
          </a:r>
        </a:p>
      </dgm:t>
    </dgm:pt>
    <dgm:pt modelId="{8C245791-AB53-4607-AC1C-FFEF80855BAB}" type="parTrans" cxnId="{63F3C322-0C86-4F1D-A348-B6F2F4171E6E}">
      <dgm:prSet/>
      <dgm:spPr/>
      <dgm:t>
        <a:bodyPr/>
        <a:lstStyle/>
        <a:p>
          <a:endParaRPr lang="en-US"/>
        </a:p>
      </dgm:t>
    </dgm:pt>
    <dgm:pt modelId="{154B17BC-75AE-408C-96FE-AB467FE36480}" type="sibTrans" cxnId="{63F3C322-0C86-4F1D-A348-B6F2F4171E6E}">
      <dgm:prSet/>
      <dgm:spPr/>
      <dgm:t>
        <a:bodyPr/>
        <a:lstStyle/>
        <a:p>
          <a:endParaRPr lang="en-US"/>
        </a:p>
      </dgm:t>
    </dgm:pt>
    <dgm:pt modelId="{F431202F-5BFF-4A57-A837-4CDB59D447BB}">
      <dgm:prSet phldrT="[Text]" custT="1"/>
      <dgm:spPr>
        <a:solidFill>
          <a:schemeClr val="accent1">
            <a:lumMod val="75000"/>
          </a:schemeClr>
        </a:solidFill>
      </dgm:spPr>
      <dgm:t>
        <a:bodyPr tIns="0" bIns="128016" anchor="t"/>
        <a:lstStyle/>
        <a:p>
          <a:pPr algn="ctr"/>
          <a:r>
            <a:rPr lang="en-US" sz="1800"/>
            <a:t>SAC</a:t>
          </a:r>
        </a:p>
      </dgm:t>
    </dgm:pt>
    <dgm:pt modelId="{93FB2727-3DBB-4D5C-945C-978EEF58F5BA}" type="parTrans" cxnId="{CA598F8F-95AA-4A07-97FD-DABFFE3148D1}">
      <dgm:prSet/>
      <dgm:spPr/>
      <dgm:t>
        <a:bodyPr/>
        <a:lstStyle/>
        <a:p>
          <a:endParaRPr lang="en-US"/>
        </a:p>
      </dgm:t>
    </dgm:pt>
    <dgm:pt modelId="{CF010D2A-0FF7-427C-A536-F0C8DF442F96}" type="sibTrans" cxnId="{CA598F8F-95AA-4A07-97FD-DABFFE3148D1}">
      <dgm:prSet/>
      <dgm:spPr/>
      <dgm:t>
        <a:bodyPr/>
        <a:lstStyle/>
        <a:p>
          <a:endParaRPr lang="en-US"/>
        </a:p>
      </dgm:t>
    </dgm:pt>
    <dgm:pt modelId="{63AACAC1-0FAF-4749-9227-D851B7569B18}">
      <dgm:prSet phldrT="[Text]" custT="1"/>
      <dgm:spPr>
        <a:solidFill>
          <a:srgbClr val="002060"/>
        </a:solidFill>
      </dgm:spPr>
      <dgm:t>
        <a:bodyPr tIns="0"/>
        <a:lstStyle/>
        <a:p>
          <a:pPr algn="ctr"/>
          <a:r>
            <a:rPr lang="en-US" sz="1800"/>
            <a:t>TLS</a:t>
          </a:r>
        </a:p>
      </dgm:t>
    </dgm:pt>
    <dgm:pt modelId="{35CE0EBF-4DF0-42BC-A99E-2E57B3C23553}" type="parTrans" cxnId="{BC18EE22-CA50-4BFF-A74F-0ECE6C2E2F77}">
      <dgm:prSet/>
      <dgm:spPr/>
      <dgm:t>
        <a:bodyPr/>
        <a:lstStyle/>
        <a:p>
          <a:endParaRPr lang="en-US"/>
        </a:p>
      </dgm:t>
    </dgm:pt>
    <dgm:pt modelId="{9EECAF1B-8947-4DC6-B3E3-D815EF4AA7BF}" type="sibTrans" cxnId="{BC18EE22-CA50-4BFF-A74F-0ECE6C2E2F77}">
      <dgm:prSet/>
      <dgm:spPr/>
      <dgm:t>
        <a:bodyPr/>
        <a:lstStyle/>
        <a:p>
          <a:endParaRPr lang="en-US"/>
        </a:p>
      </dgm:t>
    </dgm:pt>
    <dgm:pt modelId="{A45F311A-0276-43F9-BB02-D565B8E07676}">
      <dgm:prSet phldrT="[Text]" custT="1"/>
      <dgm:spPr>
        <a:solidFill>
          <a:srgbClr val="003882"/>
        </a:solidFill>
      </dgm:spPr>
      <dgm:t>
        <a:bodyPr tIns="365760"/>
        <a:lstStyle/>
        <a:p>
          <a:pPr algn="ctr"/>
          <a:r>
            <a:rPr lang="en-US" sz="1800"/>
            <a:t>MIC2</a:t>
          </a:r>
        </a:p>
      </dgm:t>
    </dgm:pt>
    <dgm:pt modelId="{89BA4D55-7232-464B-8EF7-D1D48FFA45E2}" type="sibTrans" cxnId="{A0151EAB-42F4-4897-8A15-31286A1E86E8}">
      <dgm:prSet/>
      <dgm:spPr/>
      <dgm:t>
        <a:bodyPr/>
        <a:lstStyle/>
        <a:p>
          <a:endParaRPr lang="en-US"/>
        </a:p>
      </dgm:t>
    </dgm:pt>
    <dgm:pt modelId="{EEA72059-E684-49D0-8E01-B731F2D6B031}" type="parTrans" cxnId="{A0151EAB-42F4-4897-8A15-31286A1E86E8}">
      <dgm:prSet/>
      <dgm:spPr/>
      <dgm:t>
        <a:bodyPr/>
        <a:lstStyle/>
        <a:p>
          <a:endParaRPr lang="en-US"/>
        </a:p>
      </dgm:t>
    </dgm:pt>
    <dgm:pt modelId="{0509C354-A6D5-4E28-8C04-0E6A513FD528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600"/>
            <a:t>RMS Lines of Business</a:t>
          </a:r>
        </a:p>
      </dgm:t>
    </dgm:pt>
    <dgm:pt modelId="{6622ABA8-C191-4D9A-81B2-E03770F04DF7}" type="sibTrans" cxnId="{455B3868-82B0-414D-9E51-2133100DE126}">
      <dgm:prSet/>
      <dgm:spPr/>
      <dgm:t>
        <a:bodyPr/>
        <a:lstStyle/>
        <a:p>
          <a:endParaRPr lang="en-US"/>
        </a:p>
      </dgm:t>
    </dgm:pt>
    <dgm:pt modelId="{11AD9CBE-6AAC-44B2-9D97-8811C7BFC178}" type="parTrans" cxnId="{455B3868-82B0-414D-9E51-2133100DE126}">
      <dgm:prSet/>
      <dgm:spPr/>
      <dgm:t>
        <a:bodyPr/>
        <a:lstStyle/>
        <a:p>
          <a:endParaRPr lang="en-US"/>
        </a:p>
      </dgm:t>
    </dgm:pt>
    <dgm:pt modelId="{545D48AE-AA34-4262-92FA-15E8922AA163}">
      <dgm:prSet phldrT="[Text]" custT="1"/>
      <dgm:spPr>
        <a:solidFill>
          <a:schemeClr val="accent1">
            <a:lumMod val="75000"/>
          </a:schemeClr>
        </a:solidFill>
      </dgm:spPr>
      <dgm:t>
        <a:bodyPr tIns="0" bIns="128016" anchor="t"/>
        <a:lstStyle/>
        <a:p>
          <a:pPr algn="l"/>
          <a:endParaRPr lang="en-US" sz="1400"/>
        </a:p>
      </dgm:t>
    </dgm:pt>
    <dgm:pt modelId="{654F688A-3E01-4CC6-8049-FE00785C161A}" type="parTrans" cxnId="{20BB6144-2058-44FA-9A84-F562A4A5E1F0}">
      <dgm:prSet/>
      <dgm:spPr/>
      <dgm:t>
        <a:bodyPr/>
        <a:lstStyle/>
        <a:p>
          <a:endParaRPr lang="en-US"/>
        </a:p>
      </dgm:t>
    </dgm:pt>
    <dgm:pt modelId="{5544F9C8-FB73-4012-9E70-20EA170D49D3}" type="sibTrans" cxnId="{20BB6144-2058-44FA-9A84-F562A4A5E1F0}">
      <dgm:prSet/>
      <dgm:spPr/>
      <dgm:t>
        <a:bodyPr/>
        <a:lstStyle/>
        <a:p>
          <a:endParaRPr lang="en-US"/>
        </a:p>
      </dgm:t>
    </dgm:pt>
    <dgm:pt modelId="{B944ED84-6941-4F96-A02F-F57A821A5386}">
      <dgm:prSet phldrT="[Text]" custT="1"/>
      <dgm:spPr>
        <a:solidFill>
          <a:schemeClr val="accent1">
            <a:lumMod val="75000"/>
          </a:schemeClr>
        </a:solidFill>
      </dgm:spPr>
      <dgm:t>
        <a:bodyPr tIns="0" bIns="128016" anchor="t"/>
        <a:lstStyle/>
        <a:p>
          <a:pPr algn="l"/>
          <a:endParaRPr lang="en-US" sz="1400"/>
        </a:p>
      </dgm:t>
    </dgm:pt>
    <dgm:pt modelId="{B0C030E3-E01B-40EC-AA6F-D29BCEAC8185}" type="parTrans" cxnId="{44C7FF93-41A1-4082-B0CF-385B71FE0F3D}">
      <dgm:prSet/>
      <dgm:spPr/>
      <dgm:t>
        <a:bodyPr/>
        <a:lstStyle/>
        <a:p>
          <a:endParaRPr lang="en-US"/>
        </a:p>
      </dgm:t>
    </dgm:pt>
    <dgm:pt modelId="{2762D23E-A876-4A43-96F1-4C9D761871ED}" type="sibTrans" cxnId="{44C7FF93-41A1-4082-B0CF-385B71FE0F3D}">
      <dgm:prSet/>
      <dgm:spPr/>
      <dgm:t>
        <a:bodyPr/>
        <a:lstStyle/>
        <a:p>
          <a:endParaRPr lang="en-US"/>
        </a:p>
      </dgm:t>
    </dgm:pt>
    <dgm:pt modelId="{621FD63E-94D1-47E6-A5D0-9874B6B2CEE3}">
      <dgm:prSet phldrT="[Text]" custT="1"/>
      <dgm:spPr>
        <a:solidFill>
          <a:srgbClr val="002060"/>
        </a:solidFill>
      </dgm:spPr>
      <dgm:t>
        <a:bodyPr tIns="0"/>
        <a:lstStyle/>
        <a:p>
          <a:r>
            <a:rPr lang="en-US" sz="1400"/>
            <a:t>TBD</a:t>
          </a:r>
        </a:p>
      </dgm:t>
    </dgm:pt>
    <dgm:pt modelId="{D830B3F8-33C8-4C73-827D-C1A0DECF1A06}" type="sibTrans" cxnId="{2B5682BC-4F9A-413A-997D-CBF85F696D99}">
      <dgm:prSet/>
      <dgm:spPr/>
      <dgm:t>
        <a:bodyPr/>
        <a:lstStyle/>
        <a:p>
          <a:endParaRPr lang="en-US"/>
        </a:p>
      </dgm:t>
    </dgm:pt>
    <dgm:pt modelId="{8613BBF0-4EAB-45A8-AA43-CE80A5C56D94}" type="parTrans" cxnId="{2B5682BC-4F9A-413A-997D-CBF85F696D99}">
      <dgm:prSet/>
      <dgm:spPr/>
      <dgm:t>
        <a:bodyPr/>
        <a:lstStyle/>
        <a:p>
          <a:endParaRPr lang="en-US"/>
        </a:p>
      </dgm:t>
    </dgm:pt>
    <dgm:pt modelId="{A4D9DFEC-189C-47DD-AE0E-5E1163C6D968}">
      <dgm:prSet phldrT="[Text]" custT="1"/>
      <dgm:spPr>
        <a:solidFill>
          <a:srgbClr val="002F6C"/>
        </a:solidFill>
      </dgm:spPr>
      <dgm:t>
        <a:bodyPr tIns="365760"/>
        <a:lstStyle/>
        <a:p>
          <a:pPr algn="l"/>
          <a:r>
            <a:rPr lang="en-US" sz="1400"/>
            <a:t>TBD</a:t>
          </a:r>
        </a:p>
      </dgm:t>
    </dgm:pt>
    <dgm:pt modelId="{EFEE6331-0F35-461E-8688-AC5EE2995BB9}" type="sibTrans" cxnId="{BBF4112F-7D84-426D-904A-5B4768D0DF9A}">
      <dgm:prSet/>
      <dgm:spPr/>
      <dgm:t>
        <a:bodyPr/>
        <a:lstStyle/>
        <a:p>
          <a:endParaRPr lang="en-US"/>
        </a:p>
      </dgm:t>
    </dgm:pt>
    <dgm:pt modelId="{6C4B1ACB-2269-4123-B8F9-66219E5087FC}" type="parTrans" cxnId="{BBF4112F-7D84-426D-904A-5B4768D0DF9A}">
      <dgm:prSet/>
      <dgm:spPr/>
      <dgm:t>
        <a:bodyPr/>
        <a:lstStyle/>
        <a:p>
          <a:endParaRPr lang="en-US"/>
        </a:p>
      </dgm:t>
    </dgm:pt>
    <dgm:pt modelId="{A7FF8CA5-3FB4-48B4-94C8-470212C61761}">
      <dgm:prSet phldrT="[Text]" custT="1"/>
      <dgm:spPr>
        <a:solidFill>
          <a:srgbClr val="003882"/>
        </a:solidFill>
      </dgm:spPr>
      <dgm:t>
        <a:bodyPr tIns="365760"/>
        <a:lstStyle/>
        <a:p>
          <a:pPr algn="l"/>
          <a:r>
            <a:rPr lang="en-US" sz="1400"/>
            <a:t>TBD</a:t>
          </a:r>
        </a:p>
      </dgm:t>
    </dgm:pt>
    <dgm:pt modelId="{23BFA256-3804-492F-BBBB-5D7201289169}" type="sibTrans" cxnId="{A62CA222-D2A2-4D56-9630-1FE5C134A6D6}">
      <dgm:prSet/>
      <dgm:spPr/>
      <dgm:t>
        <a:bodyPr/>
        <a:lstStyle/>
        <a:p>
          <a:endParaRPr lang="en-US"/>
        </a:p>
      </dgm:t>
    </dgm:pt>
    <dgm:pt modelId="{ED5E9320-A963-435D-8F92-9B60C7076FE8}" type="parTrans" cxnId="{A62CA222-D2A2-4D56-9630-1FE5C134A6D6}">
      <dgm:prSet/>
      <dgm:spPr/>
      <dgm:t>
        <a:bodyPr/>
        <a:lstStyle/>
        <a:p>
          <a:endParaRPr lang="en-US"/>
        </a:p>
      </dgm:t>
    </dgm:pt>
    <dgm:pt modelId="{B7DA909F-E129-4E51-922A-6D23952913EB}">
      <dgm:prSet phldrT="[Text]" custT="1"/>
      <dgm:spPr>
        <a:solidFill>
          <a:schemeClr val="accent1">
            <a:lumMod val="75000"/>
          </a:schemeClr>
        </a:solidFill>
      </dgm:spPr>
      <dgm:t>
        <a:bodyPr tIns="0" bIns="128016" anchor="t"/>
        <a:lstStyle/>
        <a:p>
          <a:pPr algn="l"/>
          <a:r>
            <a:rPr lang="en-US" sz="1400"/>
            <a:t>TBD</a:t>
          </a:r>
        </a:p>
      </dgm:t>
    </dgm:pt>
    <dgm:pt modelId="{C7184195-05D9-4107-8784-AE3BD6D60B0B}" type="sibTrans" cxnId="{CFAB0AAA-650A-4E39-96A3-9C7741AD4603}">
      <dgm:prSet/>
      <dgm:spPr/>
      <dgm:t>
        <a:bodyPr/>
        <a:lstStyle/>
        <a:p>
          <a:endParaRPr lang="en-US"/>
        </a:p>
      </dgm:t>
    </dgm:pt>
    <dgm:pt modelId="{81D5FB3A-CCBE-4317-BF55-67B0D39D1CC6}" type="parTrans" cxnId="{CFAB0AAA-650A-4E39-96A3-9C7741AD4603}">
      <dgm:prSet/>
      <dgm:spPr/>
      <dgm:t>
        <a:bodyPr/>
        <a:lstStyle/>
        <a:p>
          <a:endParaRPr lang="en-US"/>
        </a:p>
      </dgm:t>
    </dgm:pt>
    <dgm:pt modelId="{F49FE926-FC39-4A6F-AB3A-6489EB9D58F3}" type="pres">
      <dgm:prSet presAssocID="{D9B5598C-ED5D-4DDA-8E9F-1EF79CECFE59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477B035-680C-48B7-9612-14C8A6686A53}" type="pres">
      <dgm:prSet presAssocID="{D9B5598C-ED5D-4DDA-8E9F-1EF79CECFE59}" presName="matrix" presStyleCnt="0"/>
      <dgm:spPr/>
    </dgm:pt>
    <dgm:pt modelId="{5B6A3C5A-A666-4FF0-9FA4-F6B8B1C15474}" type="pres">
      <dgm:prSet presAssocID="{D9B5598C-ED5D-4DDA-8E9F-1EF79CECFE59}" presName="tile1" presStyleLbl="node1" presStyleIdx="0" presStyleCnt="4"/>
      <dgm:spPr/>
    </dgm:pt>
    <dgm:pt modelId="{DEF44D39-4DE2-4FD1-ADD7-282B44F3A775}" type="pres">
      <dgm:prSet presAssocID="{D9B5598C-ED5D-4DDA-8E9F-1EF79CECFE59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B23EE6D-A93E-4FD0-BDB6-18AA6864C90D}" type="pres">
      <dgm:prSet presAssocID="{D9B5598C-ED5D-4DDA-8E9F-1EF79CECFE59}" presName="tile2" presStyleLbl="node1" presStyleIdx="1" presStyleCnt="4"/>
      <dgm:spPr/>
    </dgm:pt>
    <dgm:pt modelId="{78DB312E-A7AF-47C1-BFEB-27ED4CDEDFD7}" type="pres">
      <dgm:prSet presAssocID="{D9B5598C-ED5D-4DDA-8E9F-1EF79CECFE59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6C2CF79-632E-4A01-9770-7541C6B95014}" type="pres">
      <dgm:prSet presAssocID="{D9B5598C-ED5D-4DDA-8E9F-1EF79CECFE59}" presName="tile3" presStyleLbl="node1" presStyleIdx="2" presStyleCnt="4" custLinFactNeighborY="0"/>
      <dgm:spPr/>
    </dgm:pt>
    <dgm:pt modelId="{BD95F0C8-FA10-4385-825D-D0A566D3CFBA}" type="pres">
      <dgm:prSet presAssocID="{D9B5598C-ED5D-4DDA-8E9F-1EF79CECFE59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5415C03-86E2-4DE0-AB59-2EC955F12E4E}" type="pres">
      <dgm:prSet presAssocID="{D9B5598C-ED5D-4DDA-8E9F-1EF79CECFE59}" presName="tile4" presStyleLbl="node1" presStyleIdx="3" presStyleCnt="4"/>
      <dgm:spPr/>
    </dgm:pt>
    <dgm:pt modelId="{0AD041F5-21A7-41E7-93CD-8B96FBA5C4B7}" type="pres">
      <dgm:prSet presAssocID="{D9B5598C-ED5D-4DDA-8E9F-1EF79CECFE59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8843AD72-1C0A-45B4-B6DB-007B30E7EDD0}" type="pres">
      <dgm:prSet presAssocID="{D9B5598C-ED5D-4DDA-8E9F-1EF79CECFE59}" presName="centerTile" presStyleLbl="fgShp" presStyleIdx="0" presStyleCnt="1" custScaleX="83713" custScaleY="39100">
        <dgm:presLayoutVars>
          <dgm:chMax val="0"/>
          <dgm:chPref val="0"/>
        </dgm:presLayoutVars>
      </dgm:prSet>
      <dgm:spPr/>
    </dgm:pt>
  </dgm:ptLst>
  <dgm:cxnLst>
    <dgm:cxn modelId="{9FBDB80B-DE01-45B3-A060-54C90E5DCA4F}" type="presOf" srcId="{B7DA909F-E129-4E51-922A-6D23952913EB}" destId="{06C2CF79-632E-4A01-9770-7541C6B95014}" srcOrd="0" destOrd="1" presId="urn:microsoft.com/office/officeart/2005/8/layout/matrix1"/>
    <dgm:cxn modelId="{80369212-965E-4787-9D5E-AF08D28CDC92}" type="presOf" srcId="{63AACAC1-0FAF-4749-9227-D851B7569B18}" destId="{0AD041F5-21A7-41E7-93CD-8B96FBA5C4B7}" srcOrd="1" destOrd="0" presId="urn:microsoft.com/office/officeart/2005/8/layout/matrix1"/>
    <dgm:cxn modelId="{11E8491F-E985-430F-90D4-AADC0ED9D162}" type="presOf" srcId="{0509C354-A6D5-4E28-8C04-0E6A513FD528}" destId="{8843AD72-1C0A-45B4-B6DB-007B30E7EDD0}" srcOrd="0" destOrd="0" presId="urn:microsoft.com/office/officeart/2005/8/layout/matrix1"/>
    <dgm:cxn modelId="{A62CA222-D2A2-4D56-9630-1FE5C134A6D6}" srcId="{A45F311A-0276-43F9-BB02-D565B8E07676}" destId="{A7FF8CA5-3FB4-48B4-94C8-470212C61761}" srcOrd="0" destOrd="0" parTransId="{ED5E9320-A963-435D-8F92-9B60C7076FE8}" sibTransId="{23BFA256-3804-492F-BBBB-5D7201289169}"/>
    <dgm:cxn modelId="{63F3C322-0C86-4F1D-A348-B6F2F4171E6E}" srcId="{0509C354-A6D5-4E28-8C04-0E6A513FD528}" destId="{8B9157A9-83EE-451F-A822-B2DEDEF2418D}" srcOrd="1" destOrd="0" parTransId="{8C245791-AB53-4607-AC1C-FFEF80855BAB}" sibTransId="{154B17BC-75AE-408C-96FE-AB467FE36480}"/>
    <dgm:cxn modelId="{BC18EE22-CA50-4BFF-A74F-0ECE6C2E2F77}" srcId="{0509C354-A6D5-4E28-8C04-0E6A513FD528}" destId="{63AACAC1-0FAF-4749-9227-D851B7569B18}" srcOrd="3" destOrd="0" parTransId="{35CE0EBF-4DF0-42BC-A99E-2E57B3C23553}" sibTransId="{9EECAF1B-8947-4DC6-B3E3-D815EF4AA7BF}"/>
    <dgm:cxn modelId="{F21AB92B-476B-4444-9CCA-1909E1C48E6E}" type="presOf" srcId="{621FD63E-94D1-47E6-A5D0-9874B6B2CEE3}" destId="{45415C03-86E2-4DE0-AB59-2EC955F12E4E}" srcOrd="0" destOrd="1" presId="urn:microsoft.com/office/officeart/2005/8/layout/matrix1"/>
    <dgm:cxn modelId="{0F87C92B-E7AD-4441-8417-ACBD7E0DCE30}" type="presOf" srcId="{F431202F-5BFF-4A57-A837-4CDB59D447BB}" destId="{06C2CF79-632E-4A01-9770-7541C6B95014}" srcOrd="0" destOrd="0" presId="urn:microsoft.com/office/officeart/2005/8/layout/matrix1"/>
    <dgm:cxn modelId="{BBF4112F-7D84-426D-904A-5B4768D0DF9A}" srcId="{8B9157A9-83EE-451F-A822-B2DEDEF2418D}" destId="{A4D9DFEC-189C-47DD-AE0E-5E1163C6D968}" srcOrd="0" destOrd="0" parTransId="{6C4B1ACB-2269-4123-B8F9-66219E5087FC}" sibTransId="{EFEE6331-0F35-461E-8688-AC5EE2995BB9}"/>
    <dgm:cxn modelId="{B9180137-9DCA-4245-BF86-ECC52EABE55A}" type="presOf" srcId="{A4D9DFEC-189C-47DD-AE0E-5E1163C6D968}" destId="{78DB312E-A7AF-47C1-BFEB-27ED4CDEDFD7}" srcOrd="1" destOrd="1" presId="urn:microsoft.com/office/officeart/2005/8/layout/matrix1"/>
    <dgm:cxn modelId="{C40C823E-B40F-457E-B165-F9D77FA099C3}" type="presOf" srcId="{B7DA909F-E129-4E51-922A-6D23952913EB}" destId="{BD95F0C8-FA10-4385-825D-D0A566D3CFBA}" srcOrd="1" destOrd="1" presId="urn:microsoft.com/office/officeart/2005/8/layout/matrix1"/>
    <dgm:cxn modelId="{3FFCE061-AD3E-42E9-B53A-3FEEF0DA5EB7}" type="presOf" srcId="{A7FF8CA5-3FB4-48B4-94C8-470212C61761}" destId="{DEF44D39-4DE2-4FD1-ADD7-282B44F3A775}" srcOrd="1" destOrd="1" presId="urn:microsoft.com/office/officeart/2005/8/layout/matrix1"/>
    <dgm:cxn modelId="{20BB6144-2058-44FA-9A84-F562A4A5E1F0}" srcId="{F431202F-5BFF-4A57-A837-4CDB59D447BB}" destId="{545D48AE-AA34-4262-92FA-15E8922AA163}" srcOrd="1" destOrd="0" parTransId="{654F688A-3E01-4CC6-8049-FE00785C161A}" sibTransId="{5544F9C8-FB73-4012-9E70-20EA170D49D3}"/>
    <dgm:cxn modelId="{455B3868-82B0-414D-9E51-2133100DE126}" srcId="{D9B5598C-ED5D-4DDA-8E9F-1EF79CECFE59}" destId="{0509C354-A6D5-4E28-8C04-0E6A513FD528}" srcOrd="0" destOrd="0" parTransId="{11AD9CBE-6AAC-44B2-9D97-8811C7BFC178}" sibTransId="{6622ABA8-C191-4D9A-81B2-E03770F04DF7}"/>
    <dgm:cxn modelId="{5F734C48-59EC-434D-A92B-AACF55A65C50}" type="presOf" srcId="{A4D9DFEC-189C-47DD-AE0E-5E1163C6D968}" destId="{CB23EE6D-A93E-4FD0-BDB6-18AA6864C90D}" srcOrd="0" destOrd="1" presId="urn:microsoft.com/office/officeart/2005/8/layout/matrix1"/>
    <dgm:cxn modelId="{4207C76A-6BA4-4758-AC81-B939A3FE7883}" type="presOf" srcId="{8B9157A9-83EE-451F-A822-B2DEDEF2418D}" destId="{78DB312E-A7AF-47C1-BFEB-27ED4CDEDFD7}" srcOrd="1" destOrd="0" presId="urn:microsoft.com/office/officeart/2005/8/layout/matrix1"/>
    <dgm:cxn modelId="{4E897F51-8A7B-4222-A987-8E4023F4AC2C}" type="presOf" srcId="{545D48AE-AA34-4262-92FA-15E8922AA163}" destId="{BD95F0C8-FA10-4385-825D-D0A566D3CFBA}" srcOrd="1" destOrd="3" presId="urn:microsoft.com/office/officeart/2005/8/layout/matrix1"/>
    <dgm:cxn modelId="{D89BB152-E199-4617-959A-ADB74C17EFC5}" type="presOf" srcId="{B944ED84-6941-4F96-A02F-F57A821A5386}" destId="{BD95F0C8-FA10-4385-825D-D0A566D3CFBA}" srcOrd="1" destOrd="2" presId="urn:microsoft.com/office/officeart/2005/8/layout/matrix1"/>
    <dgm:cxn modelId="{DD1C9454-7D5F-4A20-BD11-543F2EF5439F}" type="presOf" srcId="{A45F311A-0276-43F9-BB02-D565B8E07676}" destId="{5B6A3C5A-A666-4FF0-9FA4-F6B8B1C15474}" srcOrd="0" destOrd="0" presId="urn:microsoft.com/office/officeart/2005/8/layout/matrix1"/>
    <dgm:cxn modelId="{62A5CB7B-D20C-4DFA-B2B4-9CDAACE5E50E}" type="presOf" srcId="{621FD63E-94D1-47E6-A5D0-9874B6B2CEE3}" destId="{0AD041F5-21A7-41E7-93CD-8B96FBA5C4B7}" srcOrd="1" destOrd="1" presId="urn:microsoft.com/office/officeart/2005/8/layout/matrix1"/>
    <dgm:cxn modelId="{CA598F8F-95AA-4A07-97FD-DABFFE3148D1}" srcId="{0509C354-A6D5-4E28-8C04-0E6A513FD528}" destId="{F431202F-5BFF-4A57-A837-4CDB59D447BB}" srcOrd="2" destOrd="0" parTransId="{93FB2727-3DBB-4D5C-945C-978EEF58F5BA}" sibTransId="{CF010D2A-0FF7-427C-A536-F0C8DF442F96}"/>
    <dgm:cxn modelId="{44C7FF93-41A1-4082-B0CF-385B71FE0F3D}" srcId="{B7DA909F-E129-4E51-922A-6D23952913EB}" destId="{B944ED84-6941-4F96-A02F-F57A821A5386}" srcOrd="0" destOrd="0" parTransId="{B0C030E3-E01B-40EC-AA6F-D29BCEAC8185}" sibTransId="{2762D23E-A876-4A43-96F1-4C9D761871ED}"/>
    <dgm:cxn modelId="{AE4B8797-AF13-48DF-A6E9-59754D1426FF}" type="presOf" srcId="{F431202F-5BFF-4A57-A837-4CDB59D447BB}" destId="{BD95F0C8-FA10-4385-825D-D0A566D3CFBA}" srcOrd="1" destOrd="0" presId="urn:microsoft.com/office/officeart/2005/8/layout/matrix1"/>
    <dgm:cxn modelId="{DE29ECA6-DC18-4946-A5A1-5C0B6C451CA1}" type="presOf" srcId="{63AACAC1-0FAF-4749-9227-D851B7569B18}" destId="{45415C03-86E2-4DE0-AB59-2EC955F12E4E}" srcOrd="0" destOrd="0" presId="urn:microsoft.com/office/officeart/2005/8/layout/matrix1"/>
    <dgm:cxn modelId="{CFAB0AAA-650A-4E39-96A3-9C7741AD4603}" srcId="{F431202F-5BFF-4A57-A837-4CDB59D447BB}" destId="{B7DA909F-E129-4E51-922A-6D23952913EB}" srcOrd="0" destOrd="0" parTransId="{81D5FB3A-CCBE-4317-BF55-67B0D39D1CC6}" sibTransId="{C7184195-05D9-4107-8784-AE3BD6D60B0B}"/>
    <dgm:cxn modelId="{A0151EAB-42F4-4897-8A15-31286A1E86E8}" srcId="{0509C354-A6D5-4E28-8C04-0E6A513FD528}" destId="{A45F311A-0276-43F9-BB02-D565B8E07676}" srcOrd="0" destOrd="0" parTransId="{EEA72059-E684-49D0-8E01-B731F2D6B031}" sibTransId="{89BA4D55-7232-464B-8EF7-D1D48FFA45E2}"/>
    <dgm:cxn modelId="{2B5682BC-4F9A-413A-997D-CBF85F696D99}" srcId="{63AACAC1-0FAF-4749-9227-D851B7569B18}" destId="{621FD63E-94D1-47E6-A5D0-9874B6B2CEE3}" srcOrd="0" destOrd="0" parTransId="{8613BBF0-4EAB-45A8-AA43-CE80A5C56D94}" sibTransId="{D830B3F8-33C8-4C73-827D-C1A0DECF1A06}"/>
    <dgm:cxn modelId="{468D60C5-6EC7-4AF5-8CCD-BB09409870A5}" type="presOf" srcId="{545D48AE-AA34-4262-92FA-15E8922AA163}" destId="{06C2CF79-632E-4A01-9770-7541C6B95014}" srcOrd="0" destOrd="3" presId="urn:microsoft.com/office/officeart/2005/8/layout/matrix1"/>
    <dgm:cxn modelId="{08B778D2-8F91-485C-82E8-5EA33F42195D}" type="presOf" srcId="{A45F311A-0276-43F9-BB02-D565B8E07676}" destId="{DEF44D39-4DE2-4FD1-ADD7-282B44F3A775}" srcOrd="1" destOrd="0" presId="urn:microsoft.com/office/officeart/2005/8/layout/matrix1"/>
    <dgm:cxn modelId="{C77D47D9-CA7F-497C-8829-F3C40D0E8A92}" type="presOf" srcId="{D9B5598C-ED5D-4DDA-8E9F-1EF79CECFE59}" destId="{F49FE926-FC39-4A6F-AB3A-6489EB9D58F3}" srcOrd="0" destOrd="0" presId="urn:microsoft.com/office/officeart/2005/8/layout/matrix1"/>
    <dgm:cxn modelId="{D2598BDC-D365-4174-BD50-DE7F4B3418F5}" type="presOf" srcId="{B944ED84-6941-4F96-A02F-F57A821A5386}" destId="{06C2CF79-632E-4A01-9770-7541C6B95014}" srcOrd="0" destOrd="2" presId="urn:microsoft.com/office/officeart/2005/8/layout/matrix1"/>
    <dgm:cxn modelId="{12CC91F5-BEE8-4E3F-A11F-0E52ECC1B853}" type="presOf" srcId="{A7FF8CA5-3FB4-48B4-94C8-470212C61761}" destId="{5B6A3C5A-A666-4FF0-9FA4-F6B8B1C15474}" srcOrd="0" destOrd="1" presId="urn:microsoft.com/office/officeart/2005/8/layout/matrix1"/>
    <dgm:cxn modelId="{41855EF6-73F9-42AE-B2FB-8AC406A3FE7B}" type="presOf" srcId="{8B9157A9-83EE-451F-A822-B2DEDEF2418D}" destId="{CB23EE6D-A93E-4FD0-BDB6-18AA6864C90D}" srcOrd="0" destOrd="0" presId="urn:microsoft.com/office/officeart/2005/8/layout/matrix1"/>
    <dgm:cxn modelId="{146DDB3C-F925-4FE0-96DA-524F01AF6691}" type="presParOf" srcId="{F49FE926-FC39-4A6F-AB3A-6489EB9D58F3}" destId="{6477B035-680C-48B7-9612-14C8A6686A53}" srcOrd="0" destOrd="0" presId="urn:microsoft.com/office/officeart/2005/8/layout/matrix1"/>
    <dgm:cxn modelId="{B3EA8965-6A58-4D2A-85BB-3E4E6F91720D}" type="presParOf" srcId="{6477B035-680C-48B7-9612-14C8A6686A53}" destId="{5B6A3C5A-A666-4FF0-9FA4-F6B8B1C15474}" srcOrd="0" destOrd="0" presId="urn:microsoft.com/office/officeart/2005/8/layout/matrix1"/>
    <dgm:cxn modelId="{958488BF-B96B-4F5E-A3BB-C8F1BAFCB7C6}" type="presParOf" srcId="{6477B035-680C-48B7-9612-14C8A6686A53}" destId="{DEF44D39-4DE2-4FD1-ADD7-282B44F3A775}" srcOrd="1" destOrd="0" presId="urn:microsoft.com/office/officeart/2005/8/layout/matrix1"/>
    <dgm:cxn modelId="{E44E5E25-CE62-4100-A51B-462CC369612A}" type="presParOf" srcId="{6477B035-680C-48B7-9612-14C8A6686A53}" destId="{CB23EE6D-A93E-4FD0-BDB6-18AA6864C90D}" srcOrd="2" destOrd="0" presId="urn:microsoft.com/office/officeart/2005/8/layout/matrix1"/>
    <dgm:cxn modelId="{735DE4A9-B09A-4811-A606-CD46092E0757}" type="presParOf" srcId="{6477B035-680C-48B7-9612-14C8A6686A53}" destId="{78DB312E-A7AF-47C1-BFEB-27ED4CDEDFD7}" srcOrd="3" destOrd="0" presId="urn:microsoft.com/office/officeart/2005/8/layout/matrix1"/>
    <dgm:cxn modelId="{310A3926-AFAD-4E8C-A5EB-7491E1AD7866}" type="presParOf" srcId="{6477B035-680C-48B7-9612-14C8A6686A53}" destId="{06C2CF79-632E-4A01-9770-7541C6B95014}" srcOrd="4" destOrd="0" presId="urn:microsoft.com/office/officeart/2005/8/layout/matrix1"/>
    <dgm:cxn modelId="{B31A09DF-D619-4013-8ADE-91E366AB2B88}" type="presParOf" srcId="{6477B035-680C-48B7-9612-14C8A6686A53}" destId="{BD95F0C8-FA10-4385-825D-D0A566D3CFBA}" srcOrd="5" destOrd="0" presId="urn:microsoft.com/office/officeart/2005/8/layout/matrix1"/>
    <dgm:cxn modelId="{A49D0E0E-0651-43A8-8723-C130E6D8B70D}" type="presParOf" srcId="{6477B035-680C-48B7-9612-14C8A6686A53}" destId="{45415C03-86E2-4DE0-AB59-2EC955F12E4E}" srcOrd="6" destOrd="0" presId="urn:microsoft.com/office/officeart/2005/8/layout/matrix1"/>
    <dgm:cxn modelId="{3ACDA786-ECFF-4C63-9BB8-7304731E4F5D}" type="presParOf" srcId="{6477B035-680C-48B7-9612-14C8A6686A53}" destId="{0AD041F5-21A7-41E7-93CD-8B96FBA5C4B7}" srcOrd="7" destOrd="0" presId="urn:microsoft.com/office/officeart/2005/8/layout/matrix1"/>
    <dgm:cxn modelId="{CD23C9B0-7880-410C-BBF3-313D8AF577CB}" type="presParOf" srcId="{F49FE926-FC39-4A6F-AB3A-6489EB9D58F3}" destId="{8843AD72-1C0A-45B4-B6DB-007B30E7EDD0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E606BA-3215-44E9-AA01-8AA4C4BA6A88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086748BE-465C-4F89-B4F3-F5D2DAA154B2}">
      <dgm:prSet phldrT="[Text]"/>
      <dgm:spPr/>
      <dgm:t>
        <a:bodyPr/>
        <a:lstStyle/>
        <a:p>
          <a:r>
            <a:rPr lang="en-US"/>
            <a:t>Perform with excellence</a:t>
          </a:r>
        </a:p>
      </dgm:t>
    </dgm:pt>
    <dgm:pt modelId="{89ECCE7F-AF04-4930-9813-BD90858F4ADA}" type="parTrans" cxnId="{885DB481-27E3-4B21-872D-8ACC6EE69A44}">
      <dgm:prSet/>
      <dgm:spPr/>
      <dgm:t>
        <a:bodyPr/>
        <a:lstStyle/>
        <a:p>
          <a:endParaRPr lang="en-US"/>
        </a:p>
      </dgm:t>
    </dgm:pt>
    <dgm:pt modelId="{E48882DE-7683-4CB7-BB5E-80CE6B927B76}" type="sibTrans" cxnId="{885DB481-27E3-4B21-872D-8ACC6EE69A44}">
      <dgm:prSet/>
      <dgm:spPr/>
      <dgm:t>
        <a:bodyPr/>
        <a:lstStyle/>
        <a:p>
          <a:endParaRPr lang="en-US"/>
        </a:p>
      </dgm:t>
    </dgm:pt>
    <dgm:pt modelId="{8B70A722-5ECC-4B1B-A050-A49EB237572A}">
      <dgm:prSet phldrT="[Text]"/>
      <dgm:spPr/>
      <dgm:t>
        <a:bodyPr/>
        <a:lstStyle/>
        <a:p>
          <a:r>
            <a:rPr lang="en-US"/>
            <a:t>Model personal integrity and accountability</a:t>
          </a:r>
        </a:p>
      </dgm:t>
    </dgm:pt>
    <dgm:pt modelId="{4CE8D799-2B71-4931-BA25-C202F93B97DE}" type="parTrans" cxnId="{502703BF-244E-4E9F-B8C7-18C7710DCDB5}">
      <dgm:prSet/>
      <dgm:spPr/>
      <dgm:t>
        <a:bodyPr/>
        <a:lstStyle/>
        <a:p>
          <a:endParaRPr lang="en-US"/>
        </a:p>
      </dgm:t>
    </dgm:pt>
    <dgm:pt modelId="{42ECF9B6-4968-4E66-8E95-EBEB5D79BC16}" type="sibTrans" cxnId="{502703BF-244E-4E9F-B8C7-18C7710DCDB5}">
      <dgm:prSet/>
      <dgm:spPr/>
      <dgm:t>
        <a:bodyPr/>
        <a:lstStyle/>
        <a:p>
          <a:endParaRPr lang="en-US"/>
        </a:p>
      </dgm:t>
    </dgm:pt>
    <dgm:pt modelId="{87798379-8B79-40E6-B0CC-ED244F4DFAB1}">
      <dgm:prSet phldrT="[Text]"/>
      <dgm:spPr/>
      <dgm:t>
        <a:bodyPr/>
        <a:lstStyle/>
        <a:p>
          <a:r>
            <a:rPr lang="en-US"/>
            <a:t>Don’t be afraid to ask questions</a:t>
          </a:r>
        </a:p>
      </dgm:t>
    </dgm:pt>
    <dgm:pt modelId="{EDFCAE65-AFC8-40E7-8480-5DFA4FB3D73F}" type="parTrans" cxnId="{CF1B6A31-B8C0-430C-AB2F-A966FF5E053F}">
      <dgm:prSet/>
      <dgm:spPr/>
      <dgm:t>
        <a:bodyPr/>
        <a:lstStyle/>
        <a:p>
          <a:endParaRPr lang="en-US"/>
        </a:p>
      </dgm:t>
    </dgm:pt>
    <dgm:pt modelId="{95F31827-9F22-4E22-BCDF-9F6F114EC620}" type="sibTrans" cxnId="{CF1B6A31-B8C0-430C-AB2F-A966FF5E053F}">
      <dgm:prSet/>
      <dgm:spPr/>
      <dgm:t>
        <a:bodyPr/>
        <a:lstStyle/>
        <a:p>
          <a:endParaRPr lang="en-US"/>
        </a:p>
      </dgm:t>
    </dgm:pt>
    <dgm:pt modelId="{BD717D51-31DC-4D3F-94C6-EBBEA764340E}">
      <dgm:prSet/>
      <dgm:spPr/>
      <dgm:t>
        <a:bodyPr/>
        <a:lstStyle/>
        <a:p>
          <a:r>
            <a:rPr lang="en-US"/>
            <a:t>Apply a growth mindset</a:t>
          </a:r>
        </a:p>
      </dgm:t>
    </dgm:pt>
    <dgm:pt modelId="{98E62311-6B5D-49FB-828F-57A8DE02F779}" type="parTrans" cxnId="{AAB80FC4-B29C-4566-9BE6-F6A78FB8B6F8}">
      <dgm:prSet/>
      <dgm:spPr/>
      <dgm:t>
        <a:bodyPr/>
        <a:lstStyle/>
        <a:p>
          <a:endParaRPr lang="en-US"/>
        </a:p>
      </dgm:t>
    </dgm:pt>
    <dgm:pt modelId="{28AFB5EB-853A-4AB5-AA9C-F5FA246834C3}" type="sibTrans" cxnId="{AAB80FC4-B29C-4566-9BE6-F6A78FB8B6F8}">
      <dgm:prSet/>
      <dgm:spPr/>
      <dgm:t>
        <a:bodyPr/>
        <a:lstStyle/>
        <a:p>
          <a:endParaRPr lang="en-US"/>
        </a:p>
      </dgm:t>
    </dgm:pt>
    <dgm:pt modelId="{BF09FEB3-4E84-4D26-BB8F-47F53399A30F}">
      <dgm:prSet/>
      <dgm:spPr/>
      <dgm:t>
        <a:bodyPr/>
        <a:lstStyle/>
        <a:p>
          <a:r>
            <a:rPr lang="en-US"/>
            <a:t>Prioritize the Intern Program events (site and project)</a:t>
          </a:r>
        </a:p>
      </dgm:t>
    </dgm:pt>
    <dgm:pt modelId="{6BE24908-2AFC-492F-87CF-495C87947343}" type="parTrans" cxnId="{EA10C8A1-BB55-431C-9C71-F94AE63E8996}">
      <dgm:prSet/>
      <dgm:spPr/>
      <dgm:t>
        <a:bodyPr/>
        <a:lstStyle/>
        <a:p>
          <a:endParaRPr lang="en-US"/>
        </a:p>
      </dgm:t>
    </dgm:pt>
    <dgm:pt modelId="{D34D6AC4-63EE-4F1E-B76D-FC3403FCD7DE}" type="sibTrans" cxnId="{EA10C8A1-BB55-431C-9C71-F94AE63E8996}">
      <dgm:prSet/>
      <dgm:spPr/>
      <dgm:t>
        <a:bodyPr/>
        <a:lstStyle/>
        <a:p>
          <a:endParaRPr lang="en-US"/>
        </a:p>
      </dgm:t>
    </dgm:pt>
    <dgm:pt modelId="{C0AF98AA-FDE9-482E-AB39-03B8488F2E88}">
      <dgm:prSet/>
      <dgm:spPr/>
      <dgm:t>
        <a:bodyPr/>
        <a:lstStyle/>
        <a:p>
          <a:r>
            <a:rPr lang="en-US"/>
            <a:t>Charge your time accurately</a:t>
          </a:r>
        </a:p>
      </dgm:t>
    </dgm:pt>
    <dgm:pt modelId="{98A5A025-1E6F-4422-A9F3-6EA969B00F27}" type="parTrans" cxnId="{F4B8D978-27B3-4069-B581-3DCD6D601E62}">
      <dgm:prSet/>
      <dgm:spPr/>
      <dgm:t>
        <a:bodyPr/>
        <a:lstStyle/>
        <a:p>
          <a:endParaRPr lang="en-US"/>
        </a:p>
      </dgm:t>
    </dgm:pt>
    <dgm:pt modelId="{7FE36A37-5023-4711-AD73-928B51DD4E28}" type="sibTrans" cxnId="{F4B8D978-27B3-4069-B581-3DCD6D601E62}">
      <dgm:prSet/>
      <dgm:spPr/>
      <dgm:t>
        <a:bodyPr/>
        <a:lstStyle/>
        <a:p>
          <a:endParaRPr lang="en-US"/>
        </a:p>
      </dgm:t>
    </dgm:pt>
    <dgm:pt modelId="{92C8DB5E-B28D-45C5-87AD-7882552DC49C}">
      <dgm:prSet/>
      <dgm:spPr/>
      <dgm:t>
        <a:bodyPr/>
        <a:lstStyle/>
        <a:p>
          <a:r>
            <a:rPr lang="en-US"/>
            <a:t>Have fun!</a:t>
          </a:r>
        </a:p>
      </dgm:t>
    </dgm:pt>
    <dgm:pt modelId="{A144B7EE-70A3-4996-A6B6-39393DEE7168}" type="parTrans" cxnId="{D112B95B-094B-4862-A518-4C6E3E3153FD}">
      <dgm:prSet/>
      <dgm:spPr/>
      <dgm:t>
        <a:bodyPr/>
        <a:lstStyle/>
        <a:p>
          <a:endParaRPr lang="en-US"/>
        </a:p>
      </dgm:t>
    </dgm:pt>
    <dgm:pt modelId="{7B2A6A98-53AE-421A-97C2-CA5505B19FC2}" type="sibTrans" cxnId="{D112B95B-094B-4862-A518-4C6E3E3153FD}">
      <dgm:prSet/>
      <dgm:spPr/>
      <dgm:t>
        <a:bodyPr/>
        <a:lstStyle/>
        <a:p>
          <a:endParaRPr lang="en-US"/>
        </a:p>
      </dgm:t>
    </dgm:pt>
    <dgm:pt modelId="{1EE7B0AB-9BF4-41B1-8315-49EA4E7FD25E}" type="pres">
      <dgm:prSet presAssocID="{43E606BA-3215-44E9-AA01-8AA4C4BA6A88}" presName="linear" presStyleCnt="0">
        <dgm:presLayoutVars>
          <dgm:dir/>
          <dgm:animLvl val="lvl"/>
          <dgm:resizeHandles val="exact"/>
        </dgm:presLayoutVars>
      </dgm:prSet>
      <dgm:spPr/>
    </dgm:pt>
    <dgm:pt modelId="{DDB1C88B-1DE7-4737-AAC8-0893D00F18A6}" type="pres">
      <dgm:prSet presAssocID="{086748BE-465C-4F89-B4F3-F5D2DAA154B2}" presName="parentLin" presStyleCnt="0"/>
      <dgm:spPr/>
    </dgm:pt>
    <dgm:pt modelId="{0568A087-5DBD-457D-91B4-D2058EE3DA86}" type="pres">
      <dgm:prSet presAssocID="{086748BE-465C-4F89-B4F3-F5D2DAA154B2}" presName="parentLeftMargin" presStyleLbl="node1" presStyleIdx="0" presStyleCnt="7"/>
      <dgm:spPr/>
    </dgm:pt>
    <dgm:pt modelId="{C92A4630-E382-4458-8893-9FA0D09CC47F}" type="pres">
      <dgm:prSet presAssocID="{086748BE-465C-4F89-B4F3-F5D2DAA154B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9A9D207-652E-420E-A15E-C00E266570E2}" type="pres">
      <dgm:prSet presAssocID="{086748BE-465C-4F89-B4F3-F5D2DAA154B2}" presName="negativeSpace" presStyleCnt="0"/>
      <dgm:spPr/>
    </dgm:pt>
    <dgm:pt modelId="{B2F5F405-034C-4D3E-8623-C4AD3684A992}" type="pres">
      <dgm:prSet presAssocID="{086748BE-465C-4F89-B4F3-F5D2DAA154B2}" presName="childText" presStyleLbl="conFgAcc1" presStyleIdx="0" presStyleCnt="7">
        <dgm:presLayoutVars>
          <dgm:bulletEnabled val="1"/>
        </dgm:presLayoutVars>
      </dgm:prSet>
      <dgm:spPr/>
    </dgm:pt>
    <dgm:pt modelId="{6EBE1EA5-CA91-48AD-9AD8-06EE426BDBAB}" type="pres">
      <dgm:prSet presAssocID="{E48882DE-7683-4CB7-BB5E-80CE6B927B76}" presName="spaceBetweenRectangles" presStyleCnt="0"/>
      <dgm:spPr/>
    </dgm:pt>
    <dgm:pt modelId="{17F5F96D-CF65-4454-B533-0F5CE59A258F}" type="pres">
      <dgm:prSet presAssocID="{8B70A722-5ECC-4B1B-A050-A49EB237572A}" presName="parentLin" presStyleCnt="0"/>
      <dgm:spPr/>
    </dgm:pt>
    <dgm:pt modelId="{42CCA6D1-8FD9-4BC4-8394-E6689A91F0A5}" type="pres">
      <dgm:prSet presAssocID="{8B70A722-5ECC-4B1B-A050-A49EB237572A}" presName="parentLeftMargin" presStyleLbl="node1" presStyleIdx="0" presStyleCnt="7"/>
      <dgm:spPr/>
    </dgm:pt>
    <dgm:pt modelId="{E991E150-A013-4EF6-BE21-79DE76A39E82}" type="pres">
      <dgm:prSet presAssocID="{8B70A722-5ECC-4B1B-A050-A49EB237572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F9C9DEE-6085-446E-9042-A8E83D75379B}" type="pres">
      <dgm:prSet presAssocID="{8B70A722-5ECC-4B1B-A050-A49EB237572A}" presName="negativeSpace" presStyleCnt="0"/>
      <dgm:spPr/>
    </dgm:pt>
    <dgm:pt modelId="{BD727177-F367-482B-8600-8D8CBF12B7B6}" type="pres">
      <dgm:prSet presAssocID="{8B70A722-5ECC-4B1B-A050-A49EB237572A}" presName="childText" presStyleLbl="conFgAcc1" presStyleIdx="1" presStyleCnt="7">
        <dgm:presLayoutVars>
          <dgm:bulletEnabled val="1"/>
        </dgm:presLayoutVars>
      </dgm:prSet>
      <dgm:spPr/>
    </dgm:pt>
    <dgm:pt modelId="{DEF97FDE-4E13-4867-A388-A77537D51C1D}" type="pres">
      <dgm:prSet presAssocID="{42ECF9B6-4968-4E66-8E95-EBEB5D79BC16}" presName="spaceBetweenRectangles" presStyleCnt="0"/>
      <dgm:spPr/>
    </dgm:pt>
    <dgm:pt modelId="{676A041D-0928-4E4A-9FE6-023DDF88AEA1}" type="pres">
      <dgm:prSet presAssocID="{87798379-8B79-40E6-B0CC-ED244F4DFAB1}" presName="parentLin" presStyleCnt="0"/>
      <dgm:spPr/>
    </dgm:pt>
    <dgm:pt modelId="{6B1613EC-EA37-4B51-ABBA-502547A37210}" type="pres">
      <dgm:prSet presAssocID="{87798379-8B79-40E6-B0CC-ED244F4DFAB1}" presName="parentLeftMargin" presStyleLbl="node1" presStyleIdx="1" presStyleCnt="7"/>
      <dgm:spPr/>
    </dgm:pt>
    <dgm:pt modelId="{44845D46-058A-436C-8CEB-5C3391D24BC2}" type="pres">
      <dgm:prSet presAssocID="{87798379-8B79-40E6-B0CC-ED244F4DFAB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8211F0F-3217-44D1-9550-A68D3B11795E}" type="pres">
      <dgm:prSet presAssocID="{87798379-8B79-40E6-B0CC-ED244F4DFAB1}" presName="negativeSpace" presStyleCnt="0"/>
      <dgm:spPr/>
    </dgm:pt>
    <dgm:pt modelId="{4A624357-065F-483F-8CAE-D5082219E5C3}" type="pres">
      <dgm:prSet presAssocID="{87798379-8B79-40E6-B0CC-ED244F4DFAB1}" presName="childText" presStyleLbl="conFgAcc1" presStyleIdx="2" presStyleCnt="7">
        <dgm:presLayoutVars>
          <dgm:bulletEnabled val="1"/>
        </dgm:presLayoutVars>
      </dgm:prSet>
      <dgm:spPr/>
    </dgm:pt>
    <dgm:pt modelId="{5B93E5BB-3791-463F-9112-3CFD30D0F9EF}" type="pres">
      <dgm:prSet presAssocID="{95F31827-9F22-4E22-BCDF-9F6F114EC620}" presName="spaceBetweenRectangles" presStyleCnt="0"/>
      <dgm:spPr/>
    </dgm:pt>
    <dgm:pt modelId="{546AA364-B0B1-4F80-B9A9-162373E71525}" type="pres">
      <dgm:prSet presAssocID="{BD717D51-31DC-4D3F-94C6-EBBEA764340E}" presName="parentLin" presStyleCnt="0"/>
      <dgm:spPr/>
    </dgm:pt>
    <dgm:pt modelId="{C079D312-CE15-4553-8EE9-06CD17473683}" type="pres">
      <dgm:prSet presAssocID="{BD717D51-31DC-4D3F-94C6-EBBEA764340E}" presName="parentLeftMargin" presStyleLbl="node1" presStyleIdx="2" presStyleCnt="7"/>
      <dgm:spPr/>
    </dgm:pt>
    <dgm:pt modelId="{E8DB871C-BA6F-435E-914C-B659686C8EBF}" type="pres">
      <dgm:prSet presAssocID="{BD717D51-31DC-4D3F-94C6-EBBEA764340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A99C264-31AB-4E74-AF0B-AD50C8D77BD2}" type="pres">
      <dgm:prSet presAssocID="{BD717D51-31DC-4D3F-94C6-EBBEA764340E}" presName="negativeSpace" presStyleCnt="0"/>
      <dgm:spPr/>
    </dgm:pt>
    <dgm:pt modelId="{D7D53B92-F2CD-4D1C-BD44-C42962CF7456}" type="pres">
      <dgm:prSet presAssocID="{BD717D51-31DC-4D3F-94C6-EBBEA764340E}" presName="childText" presStyleLbl="conFgAcc1" presStyleIdx="3" presStyleCnt="7">
        <dgm:presLayoutVars>
          <dgm:bulletEnabled val="1"/>
        </dgm:presLayoutVars>
      </dgm:prSet>
      <dgm:spPr/>
    </dgm:pt>
    <dgm:pt modelId="{FC196626-20A5-470E-987E-F19344D94874}" type="pres">
      <dgm:prSet presAssocID="{28AFB5EB-853A-4AB5-AA9C-F5FA246834C3}" presName="spaceBetweenRectangles" presStyleCnt="0"/>
      <dgm:spPr/>
    </dgm:pt>
    <dgm:pt modelId="{5A2C6DC1-45E5-43F4-8934-759B9DA4DBA1}" type="pres">
      <dgm:prSet presAssocID="{BF09FEB3-4E84-4D26-BB8F-47F53399A30F}" presName="parentLin" presStyleCnt="0"/>
      <dgm:spPr/>
    </dgm:pt>
    <dgm:pt modelId="{0DB59278-BE29-4E8C-BC60-D6C64C9E6F2C}" type="pres">
      <dgm:prSet presAssocID="{BF09FEB3-4E84-4D26-BB8F-47F53399A30F}" presName="parentLeftMargin" presStyleLbl="node1" presStyleIdx="3" presStyleCnt="7"/>
      <dgm:spPr/>
    </dgm:pt>
    <dgm:pt modelId="{69550D32-AC9B-4789-8642-918CC870D289}" type="pres">
      <dgm:prSet presAssocID="{BF09FEB3-4E84-4D26-BB8F-47F53399A30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27AA4AB-4E1D-43A5-9BFB-67AAC94C204A}" type="pres">
      <dgm:prSet presAssocID="{BF09FEB3-4E84-4D26-BB8F-47F53399A30F}" presName="negativeSpace" presStyleCnt="0"/>
      <dgm:spPr/>
    </dgm:pt>
    <dgm:pt modelId="{E976D45F-C46B-4D53-AE53-8DB872FB8613}" type="pres">
      <dgm:prSet presAssocID="{BF09FEB3-4E84-4D26-BB8F-47F53399A30F}" presName="childText" presStyleLbl="conFgAcc1" presStyleIdx="4" presStyleCnt="7">
        <dgm:presLayoutVars>
          <dgm:bulletEnabled val="1"/>
        </dgm:presLayoutVars>
      </dgm:prSet>
      <dgm:spPr/>
    </dgm:pt>
    <dgm:pt modelId="{4583365B-B9F0-49CF-9D60-4FF159DFAF9C}" type="pres">
      <dgm:prSet presAssocID="{D34D6AC4-63EE-4F1E-B76D-FC3403FCD7DE}" presName="spaceBetweenRectangles" presStyleCnt="0"/>
      <dgm:spPr/>
    </dgm:pt>
    <dgm:pt modelId="{063FCE4A-E062-49DC-A3AE-8B7AF5949D53}" type="pres">
      <dgm:prSet presAssocID="{C0AF98AA-FDE9-482E-AB39-03B8488F2E88}" presName="parentLin" presStyleCnt="0"/>
      <dgm:spPr/>
    </dgm:pt>
    <dgm:pt modelId="{E8E39F19-8BD8-4A6A-B9CA-ADCF27F234A7}" type="pres">
      <dgm:prSet presAssocID="{C0AF98AA-FDE9-482E-AB39-03B8488F2E88}" presName="parentLeftMargin" presStyleLbl="node1" presStyleIdx="4" presStyleCnt="7"/>
      <dgm:spPr/>
    </dgm:pt>
    <dgm:pt modelId="{AF3D6CF6-8E66-4B58-AC9E-C6ABABC05164}" type="pres">
      <dgm:prSet presAssocID="{C0AF98AA-FDE9-482E-AB39-03B8488F2E8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8EA0A76-CE1E-4520-A94C-FD2E6BD5141C}" type="pres">
      <dgm:prSet presAssocID="{C0AF98AA-FDE9-482E-AB39-03B8488F2E88}" presName="negativeSpace" presStyleCnt="0"/>
      <dgm:spPr/>
    </dgm:pt>
    <dgm:pt modelId="{D69D1584-DD78-4092-8B74-1FAB5F24F8FA}" type="pres">
      <dgm:prSet presAssocID="{C0AF98AA-FDE9-482E-AB39-03B8488F2E88}" presName="childText" presStyleLbl="conFgAcc1" presStyleIdx="5" presStyleCnt="7">
        <dgm:presLayoutVars>
          <dgm:bulletEnabled val="1"/>
        </dgm:presLayoutVars>
      </dgm:prSet>
      <dgm:spPr/>
    </dgm:pt>
    <dgm:pt modelId="{89199971-CDBB-4F9E-8DC1-5C9A3D00AB3E}" type="pres">
      <dgm:prSet presAssocID="{7FE36A37-5023-4711-AD73-928B51DD4E28}" presName="spaceBetweenRectangles" presStyleCnt="0"/>
      <dgm:spPr/>
    </dgm:pt>
    <dgm:pt modelId="{11D6BD11-AC8C-4643-B76E-F51BECAF228A}" type="pres">
      <dgm:prSet presAssocID="{92C8DB5E-B28D-45C5-87AD-7882552DC49C}" presName="parentLin" presStyleCnt="0"/>
      <dgm:spPr/>
    </dgm:pt>
    <dgm:pt modelId="{5526C437-1A3B-426E-90D2-681D2DA4EBD1}" type="pres">
      <dgm:prSet presAssocID="{92C8DB5E-B28D-45C5-87AD-7882552DC49C}" presName="parentLeftMargin" presStyleLbl="node1" presStyleIdx="5" presStyleCnt="7"/>
      <dgm:spPr/>
    </dgm:pt>
    <dgm:pt modelId="{03B448EC-65E3-42EB-9365-29951F150F23}" type="pres">
      <dgm:prSet presAssocID="{92C8DB5E-B28D-45C5-87AD-7882552DC49C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845422A4-1C4C-4FA6-9A01-17C89E1A03BE}" type="pres">
      <dgm:prSet presAssocID="{92C8DB5E-B28D-45C5-87AD-7882552DC49C}" presName="negativeSpace" presStyleCnt="0"/>
      <dgm:spPr/>
    </dgm:pt>
    <dgm:pt modelId="{F46A5795-75CA-473F-BB39-E4638D858686}" type="pres">
      <dgm:prSet presAssocID="{92C8DB5E-B28D-45C5-87AD-7882552DC49C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80A3D910-CB74-4130-BC8C-F62E55287129}" type="presOf" srcId="{BF09FEB3-4E84-4D26-BB8F-47F53399A30F}" destId="{0DB59278-BE29-4E8C-BC60-D6C64C9E6F2C}" srcOrd="0" destOrd="0" presId="urn:microsoft.com/office/officeart/2005/8/layout/list1"/>
    <dgm:cxn modelId="{B78CE31F-27FC-4A40-9D95-887EEA7F53FD}" type="presOf" srcId="{43E606BA-3215-44E9-AA01-8AA4C4BA6A88}" destId="{1EE7B0AB-9BF4-41B1-8315-49EA4E7FD25E}" srcOrd="0" destOrd="0" presId="urn:microsoft.com/office/officeart/2005/8/layout/list1"/>
    <dgm:cxn modelId="{CF1B6A31-B8C0-430C-AB2F-A966FF5E053F}" srcId="{43E606BA-3215-44E9-AA01-8AA4C4BA6A88}" destId="{87798379-8B79-40E6-B0CC-ED244F4DFAB1}" srcOrd="2" destOrd="0" parTransId="{EDFCAE65-AFC8-40E7-8480-5DFA4FB3D73F}" sibTransId="{95F31827-9F22-4E22-BCDF-9F6F114EC620}"/>
    <dgm:cxn modelId="{60F70032-CDBF-439A-9F9A-4A354CD16DB0}" type="presOf" srcId="{87798379-8B79-40E6-B0CC-ED244F4DFAB1}" destId="{6B1613EC-EA37-4B51-ABBA-502547A37210}" srcOrd="0" destOrd="0" presId="urn:microsoft.com/office/officeart/2005/8/layout/list1"/>
    <dgm:cxn modelId="{26B2783A-5417-4F8A-9B91-BAD1A1742FCE}" type="presOf" srcId="{BD717D51-31DC-4D3F-94C6-EBBEA764340E}" destId="{C079D312-CE15-4553-8EE9-06CD17473683}" srcOrd="0" destOrd="0" presId="urn:microsoft.com/office/officeart/2005/8/layout/list1"/>
    <dgm:cxn modelId="{D112B95B-094B-4862-A518-4C6E3E3153FD}" srcId="{43E606BA-3215-44E9-AA01-8AA4C4BA6A88}" destId="{92C8DB5E-B28D-45C5-87AD-7882552DC49C}" srcOrd="6" destOrd="0" parTransId="{A144B7EE-70A3-4996-A6B6-39393DEE7168}" sibTransId="{7B2A6A98-53AE-421A-97C2-CA5505B19FC2}"/>
    <dgm:cxn modelId="{7CC28048-9ADA-4278-B120-B6B3765E0BFD}" type="presOf" srcId="{086748BE-465C-4F89-B4F3-F5D2DAA154B2}" destId="{C92A4630-E382-4458-8893-9FA0D09CC47F}" srcOrd="1" destOrd="0" presId="urn:microsoft.com/office/officeart/2005/8/layout/list1"/>
    <dgm:cxn modelId="{1D2E7954-D685-4511-9CF4-37BE077F6477}" type="presOf" srcId="{92C8DB5E-B28D-45C5-87AD-7882552DC49C}" destId="{5526C437-1A3B-426E-90D2-681D2DA4EBD1}" srcOrd="0" destOrd="0" presId="urn:microsoft.com/office/officeart/2005/8/layout/list1"/>
    <dgm:cxn modelId="{F4B8D978-27B3-4069-B581-3DCD6D601E62}" srcId="{43E606BA-3215-44E9-AA01-8AA4C4BA6A88}" destId="{C0AF98AA-FDE9-482E-AB39-03B8488F2E88}" srcOrd="5" destOrd="0" parTransId="{98A5A025-1E6F-4422-A9F3-6EA969B00F27}" sibTransId="{7FE36A37-5023-4711-AD73-928B51DD4E28}"/>
    <dgm:cxn modelId="{885DB481-27E3-4B21-872D-8ACC6EE69A44}" srcId="{43E606BA-3215-44E9-AA01-8AA4C4BA6A88}" destId="{086748BE-465C-4F89-B4F3-F5D2DAA154B2}" srcOrd="0" destOrd="0" parTransId="{89ECCE7F-AF04-4930-9813-BD90858F4ADA}" sibTransId="{E48882DE-7683-4CB7-BB5E-80CE6B927B76}"/>
    <dgm:cxn modelId="{EA10C8A1-BB55-431C-9C71-F94AE63E8996}" srcId="{43E606BA-3215-44E9-AA01-8AA4C4BA6A88}" destId="{BF09FEB3-4E84-4D26-BB8F-47F53399A30F}" srcOrd="4" destOrd="0" parTransId="{6BE24908-2AFC-492F-87CF-495C87947343}" sibTransId="{D34D6AC4-63EE-4F1E-B76D-FC3403FCD7DE}"/>
    <dgm:cxn modelId="{686E32A6-CED5-4F6C-BE46-0A9DAC2424C4}" type="presOf" srcId="{086748BE-465C-4F89-B4F3-F5D2DAA154B2}" destId="{0568A087-5DBD-457D-91B4-D2058EE3DA86}" srcOrd="0" destOrd="0" presId="urn:microsoft.com/office/officeart/2005/8/layout/list1"/>
    <dgm:cxn modelId="{75F0CCAB-839B-491D-A4EA-FCB4E920496C}" type="presOf" srcId="{BF09FEB3-4E84-4D26-BB8F-47F53399A30F}" destId="{69550D32-AC9B-4789-8642-918CC870D289}" srcOrd="1" destOrd="0" presId="urn:microsoft.com/office/officeart/2005/8/layout/list1"/>
    <dgm:cxn modelId="{4AC985B1-E336-41D3-9F8F-789E4E5BCD46}" type="presOf" srcId="{C0AF98AA-FDE9-482E-AB39-03B8488F2E88}" destId="{AF3D6CF6-8E66-4B58-AC9E-C6ABABC05164}" srcOrd="1" destOrd="0" presId="urn:microsoft.com/office/officeart/2005/8/layout/list1"/>
    <dgm:cxn modelId="{502703BF-244E-4E9F-B8C7-18C7710DCDB5}" srcId="{43E606BA-3215-44E9-AA01-8AA4C4BA6A88}" destId="{8B70A722-5ECC-4B1B-A050-A49EB237572A}" srcOrd="1" destOrd="0" parTransId="{4CE8D799-2B71-4931-BA25-C202F93B97DE}" sibTransId="{42ECF9B6-4968-4E66-8E95-EBEB5D79BC16}"/>
    <dgm:cxn modelId="{FE7F3EC0-1051-4BA1-8A00-4D47A2CA57A8}" type="presOf" srcId="{87798379-8B79-40E6-B0CC-ED244F4DFAB1}" destId="{44845D46-058A-436C-8CEB-5C3391D24BC2}" srcOrd="1" destOrd="0" presId="urn:microsoft.com/office/officeart/2005/8/layout/list1"/>
    <dgm:cxn modelId="{AAB80FC4-B29C-4566-9BE6-F6A78FB8B6F8}" srcId="{43E606BA-3215-44E9-AA01-8AA4C4BA6A88}" destId="{BD717D51-31DC-4D3F-94C6-EBBEA764340E}" srcOrd="3" destOrd="0" parTransId="{98E62311-6B5D-49FB-828F-57A8DE02F779}" sibTransId="{28AFB5EB-853A-4AB5-AA9C-F5FA246834C3}"/>
    <dgm:cxn modelId="{6832D8CE-D519-4C72-B7B8-5A2861804F89}" type="presOf" srcId="{C0AF98AA-FDE9-482E-AB39-03B8488F2E88}" destId="{E8E39F19-8BD8-4A6A-B9CA-ADCF27F234A7}" srcOrd="0" destOrd="0" presId="urn:microsoft.com/office/officeart/2005/8/layout/list1"/>
    <dgm:cxn modelId="{DE54AADD-6461-4C2D-99B9-3ADA283273FE}" type="presOf" srcId="{BD717D51-31DC-4D3F-94C6-EBBEA764340E}" destId="{E8DB871C-BA6F-435E-914C-B659686C8EBF}" srcOrd="1" destOrd="0" presId="urn:microsoft.com/office/officeart/2005/8/layout/list1"/>
    <dgm:cxn modelId="{91D4EEE1-D375-4057-A861-8C492AD74FC3}" type="presOf" srcId="{92C8DB5E-B28D-45C5-87AD-7882552DC49C}" destId="{03B448EC-65E3-42EB-9365-29951F150F23}" srcOrd="1" destOrd="0" presId="urn:microsoft.com/office/officeart/2005/8/layout/list1"/>
    <dgm:cxn modelId="{A68A4EE2-7DFB-41B1-A874-844A8943E950}" type="presOf" srcId="{8B70A722-5ECC-4B1B-A050-A49EB237572A}" destId="{42CCA6D1-8FD9-4BC4-8394-E6689A91F0A5}" srcOrd="0" destOrd="0" presId="urn:microsoft.com/office/officeart/2005/8/layout/list1"/>
    <dgm:cxn modelId="{64EAA2FE-5077-49AF-99C0-E16030FECB13}" type="presOf" srcId="{8B70A722-5ECC-4B1B-A050-A49EB237572A}" destId="{E991E150-A013-4EF6-BE21-79DE76A39E82}" srcOrd="1" destOrd="0" presId="urn:microsoft.com/office/officeart/2005/8/layout/list1"/>
    <dgm:cxn modelId="{39E5DBC3-8EA8-4634-8130-E452E9AA7727}" type="presParOf" srcId="{1EE7B0AB-9BF4-41B1-8315-49EA4E7FD25E}" destId="{DDB1C88B-1DE7-4737-AAC8-0893D00F18A6}" srcOrd="0" destOrd="0" presId="urn:microsoft.com/office/officeart/2005/8/layout/list1"/>
    <dgm:cxn modelId="{858490D7-8D52-4159-A088-7D3E67A5F205}" type="presParOf" srcId="{DDB1C88B-1DE7-4737-AAC8-0893D00F18A6}" destId="{0568A087-5DBD-457D-91B4-D2058EE3DA86}" srcOrd="0" destOrd="0" presId="urn:microsoft.com/office/officeart/2005/8/layout/list1"/>
    <dgm:cxn modelId="{89385AB2-C970-483F-A51D-7161342669F1}" type="presParOf" srcId="{DDB1C88B-1DE7-4737-AAC8-0893D00F18A6}" destId="{C92A4630-E382-4458-8893-9FA0D09CC47F}" srcOrd="1" destOrd="0" presId="urn:microsoft.com/office/officeart/2005/8/layout/list1"/>
    <dgm:cxn modelId="{643495B7-A273-4BF8-B0AB-88042943E14D}" type="presParOf" srcId="{1EE7B0AB-9BF4-41B1-8315-49EA4E7FD25E}" destId="{D9A9D207-652E-420E-A15E-C00E266570E2}" srcOrd="1" destOrd="0" presId="urn:microsoft.com/office/officeart/2005/8/layout/list1"/>
    <dgm:cxn modelId="{F521A71E-1D80-4A89-8EA6-B8B0314BEC94}" type="presParOf" srcId="{1EE7B0AB-9BF4-41B1-8315-49EA4E7FD25E}" destId="{B2F5F405-034C-4D3E-8623-C4AD3684A992}" srcOrd="2" destOrd="0" presId="urn:microsoft.com/office/officeart/2005/8/layout/list1"/>
    <dgm:cxn modelId="{50E21B42-0378-4E80-8375-1FB710B9B7E5}" type="presParOf" srcId="{1EE7B0AB-9BF4-41B1-8315-49EA4E7FD25E}" destId="{6EBE1EA5-CA91-48AD-9AD8-06EE426BDBAB}" srcOrd="3" destOrd="0" presId="urn:microsoft.com/office/officeart/2005/8/layout/list1"/>
    <dgm:cxn modelId="{17C34235-A888-40F5-8100-67358E25B036}" type="presParOf" srcId="{1EE7B0AB-9BF4-41B1-8315-49EA4E7FD25E}" destId="{17F5F96D-CF65-4454-B533-0F5CE59A258F}" srcOrd="4" destOrd="0" presId="urn:microsoft.com/office/officeart/2005/8/layout/list1"/>
    <dgm:cxn modelId="{F3C4803B-4BFA-4F39-B233-123233EDE236}" type="presParOf" srcId="{17F5F96D-CF65-4454-B533-0F5CE59A258F}" destId="{42CCA6D1-8FD9-4BC4-8394-E6689A91F0A5}" srcOrd="0" destOrd="0" presId="urn:microsoft.com/office/officeart/2005/8/layout/list1"/>
    <dgm:cxn modelId="{CFE1774F-F26D-4C81-A2A4-2F822D06A3BD}" type="presParOf" srcId="{17F5F96D-CF65-4454-B533-0F5CE59A258F}" destId="{E991E150-A013-4EF6-BE21-79DE76A39E82}" srcOrd="1" destOrd="0" presId="urn:microsoft.com/office/officeart/2005/8/layout/list1"/>
    <dgm:cxn modelId="{1010501E-5E61-4B82-8770-1EC6489F107F}" type="presParOf" srcId="{1EE7B0AB-9BF4-41B1-8315-49EA4E7FD25E}" destId="{0F9C9DEE-6085-446E-9042-A8E83D75379B}" srcOrd="5" destOrd="0" presId="urn:microsoft.com/office/officeart/2005/8/layout/list1"/>
    <dgm:cxn modelId="{E931B631-06A8-49DF-8956-18F27460A69B}" type="presParOf" srcId="{1EE7B0AB-9BF4-41B1-8315-49EA4E7FD25E}" destId="{BD727177-F367-482B-8600-8D8CBF12B7B6}" srcOrd="6" destOrd="0" presId="urn:microsoft.com/office/officeart/2005/8/layout/list1"/>
    <dgm:cxn modelId="{F87E719A-37E4-40D4-9C1F-BD2F24453DD7}" type="presParOf" srcId="{1EE7B0AB-9BF4-41B1-8315-49EA4E7FD25E}" destId="{DEF97FDE-4E13-4867-A388-A77537D51C1D}" srcOrd="7" destOrd="0" presId="urn:microsoft.com/office/officeart/2005/8/layout/list1"/>
    <dgm:cxn modelId="{A8E58076-ADCA-42D7-9678-57FD4558B2B4}" type="presParOf" srcId="{1EE7B0AB-9BF4-41B1-8315-49EA4E7FD25E}" destId="{676A041D-0928-4E4A-9FE6-023DDF88AEA1}" srcOrd="8" destOrd="0" presId="urn:microsoft.com/office/officeart/2005/8/layout/list1"/>
    <dgm:cxn modelId="{167DD4EE-0AF5-4356-A0F8-F0942487FDC9}" type="presParOf" srcId="{676A041D-0928-4E4A-9FE6-023DDF88AEA1}" destId="{6B1613EC-EA37-4B51-ABBA-502547A37210}" srcOrd="0" destOrd="0" presId="urn:microsoft.com/office/officeart/2005/8/layout/list1"/>
    <dgm:cxn modelId="{92202B05-3A89-4135-8D4D-20A79ED5FB57}" type="presParOf" srcId="{676A041D-0928-4E4A-9FE6-023DDF88AEA1}" destId="{44845D46-058A-436C-8CEB-5C3391D24BC2}" srcOrd="1" destOrd="0" presId="urn:microsoft.com/office/officeart/2005/8/layout/list1"/>
    <dgm:cxn modelId="{7D2C995E-B79B-4112-93D6-FAA0F42E5FF3}" type="presParOf" srcId="{1EE7B0AB-9BF4-41B1-8315-49EA4E7FD25E}" destId="{38211F0F-3217-44D1-9550-A68D3B11795E}" srcOrd="9" destOrd="0" presId="urn:microsoft.com/office/officeart/2005/8/layout/list1"/>
    <dgm:cxn modelId="{EB573289-0BAC-49B5-BF86-072224344E1B}" type="presParOf" srcId="{1EE7B0AB-9BF4-41B1-8315-49EA4E7FD25E}" destId="{4A624357-065F-483F-8CAE-D5082219E5C3}" srcOrd="10" destOrd="0" presId="urn:microsoft.com/office/officeart/2005/8/layout/list1"/>
    <dgm:cxn modelId="{6CE53208-72B8-4B43-ACD5-2D4A142CCC0B}" type="presParOf" srcId="{1EE7B0AB-9BF4-41B1-8315-49EA4E7FD25E}" destId="{5B93E5BB-3791-463F-9112-3CFD30D0F9EF}" srcOrd="11" destOrd="0" presId="urn:microsoft.com/office/officeart/2005/8/layout/list1"/>
    <dgm:cxn modelId="{14B376C6-4828-48DE-B01F-77BD4395C59F}" type="presParOf" srcId="{1EE7B0AB-9BF4-41B1-8315-49EA4E7FD25E}" destId="{546AA364-B0B1-4F80-B9A9-162373E71525}" srcOrd="12" destOrd="0" presId="urn:microsoft.com/office/officeart/2005/8/layout/list1"/>
    <dgm:cxn modelId="{A636C7A5-B850-4458-A9C6-1BE6433BD1C6}" type="presParOf" srcId="{546AA364-B0B1-4F80-B9A9-162373E71525}" destId="{C079D312-CE15-4553-8EE9-06CD17473683}" srcOrd="0" destOrd="0" presId="urn:microsoft.com/office/officeart/2005/8/layout/list1"/>
    <dgm:cxn modelId="{30DDA921-390D-4182-9AEC-DA6DC4F26410}" type="presParOf" srcId="{546AA364-B0B1-4F80-B9A9-162373E71525}" destId="{E8DB871C-BA6F-435E-914C-B659686C8EBF}" srcOrd="1" destOrd="0" presId="urn:microsoft.com/office/officeart/2005/8/layout/list1"/>
    <dgm:cxn modelId="{EE19E954-9EDC-4503-BCF0-414CAF768E51}" type="presParOf" srcId="{1EE7B0AB-9BF4-41B1-8315-49EA4E7FD25E}" destId="{DA99C264-31AB-4E74-AF0B-AD50C8D77BD2}" srcOrd="13" destOrd="0" presId="urn:microsoft.com/office/officeart/2005/8/layout/list1"/>
    <dgm:cxn modelId="{E1F54E4E-F738-4952-9139-DC6BB031AB7E}" type="presParOf" srcId="{1EE7B0AB-9BF4-41B1-8315-49EA4E7FD25E}" destId="{D7D53B92-F2CD-4D1C-BD44-C42962CF7456}" srcOrd="14" destOrd="0" presId="urn:microsoft.com/office/officeart/2005/8/layout/list1"/>
    <dgm:cxn modelId="{5866CF66-0BFB-4D14-9964-C854C2B1EC07}" type="presParOf" srcId="{1EE7B0AB-9BF4-41B1-8315-49EA4E7FD25E}" destId="{FC196626-20A5-470E-987E-F19344D94874}" srcOrd="15" destOrd="0" presId="urn:microsoft.com/office/officeart/2005/8/layout/list1"/>
    <dgm:cxn modelId="{8A265533-DDB7-4195-ADCE-029B9F4D64AD}" type="presParOf" srcId="{1EE7B0AB-9BF4-41B1-8315-49EA4E7FD25E}" destId="{5A2C6DC1-45E5-43F4-8934-759B9DA4DBA1}" srcOrd="16" destOrd="0" presId="urn:microsoft.com/office/officeart/2005/8/layout/list1"/>
    <dgm:cxn modelId="{02E1DBB8-450B-401C-AE28-AEAAFC7DF465}" type="presParOf" srcId="{5A2C6DC1-45E5-43F4-8934-759B9DA4DBA1}" destId="{0DB59278-BE29-4E8C-BC60-D6C64C9E6F2C}" srcOrd="0" destOrd="0" presId="urn:microsoft.com/office/officeart/2005/8/layout/list1"/>
    <dgm:cxn modelId="{C8D91D00-7CCD-4BEA-9B69-CCC324B2E5EA}" type="presParOf" srcId="{5A2C6DC1-45E5-43F4-8934-759B9DA4DBA1}" destId="{69550D32-AC9B-4789-8642-918CC870D289}" srcOrd="1" destOrd="0" presId="urn:microsoft.com/office/officeart/2005/8/layout/list1"/>
    <dgm:cxn modelId="{93BD5CFD-D30F-44C3-AB28-1D37065AF5ED}" type="presParOf" srcId="{1EE7B0AB-9BF4-41B1-8315-49EA4E7FD25E}" destId="{627AA4AB-4E1D-43A5-9BFB-67AAC94C204A}" srcOrd="17" destOrd="0" presId="urn:microsoft.com/office/officeart/2005/8/layout/list1"/>
    <dgm:cxn modelId="{1C9D86E7-4468-4E61-9715-C9344FB61A68}" type="presParOf" srcId="{1EE7B0AB-9BF4-41B1-8315-49EA4E7FD25E}" destId="{E976D45F-C46B-4D53-AE53-8DB872FB8613}" srcOrd="18" destOrd="0" presId="urn:microsoft.com/office/officeart/2005/8/layout/list1"/>
    <dgm:cxn modelId="{B94D570B-D330-4B32-A4D4-D538A47E2318}" type="presParOf" srcId="{1EE7B0AB-9BF4-41B1-8315-49EA4E7FD25E}" destId="{4583365B-B9F0-49CF-9D60-4FF159DFAF9C}" srcOrd="19" destOrd="0" presId="urn:microsoft.com/office/officeart/2005/8/layout/list1"/>
    <dgm:cxn modelId="{CAD91B27-4997-43AA-89AB-0D1943D186AE}" type="presParOf" srcId="{1EE7B0AB-9BF4-41B1-8315-49EA4E7FD25E}" destId="{063FCE4A-E062-49DC-A3AE-8B7AF5949D53}" srcOrd="20" destOrd="0" presId="urn:microsoft.com/office/officeart/2005/8/layout/list1"/>
    <dgm:cxn modelId="{0D98B7A2-7011-4DC4-BBA6-EFEE1294151E}" type="presParOf" srcId="{063FCE4A-E062-49DC-A3AE-8B7AF5949D53}" destId="{E8E39F19-8BD8-4A6A-B9CA-ADCF27F234A7}" srcOrd="0" destOrd="0" presId="urn:microsoft.com/office/officeart/2005/8/layout/list1"/>
    <dgm:cxn modelId="{155E73BC-6680-4997-9D0D-EC7151DA358F}" type="presParOf" srcId="{063FCE4A-E062-49DC-A3AE-8B7AF5949D53}" destId="{AF3D6CF6-8E66-4B58-AC9E-C6ABABC05164}" srcOrd="1" destOrd="0" presId="urn:microsoft.com/office/officeart/2005/8/layout/list1"/>
    <dgm:cxn modelId="{8893BDD3-6EB4-40C8-94C0-213113E07971}" type="presParOf" srcId="{1EE7B0AB-9BF4-41B1-8315-49EA4E7FD25E}" destId="{08EA0A76-CE1E-4520-A94C-FD2E6BD5141C}" srcOrd="21" destOrd="0" presId="urn:microsoft.com/office/officeart/2005/8/layout/list1"/>
    <dgm:cxn modelId="{D912FD72-C6A9-4773-B97F-4EA6E8106292}" type="presParOf" srcId="{1EE7B0AB-9BF4-41B1-8315-49EA4E7FD25E}" destId="{D69D1584-DD78-4092-8B74-1FAB5F24F8FA}" srcOrd="22" destOrd="0" presId="urn:microsoft.com/office/officeart/2005/8/layout/list1"/>
    <dgm:cxn modelId="{00F8E922-0627-41F9-91FD-4C1C26DA01A6}" type="presParOf" srcId="{1EE7B0AB-9BF4-41B1-8315-49EA4E7FD25E}" destId="{89199971-CDBB-4F9E-8DC1-5C9A3D00AB3E}" srcOrd="23" destOrd="0" presId="urn:microsoft.com/office/officeart/2005/8/layout/list1"/>
    <dgm:cxn modelId="{FBD38519-00A4-4368-9545-7EAC9048A330}" type="presParOf" srcId="{1EE7B0AB-9BF4-41B1-8315-49EA4E7FD25E}" destId="{11D6BD11-AC8C-4643-B76E-F51BECAF228A}" srcOrd="24" destOrd="0" presId="urn:microsoft.com/office/officeart/2005/8/layout/list1"/>
    <dgm:cxn modelId="{129FA48A-E239-4C0B-B2CF-04205D36835A}" type="presParOf" srcId="{11D6BD11-AC8C-4643-B76E-F51BECAF228A}" destId="{5526C437-1A3B-426E-90D2-681D2DA4EBD1}" srcOrd="0" destOrd="0" presId="urn:microsoft.com/office/officeart/2005/8/layout/list1"/>
    <dgm:cxn modelId="{1687A27E-D395-4B9B-9900-E109F0E66480}" type="presParOf" srcId="{11D6BD11-AC8C-4643-B76E-F51BECAF228A}" destId="{03B448EC-65E3-42EB-9365-29951F150F23}" srcOrd="1" destOrd="0" presId="urn:microsoft.com/office/officeart/2005/8/layout/list1"/>
    <dgm:cxn modelId="{0BCC72BC-DD33-4875-89AD-BB1B712EE065}" type="presParOf" srcId="{1EE7B0AB-9BF4-41B1-8315-49EA4E7FD25E}" destId="{845422A4-1C4C-4FA6-9A01-17C89E1A03BE}" srcOrd="25" destOrd="0" presId="urn:microsoft.com/office/officeart/2005/8/layout/list1"/>
    <dgm:cxn modelId="{56AAA135-E46A-4C15-8AA6-197145B69EC6}" type="presParOf" srcId="{1EE7B0AB-9BF4-41B1-8315-49EA4E7FD25E}" destId="{F46A5795-75CA-473F-BB39-E4638D858686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A3C5A-A666-4FF0-9FA4-F6B8B1C15474}">
      <dsp:nvSpPr>
        <dsp:cNvPr id="0" name=""/>
        <dsp:cNvSpPr/>
      </dsp:nvSpPr>
      <dsp:spPr>
        <a:xfrm rot="16200000">
          <a:off x="927484" y="-927484"/>
          <a:ext cx="2537232" cy="4392201"/>
        </a:xfrm>
        <a:prstGeom prst="round1Rect">
          <a:avLst/>
        </a:prstGeom>
        <a:solidFill>
          <a:srgbClr val="00388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365760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MIC2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TBD</a:t>
          </a:r>
        </a:p>
      </dsp:txBody>
      <dsp:txXfrm rot="5400000">
        <a:off x="0" y="0"/>
        <a:ext cx="4392201" cy="1902924"/>
      </dsp:txXfrm>
    </dsp:sp>
    <dsp:sp modelId="{CB23EE6D-A93E-4FD0-BDB6-18AA6864C90D}">
      <dsp:nvSpPr>
        <dsp:cNvPr id="0" name=""/>
        <dsp:cNvSpPr/>
      </dsp:nvSpPr>
      <dsp:spPr>
        <a:xfrm>
          <a:off x="4392201" y="0"/>
          <a:ext cx="4392201" cy="2537232"/>
        </a:xfrm>
        <a:prstGeom prst="round1Rect">
          <a:avLst/>
        </a:prstGeom>
        <a:solidFill>
          <a:srgbClr val="002F6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365760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TBD</a:t>
          </a:r>
        </a:p>
      </dsp:txBody>
      <dsp:txXfrm>
        <a:off x="4392201" y="0"/>
        <a:ext cx="4392201" cy="1902924"/>
      </dsp:txXfrm>
    </dsp:sp>
    <dsp:sp modelId="{06C2CF79-632E-4A01-9770-7541C6B95014}">
      <dsp:nvSpPr>
        <dsp:cNvPr id="0" name=""/>
        <dsp:cNvSpPr/>
      </dsp:nvSpPr>
      <dsp:spPr>
        <a:xfrm rot="10800000">
          <a:off x="0" y="2537232"/>
          <a:ext cx="4392201" cy="2537232"/>
        </a:xfrm>
        <a:prstGeom prst="round1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0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TBD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/>
        </a:p>
      </dsp:txBody>
      <dsp:txXfrm rot="10800000">
        <a:off x="0" y="3171540"/>
        <a:ext cx="4392201" cy="1902924"/>
      </dsp:txXfrm>
    </dsp:sp>
    <dsp:sp modelId="{45415C03-86E2-4DE0-AB59-2EC955F12E4E}">
      <dsp:nvSpPr>
        <dsp:cNvPr id="0" name=""/>
        <dsp:cNvSpPr/>
      </dsp:nvSpPr>
      <dsp:spPr>
        <a:xfrm rot="5400000">
          <a:off x="5319686" y="1609748"/>
          <a:ext cx="2537232" cy="4392201"/>
        </a:xfrm>
        <a:prstGeom prst="round1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0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TLS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TBD</a:t>
          </a:r>
        </a:p>
      </dsp:txBody>
      <dsp:txXfrm rot="-5400000">
        <a:off x="4392202" y="3171540"/>
        <a:ext cx="4392201" cy="1902924"/>
      </dsp:txXfrm>
    </dsp:sp>
    <dsp:sp modelId="{8843AD72-1C0A-45B4-B6DB-007B30E7EDD0}">
      <dsp:nvSpPr>
        <dsp:cNvPr id="0" name=""/>
        <dsp:cNvSpPr/>
      </dsp:nvSpPr>
      <dsp:spPr>
        <a:xfrm>
          <a:off x="3289148" y="2289218"/>
          <a:ext cx="2206106" cy="496028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RMS Lines of Business</a:t>
          </a:r>
        </a:p>
      </dsp:txBody>
      <dsp:txXfrm>
        <a:off x="3313362" y="2313432"/>
        <a:ext cx="2157678" cy="447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5F405-034C-4D3E-8623-C4AD3684A992}">
      <dsp:nvSpPr>
        <dsp:cNvPr id="0" name=""/>
        <dsp:cNvSpPr/>
      </dsp:nvSpPr>
      <dsp:spPr>
        <a:xfrm>
          <a:off x="0" y="30723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A4630-E382-4458-8893-9FA0D09CC47F}">
      <dsp:nvSpPr>
        <dsp:cNvPr id="0" name=""/>
        <dsp:cNvSpPr/>
      </dsp:nvSpPr>
      <dsp:spPr>
        <a:xfrm>
          <a:off x="383203" y="56313"/>
          <a:ext cx="5364844" cy="50184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 with excellence</a:t>
          </a:r>
        </a:p>
      </dsp:txBody>
      <dsp:txXfrm>
        <a:off x="407701" y="80811"/>
        <a:ext cx="5315848" cy="452844"/>
      </dsp:txXfrm>
    </dsp:sp>
    <dsp:sp modelId="{BD727177-F367-482B-8600-8D8CBF12B7B6}">
      <dsp:nvSpPr>
        <dsp:cNvPr id="0" name=""/>
        <dsp:cNvSpPr/>
      </dsp:nvSpPr>
      <dsp:spPr>
        <a:xfrm>
          <a:off x="0" y="107835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58214"/>
              <a:satOff val="-1043"/>
              <a:lumOff val="44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91E150-A013-4EF6-BE21-79DE76A39E82}">
      <dsp:nvSpPr>
        <dsp:cNvPr id="0" name=""/>
        <dsp:cNvSpPr/>
      </dsp:nvSpPr>
      <dsp:spPr>
        <a:xfrm>
          <a:off x="383203" y="827433"/>
          <a:ext cx="5364844" cy="501840"/>
        </a:xfrm>
        <a:prstGeom prst="roundRect">
          <a:avLst/>
        </a:prstGeom>
        <a:solidFill>
          <a:schemeClr val="accent1">
            <a:shade val="80000"/>
            <a:hueOff val="58214"/>
            <a:satOff val="-1043"/>
            <a:lumOff val="44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personal integrity and accountability</a:t>
          </a:r>
        </a:p>
      </dsp:txBody>
      <dsp:txXfrm>
        <a:off x="407701" y="851931"/>
        <a:ext cx="5315848" cy="452844"/>
      </dsp:txXfrm>
    </dsp:sp>
    <dsp:sp modelId="{4A624357-065F-483F-8CAE-D5082219E5C3}">
      <dsp:nvSpPr>
        <dsp:cNvPr id="0" name=""/>
        <dsp:cNvSpPr/>
      </dsp:nvSpPr>
      <dsp:spPr>
        <a:xfrm>
          <a:off x="0" y="184947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16428"/>
              <a:satOff val="-2085"/>
              <a:lumOff val="886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45D46-058A-436C-8CEB-5C3391D24BC2}">
      <dsp:nvSpPr>
        <dsp:cNvPr id="0" name=""/>
        <dsp:cNvSpPr/>
      </dsp:nvSpPr>
      <dsp:spPr>
        <a:xfrm>
          <a:off x="383203" y="1598553"/>
          <a:ext cx="5364844" cy="501840"/>
        </a:xfrm>
        <a:prstGeom prst="roundRect">
          <a:avLst/>
        </a:prstGeom>
        <a:solidFill>
          <a:schemeClr val="accent1">
            <a:shade val="80000"/>
            <a:hueOff val="116428"/>
            <a:satOff val="-2085"/>
            <a:lumOff val="88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Don’t be afraid to ask questions</a:t>
          </a:r>
        </a:p>
      </dsp:txBody>
      <dsp:txXfrm>
        <a:off x="407701" y="1623051"/>
        <a:ext cx="5315848" cy="452844"/>
      </dsp:txXfrm>
    </dsp:sp>
    <dsp:sp modelId="{D7D53B92-F2CD-4D1C-BD44-C42962CF7456}">
      <dsp:nvSpPr>
        <dsp:cNvPr id="0" name=""/>
        <dsp:cNvSpPr/>
      </dsp:nvSpPr>
      <dsp:spPr>
        <a:xfrm>
          <a:off x="0" y="262059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B871C-BA6F-435E-914C-B659686C8EBF}">
      <dsp:nvSpPr>
        <dsp:cNvPr id="0" name=""/>
        <dsp:cNvSpPr/>
      </dsp:nvSpPr>
      <dsp:spPr>
        <a:xfrm>
          <a:off x="383203" y="2369673"/>
          <a:ext cx="5364844" cy="501840"/>
        </a:xfrm>
        <a:prstGeom prst="roundRect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Apply a growth mindset</a:t>
          </a:r>
        </a:p>
      </dsp:txBody>
      <dsp:txXfrm>
        <a:off x="407701" y="2394171"/>
        <a:ext cx="5315848" cy="452844"/>
      </dsp:txXfrm>
    </dsp:sp>
    <dsp:sp modelId="{E976D45F-C46B-4D53-AE53-8DB872FB8613}">
      <dsp:nvSpPr>
        <dsp:cNvPr id="0" name=""/>
        <dsp:cNvSpPr/>
      </dsp:nvSpPr>
      <dsp:spPr>
        <a:xfrm>
          <a:off x="0" y="339171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32855"/>
              <a:satOff val="-4171"/>
              <a:lumOff val="177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50D32-AC9B-4789-8642-918CC870D289}">
      <dsp:nvSpPr>
        <dsp:cNvPr id="0" name=""/>
        <dsp:cNvSpPr/>
      </dsp:nvSpPr>
      <dsp:spPr>
        <a:xfrm>
          <a:off x="383203" y="3140793"/>
          <a:ext cx="5364844" cy="501840"/>
        </a:xfrm>
        <a:prstGeom prst="roundRect">
          <a:avLst/>
        </a:prstGeom>
        <a:solidFill>
          <a:schemeClr val="accent1">
            <a:shade val="80000"/>
            <a:hueOff val="232855"/>
            <a:satOff val="-4171"/>
            <a:lumOff val="17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Prioritize the Intern Program events (site and project)</a:t>
          </a:r>
        </a:p>
      </dsp:txBody>
      <dsp:txXfrm>
        <a:off x="407701" y="3165291"/>
        <a:ext cx="5315848" cy="452844"/>
      </dsp:txXfrm>
    </dsp:sp>
    <dsp:sp modelId="{D69D1584-DD78-4092-8B74-1FAB5F24F8FA}">
      <dsp:nvSpPr>
        <dsp:cNvPr id="0" name=""/>
        <dsp:cNvSpPr/>
      </dsp:nvSpPr>
      <dsp:spPr>
        <a:xfrm>
          <a:off x="0" y="416283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91069"/>
              <a:satOff val="-5213"/>
              <a:lumOff val="221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D6CF6-8E66-4B58-AC9E-C6ABABC05164}">
      <dsp:nvSpPr>
        <dsp:cNvPr id="0" name=""/>
        <dsp:cNvSpPr/>
      </dsp:nvSpPr>
      <dsp:spPr>
        <a:xfrm>
          <a:off x="383203" y="3911913"/>
          <a:ext cx="5364844" cy="501840"/>
        </a:xfrm>
        <a:prstGeom prst="roundRect">
          <a:avLst/>
        </a:prstGeom>
        <a:solidFill>
          <a:schemeClr val="accent1">
            <a:shade val="80000"/>
            <a:hueOff val="291069"/>
            <a:satOff val="-5213"/>
            <a:lumOff val="221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Charge your time accurately</a:t>
          </a:r>
        </a:p>
      </dsp:txBody>
      <dsp:txXfrm>
        <a:off x="407701" y="3936411"/>
        <a:ext cx="5315848" cy="452844"/>
      </dsp:txXfrm>
    </dsp:sp>
    <dsp:sp modelId="{F46A5795-75CA-473F-BB39-E4638D858686}">
      <dsp:nvSpPr>
        <dsp:cNvPr id="0" name=""/>
        <dsp:cNvSpPr/>
      </dsp:nvSpPr>
      <dsp:spPr>
        <a:xfrm>
          <a:off x="0" y="4933953"/>
          <a:ext cx="766406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448EC-65E3-42EB-9365-29951F150F23}">
      <dsp:nvSpPr>
        <dsp:cNvPr id="0" name=""/>
        <dsp:cNvSpPr/>
      </dsp:nvSpPr>
      <dsp:spPr>
        <a:xfrm>
          <a:off x="383203" y="4683033"/>
          <a:ext cx="5364844" cy="501840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78" tIns="0" rIns="20277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Have fun!</a:t>
          </a:r>
        </a:p>
      </dsp:txBody>
      <dsp:txXfrm>
        <a:off x="407701" y="4707531"/>
        <a:ext cx="5315848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3310C-3ED4-4C93-84FA-39EDF427972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BAB69-F327-4B0B-A8D8-23AA5410F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6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cs typeface="Calibri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85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49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82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9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35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2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6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35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82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33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07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5F514-E216-4B0B-9B33-6FEA2EC08A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3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33F7BAC-152D-C166-040A-38B037DED7D8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2EBD48-AA04-F31C-CE37-AA09A6C7897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78359E-23FB-0B43-1994-7B1EE96D6309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-94883"/>
            <a:ext cx="12192001" cy="4803982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chemeClr val="bg1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51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1782558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losing Slide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0CF70-981B-D172-D2B4-88B5B0BEA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0824" y="2670048"/>
            <a:ext cx="8092440" cy="122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99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28288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33F7BAC-152D-C166-040A-38B037DED7D8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2EBD48-AA04-F31C-CE37-AA09A6C7897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78359E-23FB-0B43-1994-7B1EE96D6309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-94883"/>
            <a:ext cx="12192001" cy="4803982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chemeClr val="bg1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31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0CED8CA-A72F-AF21-6058-B4237E952BC4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A84C06C-A6FA-A596-03FA-7AE5AFA459C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59D86A-95E7-9D68-C20E-16547174097B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C6617D5-B90F-45FD-B3DA-A0A816BE6062}"/>
              </a:ext>
            </a:extLst>
          </p:cNvPr>
          <p:cNvSpPr/>
          <p:nvPr userDrawn="1"/>
        </p:nvSpPr>
        <p:spPr>
          <a:xfrm>
            <a:off x="0" y="4661452"/>
            <a:ext cx="12191999" cy="88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EC51FD09-7A7E-68BC-55B2-2AA99FDC3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0079" y="2743200"/>
            <a:ext cx="8937553" cy="8811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40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Title Slide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AC76D-6CDF-4CA7-F62C-39F36B29F3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59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 Slide Three Imag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ECD94B9-DFF9-807C-B9A1-77549D5D25B1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840EFC-BB72-97B2-E7BE-58DC1EF3C828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A6C6A6-4E1E-C018-A755-D4F7FD9AEB3C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E7EBE47-C42F-463E-A18D-5FA034BA22C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069556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328F9AF-62EA-4F6E-BF8B-65716F02AC8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39112" y="-28"/>
            <a:ext cx="405288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DA93E-93EF-F094-1611-0270891435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8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l Title Slide 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B6E6071-A85C-040F-9013-6AEEC1A87633}"/>
              </a:ext>
            </a:extLst>
          </p:cNvPr>
          <p:cNvGrpSpPr/>
          <p:nvPr userDrawn="1"/>
        </p:nvGrpSpPr>
        <p:grpSpPr>
          <a:xfrm>
            <a:off x="152400" y="6231784"/>
            <a:ext cx="12039600" cy="626216"/>
            <a:chOff x="152400" y="6231784"/>
            <a:chExt cx="12039600" cy="626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469CC1-D66A-0D10-A801-C48C66F8BF79}"/>
                </a:ext>
              </a:extLst>
            </p:cNvPr>
            <p:cNvSpPr/>
            <p:nvPr userDrawn="1"/>
          </p:nvSpPr>
          <p:spPr>
            <a:xfrm>
              <a:off x="152400" y="6553200"/>
              <a:ext cx="284480" cy="264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7C3730-9678-0626-8486-94705E3F7965}"/>
                </a:ext>
              </a:extLst>
            </p:cNvPr>
            <p:cNvSpPr/>
            <p:nvPr userDrawn="1"/>
          </p:nvSpPr>
          <p:spPr>
            <a:xfrm>
              <a:off x="9001760" y="6231784"/>
              <a:ext cx="3190240" cy="626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DB7EFD5-F946-484D-A6C2-5B2D6182EA9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-10188"/>
            <a:ext cx="12191998" cy="46614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399F38E9-0B99-4D1D-B88F-6FAB4BE286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68" y="4990191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rgbClr val="003478"/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B18D4118-BF90-462F-9D5A-CEE417B46C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968" y="5493495"/>
            <a:ext cx="5803900" cy="43973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Presentation Subtitle (Optional)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F0D77D0A-1632-4CDC-A4D3-915F3444BD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968" y="6068095"/>
            <a:ext cx="3104322" cy="2867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b="1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Name, Full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FA71E-0212-4DBE-A395-9FE7E0C98054}"/>
              </a:ext>
            </a:extLst>
          </p:cNvPr>
          <p:cNvSpPr/>
          <p:nvPr userDrawn="1"/>
        </p:nvSpPr>
        <p:spPr>
          <a:xfrm>
            <a:off x="-1" y="4654799"/>
            <a:ext cx="12196259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DD66F-5F4F-A64F-AA49-73E46708F3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7968" y="5349240"/>
            <a:ext cx="2761488" cy="41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81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3840">
          <p15:clr>
            <a:srgbClr val="FBAE40"/>
          </p15:clr>
        </p15:guide>
        <p15:guide id="3" pos="2568">
          <p15:clr>
            <a:srgbClr val="FBAE40"/>
          </p15:clr>
        </p15:guide>
        <p15:guide id="4" pos="5112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345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70CFE-0D40-4114-88B7-2BA43DB1F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41C60BF-CFA2-410A-B843-9CEAFCB51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/>
            </a:lvl5pPr>
            <a:lvl6pPr marL="22860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6pPr>
          </a:lstStyle>
          <a:p>
            <a:pPr lvl="0"/>
            <a:r>
              <a:rPr lang="en-US"/>
              <a:t>Click to edit text</a:t>
            </a:r>
          </a:p>
          <a:p>
            <a:pPr lvl="0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F92B20-A5A6-4909-A73A-C6C85E98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2262C48F-4708-42DE-8E80-44A3B0CD34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0A8ED32-609D-7C19-DC91-9420513683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FCAB81-8154-13EA-C04E-021F9D8F2C98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F3881-0CD4-BBC4-DE0D-7670831C26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C58E0-9EB4-F7CA-5A9C-5B895CC67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9492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582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815359" y="3970165"/>
            <a:ext cx="2999232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572F4A05-4C17-6B0C-4237-3C99BA5649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2B4B07-ED07-4D34-9055-9EC94E13AC2F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3165D5-CC4A-79AC-0A77-539119C204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6AB36C-0DDE-1319-20BE-D93E1A42FB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1549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5F6E8-53C2-1636-4DE5-37E2A1B240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CDF49C0-F365-3752-37B3-94BC855DB7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EC5017B-E62E-B053-75FD-10DCDD4139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16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defRPr sz="12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4pPr>
            <a:lvl5pPr>
              <a:lnSpc>
                <a:spcPct val="100000"/>
              </a:lnSpc>
              <a:spcBef>
                <a:spcPts val="600"/>
              </a:spcBef>
              <a:defRPr sz="11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100"/>
            </a:lvl6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3E2E5F4-CE7B-6998-ED92-C3DF5BA028B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096000" y="1189033"/>
            <a:ext cx="5486399" cy="4366941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925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469F77-D9CE-43A9-9C6F-5AAA6A3F0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3D48B3-C899-488E-8ADA-A4B90B205F83}"/>
              </a:ext>
            </a:extLst>
          </p:cNvPr>
          <p:cNvSpPr/>
          <p:nvPr userDrawn="1"/>
        </p:nvSpPr>
        <p:spPr>
          <a:xfrm>
            <a:off x="8797177" y="3970165"/>
            <a:ext cx="3050266" cy="94939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282149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282148"/>
            <a:ext cx="3610734" cy="33295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7CAF2C09-6C4F-DCFF-85A3-4CF6EC0DC1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72B136-9813-EAA9-D4CC-EDDD2496ED1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5EFA2D2-28D0-4A07-1BB5-A3ACB8AAF5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E8B924-70A3-C6FA-25EB-D0B799934C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9488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720C3-3808-4215-B0DC-3782872EA2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9A26BD1-014A-4113-86CB-7536D7778B1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D14C3FAA-13C8-D347-8F54-8B7489B22B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776967-DA06-9B38-4E08-CC52416C6041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949578-0E33-BC86-4767-E27400D041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B6759A7-06CF-87C2-3CF9-55999A6E25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9778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6595D06-54FB-4096-9761-C161613AAED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788" y="0"/>
            <a:ext cx="3732212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9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3961" y="4798258"/>
            <a:ext cx="3610734" cy="5887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42C592AB-64AC-4BED-9399-369D4231D92E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609599" y="1470993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6" name="Chart Placeholder 4">
            <a:extLst>
              <a:ext uri="{FF2B5EF4-FFF2-40B4-BE49-F238E27FC236}">
                <a16:creationId xmlns:a16="http://schemas.microsoft.com/office/drawing/2014/main" id="{14525D09-DF4B-465A-B4C9-783517805A7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503961" y="1470992"/>
            <a:ext cx="3610734" cy="31406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7D283DF-8242-C10D-B0D1-09338E9E6A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5559814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ABD29F-1CE9-43BB-ED10-8D84929E1490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9AD2B9B-38F2-85DB-128A-663ED648E7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573F9DB-B587-9A5D-CF7A-1D99D60FA5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4240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598" y="4635698"/>
            <a:ext cx="2999232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18F9C99-6215-4A1B-BF56-662E2AB3D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78624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3210C54A-DD08-4364-8254-1321A8844A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59252" y="4635698"/>
            <a:ext cx="2998301" cy="11961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BEC01-9F7C-4B40-BB53-7CA71DF23C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09598" y="1550504"/>
            <a:ext cx="2999232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2BC0D6B-8A30-40EF-AB45-BA0C194FDC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578624" y="1550504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957662E-BFCE-48F9-862F-DF8DE0A7D64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459252" y="1553128"/>
            <a:ext cx="2998301" cy="29618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94689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ackground wit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8D1A72F-30FE-C706-D91B-5D73BA4BF6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2985825"/>
            <a:ext cx="12192000" cy="33268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86394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ECA9DC0C-749B-1447-0277-1CD90538C5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C54991A4-D052-C528-8AA6-E6F74EA3CF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96851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A11DFAD-2C1A-492B-633D-6D2E3CB8E3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584102" y="1550504"/>
            <a:ext cx="2998300" cy="2951924"/>
          </a:xfrm>
          <a:prstGeom prst="rect">
            <a:avLst/>
          </a:prstGeom>
          <a:solidFill>
            <a:srgbClr val="003478"/>
          </a:solidFill>
        </p:spPr>
        <p:txBody>
          <a:bodyPr lIns="274320" tIns="274320" rIns="274320" bIns="36576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592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B956E94C-9969-4AB2-8117-F619D597A2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" y="5302002"/>
            <a:ext cx="2998301" cy="3800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AB518037-F3DC-4DBC-AA07-629E5C8B49FC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609600" y="1258606"/>
            <a:ext cx="10972800" cy="393886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CAD2B6C-443D-28D6-F18D-18F54A9EE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804362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8388144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1005457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59C980-A3D0-4EF8-9506-D402C5A6FD9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41438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4CC6854-32C8-45B3-B6D3-D2E66DF7D4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8341" y="1341437"/>
            <a:ext cx="5324061" cy="3970097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/>
            </a:lvl1pPr>
            <a:lvl2pPr marL="6858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600"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/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200"/>
            </a:lvl5pPr>
            <a:lvl6pPr marL="2514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200"/>
            </a:lvl6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AA9E988-1444-5E64-B3F6-5961B2D42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39350471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7BA708-6B5F-1D5C-2873-7CEFC3DF7B5D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>
              <a:solidFill>
                <a:srgbClr val="0034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603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Photo with Tex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C1A0D84-BBEA-4099-9778-A9363A2BA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1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9B4C5E7-2BAE-493F-BBFD-70C99143410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6063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54C5A27-7B3C-4273-A211-4F8CF1D0C8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882808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C816A4C0-7387-4691-A213-8237D3C5C1F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54007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43098FF-AC40-42B4-B12D-6ECFA4F0808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886120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3F9BCE2-3ADE-4F3D-B650-E42610BAF8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9540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7F0C345-FD44-4CB9-AA15-F9A7B0CA6D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441714" y="1619940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4A06D38-ACF1-4C38-B96C-4A022CD87DC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2913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E961B3A-4844-482D-8E3E-7A2D4FC915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45026" y="3531567"/>
            <a:ext cx="1696280" cy="17494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E71B3E1-54DA-4FBD-B4D4-E14162E1B8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3208" y="1619941"/>
            <a:ext cx="3657600" cy="3657600"/>
          </a:xfrm>
          <a:prstGeom prst="rect">
            <a:avLst/>
          </a:prstGeom>
          <a:solidFill>
            <a:srgbClr val="003478"/>
          </a:solidFill>
        </p:spPr>
        <p:txBody>
          <a:bodyPr lIns="365760" rIns="365760" anchor="ctr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386BB78-113E-72A3-1A10-779C47F4D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26513667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73C045F-876A-487E-9097-CF25663536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648" y="1331304"/>
            <a:ext cx="10962862" cy="37078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 marL="3657600" indent="0">
              <a:buNone/>
              <a:defRPr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6E007D-4A49-4350-A5D2-296D7DED6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04671"/>
            <a:ext cx="10984633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8CA206A-CB1D-4E4E-8256-938ED74FCA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910" y="5206735"/>
            <a:ext cx="5108023" cy="238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Arial" panose="020B0604020202020204" pitchFamily="34" charset="0"/>
              </a:defRPr>
            </a:lvl1pPr>
            <a:lvl2pPr marL="457200" indent="0">
              <a:buNone/>
              <a:defRPr sz="1000">
                <a:latin typeface="Arial Nova Cond" panose="020B0604020202020204" pitchFamily="34" charset="0"/>
              </a:defRPr>
            </a:lvl2pPr>
            <a:lvl3pPr marL="914400" indent="0">
              <a:buNone/>
              <a:defRPr sz="1000">
                <a:latin typeface="Arial Nova Cond" panose="020B0604020202020204" pitchFamily="34" charset="0"/>
              </a:defRPr>
            </a:lvl3pPr>
            <a:lvl4pPr marL="1371600" indent="0">
              <a:buNone/>
              <a:defRPr sz="1000">
                <a:latin typeface="Arial Nova Cond" panose="020B0604020202020204" pitchFamily="34" charset="0"/>
              </a:defRPr>
            </a:lvl4pPr>
            <a:lvl5pPr marL="1828800" indent="0">
              <a:buNone/>
              <a:defRPr sz="1000">
                <a:latin typeface="Arial Nova Cond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Footnote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04CEAC4-5E47-14AB-3A81-6C2468206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9" y="5719303"/>
            <a:ext cx="10972800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</p:spTree>
    <p:extLst>
      <p:ext uri="{BB962C8B-B14F-4D97-AF65-F5344CB8AC3E}">
        <p14:creationId xmlns:p14="http://schemas.microsoft.com/office/powerpoint/2010/main" val="10659070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60E2-4A59-41CF-9D25-3932C8732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2511" y="3009440"/>
            <a:ext cx="9218621" cy="650277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rgbClr val="0034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Transition Slide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64096-BC33-4BE5-921C-3C44EFC9E5AC}"/>
              </a:ext>
            </a:extLst>
          </p:cNvPr>
          <p:cNvCxnSpPr>
            <a:cxnSpLocks/>
          </p:cNvCxnSpPr>
          <p:nvPr userDrawn="1"/>
        </p:nvCxnSpPr>
        <p:spPr>
          <a:xfrm>
            <a:off x="5406021" y="4128578"/>
            <a:ext cx="1371600" cy="0"/>
          </a:xfrm>
          <a:prstGeom prst="line">
            <a:avLst/>
          </a:prstGeom>
          <a:ln w="57150">
            <a:solidFill>
              <a:srgbClr val="0034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416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0CF70-981B-D172-D2B4-88B5B0BEAB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0824" y="2670048"/>
            <a:ext cx="8092440" cy="122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456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20CF70-981B-D172-D2B4-88B5B0BEA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88568" y="2534856"/>
            <a:ext cx="8391714" cy="149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2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image" Target="../media/image4.emf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  <p:sldLayoutId id="214748369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8606A0D-F311-0796-C012-27793984BC64}"/>
              </a:ext>
            </a:extLst>
          </p:cNvPr>
          <p:cNvGrpSpPr/>
          <p:nvPr userDrawn="1"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6187F8-1C1D-0801-4482-F23166F6BD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850358-7414-69CC-2F89-3037F33B89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434746A-E7F8-6B35-4074-B99A1387F08A}"/>
              </a:ext>
            </a:extLst>
          </p:cNvPr>
          <p:cNvSpPr txBox="1"/>
          <p:nvPr userDrawn="1"/>
        </p:nvSpPr>
        <p:spPr>
          <a:xfrm>
            <a:off x="71253" y="6547104"/>
            <a:ext cx="3998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>
              <a:solidFill>
                <a:srgbClr val="0034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43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3912">
          <p15:clr>
            <a:srgbClr val="F26B43"/>
          </p15:clr>
        </p15:guide>
        <p15:guide id="7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1BC57B-165A-30B8-7B66-FE91BE5EEA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cs typeface="Calibri"/>
              </a:rPr>
              <a:t>RMS Intern Program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5AA8C-565A-A851-C5E9-A81881E14B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68" y="5493495"/>
            <a:ext cx="6490674" cy="43973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400">
                <a:cs typeface="Calibri"/>
              </a:rPr>
              <a:t>Presented by: </a:t>
            </a:r>
            <a:r>
              <a:rPr lang="en-US" sz="1400" b="1">
                <a:solidFill>
                  <a:srgbClr val="FF0000"/>
                </a:solidFill>
                <a:cs typeface="Calibri"/>
              </a:rPr>
              <a:t>LOB LEADS</a:t>
            </a:r>
          </a:p>
          <a:p>
            <a:r>
              <a:rPr lang="en-US" sz="1400">
                <a:cs typeface="Calibri"/>
              </a:rPr>
              <a:t>Intern Program </a:t>
            </a:r>
            <a:r>
              <a:rPr lang="en-US" sz="1400" b="1">
                <a:solidFill>
                  <a:srgbClr val="FF0000"/>
                </a:solidFill>
                <a:cs typeface="Calibri"/>
              </a:rPr>
              <a:t>LOB</a:t>
            </a:r>
            <a:r>
              <a:rPr lang="en-US" sz="1400">
                <a:cs typeface="Calibri"/>
              </a:rPr>
              <a:t> Project Leads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E5F27-D4C1-FB49-DCE7-41ECA14620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079" y="2743200"/>
            <a:ext cx="10122996" cy="881137"/>
          </a:xfrm>
        </p:spPr>
        <p:txBody>
          <a:bodyPr/>
          <a:lstStyle/>
          <a:p>
            <a:r>
              <a:rPr lang="en-US"/>
              <a:t>2026 </a:t>
            </a:r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Intern Project Kickoff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3451BA3-578E-9E1C-2CDE-18317B799D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8" y="6068095"/>
            <a:ext cx="3104322" cy="286739"/>
          </a:xfrm>
        </p:spPr>
        <p:txBody>
          <a:bodyPr lIns="91440" tIns="45720" rIns="91440" bIns="45720" anchor="t"/>
          <a:lstStyle/>
          <a:p>
            <a:r>
              <a:rPr lang="en-US">
                <a:cs typeface="Calibri"/>
              </a:rPr>
              <a:t>Intern CN: AD ext. ITP</a:t>
            </a:r>
          </a:p>
          <a:p>
            <a:endParaRPr lang="en-US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E4B6E19-5DD0-853D-4DCB-CCB5F69C4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963" y="5122729"/>
            <a:ext cx="3705994" cy="650627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6350" marR="0" indent="-6350">
              <a:lnSpc>
                <a:spcPct val="104000"/>
              </a:lnSpc>
              <a:spcBef>
                <a:spcPts val="0"/>
              </a:spcBef>
              <a:spcAft>
                <a:spcPts val="25"/>
              </a:spcAft>
            </a:pPr>
            <a:r>
              <a:rPr lang="en-US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First Draft Deadline: 23</a:t>
            </a:r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April</a:t>
            </a:r>
            <a:r>
              <a:rPr lang="en-US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2026</a:t>
            </a:r>
            <a:endParaRPr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>
              <a:lnSpc>
                <a:spcPct val="104000"/>
              </a:lnSpc>
              <a:spcBef>
                <a:spcPts val="0"/>
              </a:spcBef>
              <a:spcAft>
                <a:spcPts val="25"/>
              </a:spcAft>
            </a:pPr>
            <a:r>
              <a:rPr lang="en-US" b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Final Draft Deadline: 21 May 2026</a:t>
            </a:r>
            <a:endParaRPr lang="en-US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57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71980-EB2F-3CF5-269C-BCCCFB1352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Introductions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Roles and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RMS Intern 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  <a:latin typeface="Arial"/>
                <a:cs typeface="Arial"/>
              </a:rPr>
              <a:t>LOB</a:t>
            </a:r>
            <a:r>
              <a:rPr lang="en-US">
                <a:latin typeface="Arial"/>
                <a:cs typeface="Arial"/>
              </a:rPr>
              <a:t> 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  <a:latin typeface="Arial"/>
                <a:cs typeface="Arial"/>
              </a:rPr>
              <a:t>LOB</a:t>
            </a:r>
            <a:r>
              <a:rPr lang="en-US">
                <a:latin typeface="Arial"/>
                <a:cs typeface="Arial"/>
              </a:rPr>
              <a:t> Project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  <a:latin typeface="Arial"/>
                <a:cs typeface="Arial"/>
              </a:rPr>
              <a:t>LOB</a:t>
            </a:r>
            <a:r>
              <a:rPr lang="en-US">
                <a:latin typeface="Arial"/>
                <a:cs typeface="Arial"/>
              </a:rPr>
              <a:t> Project Deliverables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  <a:latin typeface="Arial"/>
                <a:cs typeface="Arial"/>
              </a:rPr>
              <a:t>LOB</a:t>
            </a:r>
            <a:r>
              <a:rPr lang="en-US">
                <a:latin typeface="Arial"/>
                <a:cs typeface="Arial"/>
              </a:rPr>
              <a:t> Project Timeline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Charging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Open Floor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0862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B8B0B-DCDF-4843-723B-99DB1C52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4F73E-3DF8-0C23-26F6-4665A33702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68092" y="4551961"/>
            <a:ext cx="2320033" cy="1623058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>
                <a:solidFill>
                  <a:srgbClr val="FF0000"/>
                </a:solidFill>
                <a:latin typeface="Arial" panose="020B0604020202020204"/>
              </a:rPr>
              <a:t>Full Name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LOB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Lead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with Intern Program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100">
                <a:solidFill>
                  <a:srgbClr val="FF0000"/>
                </a:solidFill>
                <a:latin typeface="Arial" panose="020B0604020202020204"/>
              </a:rPr>
              <a:t>Current job at LM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8C481-2861-28F8-18EB-DA8671B167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09077" y="4551962"/>
            <a:ext cx="2535536" cy="1623057"/>
          </a:xfrm>
        </p:spPr>
        <p:txBody>
          <a:bodyPr lIns="91440" tIns="45720" rIns="91440" bIns="4572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Full Name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algn="ctr">
              <a:defRPr/>
            </a:pP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LOB</a:t>
            </a:r>
            <a:r>
              <a:rPr kumimoji="0" lang="en-US" sz="9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Project SM</a:t>
            </a:r>
            <a:r>
              <a:rPr lang="en-US" sz="900">
                <a:solidFill>
                  <a:srgbClr val="000000"/>
                </a:solidFill>
                <a:latin typeface="Arial" panose="020B0604020202020204"/>
              </a:rPr>
              <a:t>E</a:t>
            </a:r>
            <a:endParaRPr kumimoji="0" lang="en-US" sz="9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with Intern Program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100">
                <a:solidFill>
                  <a:srgbClr val="FF0000"/>
                </a:solidFill>
                <a:latin typeface="Arial" panose="020B0604020202020204"/>
              </a:rPr>
              <a:t>Current job at LM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BA3D4B1-6F11-8DC9-20A2-FEEEBB429FC9}"/>
              </a:ext>
            </a:extLst>
          </p:cNvPr>
          <p:cNvSpPr txBox="1">
            <a:spLocks/>
          </p:cNvSpPr>
          <p:nvPr/>
        </p:nvSpPr>
        <p:spPr>
          <a:xfrm>
            <a:off x="5058744" y="4551961"/>
            <a:ext cx="2186870" cy="162305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b="1">
                <a:solidFill>
                  <a:srgbClr val="FF0000"/>
                </a:solidFill>
                <a:latin typeface="Arial" panose="020B0604020202020204"/>
              </a:rPr>
              <a:t>Full Name</a:t>
            </a:r>
            <a:endParaRPr lang="en-US" b="1">
              <a:solidFill>
                <a:srgbClr val="000000"/>
              </a:solidFill>
              <a:latin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LOB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Lead</a:t>
            </a:r>
          </a:p>
          <a:p>
            <a:pPr algn="ctr">
              <a:defRPr/>
            </a:pPr>
            <a:endParaRPr lang="en-US" sz="800">
              <a:solidFill>
                <a:srgbClr val="000000"/>
              </a:solidFill>
              <a:latin typeface="Arial" panose="020B06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Background with Intern Program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1100">
                <a:solidFill>
                  <a:srgbClr val="FF0000"/>
                </a:solidFill>
                <a:latin typeface="Arial" panose="020B0604020202020204"/>
              </a:rPr>
              <a:t>Current job at LM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B4527A8-A45F-8903-056E-1144DD38897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653029" y="1524491"/>
            <a:ext cx="2998301" cy="296186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6EC4634-BC83-3389-C39C-541ABC2AC98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8959" y="1524490"/>
            <a:ext cx="2998301" cy="2961861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3388B6-0760-E024-1B67-FD5065D7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9" y="1389040"/>
            <a:ext cx="2999492" cy="29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6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Roles and Responsibilities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6BF4B31-5FE0-71F0-F758-F622FBF19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921846"/>
              </p:ext>
            </p:extLst>
          </p:nvPr>
        </p:nvGraphicFramePr>
        <p:xfrm>
          <a:off x="2031999" y="1950720"/>
          <a:ext cx="81280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2184669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98260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Site Coordinator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FF0000"/>
                          </a:solidFill>
                        </a:rPr>
                        <a:t>LOB</a:t>
                      </a:r>
                      <a:r>
                        <a:rPr lang="en-US" sz="2000"/>
                        <a:t> Project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846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Responsible for all site activities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Technical Events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Networking Events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Social Events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Provides support for all non-project related issues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Not affiliated with Intern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Responsible for execution of Intern Project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Answers all questions pertaining to Intern Project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Plans </a:t>
                      </a:r>
                      <a:r>
                        <a:rPr lang="en-US">
                          <a:solidFill>
                            <a:srgbClr val="FF0000"/>
                          </a:solidFill>
                        </a:rPr>
                        <a:t>LOB</a:t>
                      </a:r>
                      <a:r>
                        <a:rPr lang="en-US"/>
                        <a:t> project lectures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Provides guidance and instruction on project through summer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/>
                        <a:t>Not affiliated with site-based events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611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5E234FE-ED5F-A6FD-4B72-9529F2357BDD}"/>
              </a:ext>
            </a:extLst>
          </p:cNvPr>
          <p:cNvSpPr txBox="1"/>
          <p:nvPr/>
        </p:nvSpPr>
        <p:spPr>
          <a:xfrm>
            <a:off x="1856204" y="5830109"/>
            <a:ext cx="8593699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/>
              <a:t>Project questions should be directed to </a:t>
            </a:r>
            <a:r>
              <a:rPr lang="en-US" sz="2800" b="1">
                <a:solidFill>
                  <a:srgbClr val="FF0000"/>
                </a:solidFill>
              </a:rPr>
              <a:t>LOB</a:t>
            </a:r>
            <a:r>
              <a:rPr lang="en-US" sz="2800"/>
              <a:t> Project Leads</a:t>
            </a:r>
          </a:p>
        </p:txBody>
      </p:sp>
    </p:spTree>
    <p:extLst>
      <p:ext uri="{BB962C8B-B14F-4D97-AF65-F5344CB8AC3E}">
        <p14:creationId xmlns:p14="http://schemas.microsoft.com/office/powerpoint/2010/main" val="62562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RMS Intern Project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2F1FD7-2B9F-2468-6A84-A0EF1E4D884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486614695"/>
              </p:ext>
            </p:extLst>
          </p:nvPr>
        </p:nvGraphicFramePr>
        <p:xfrm>
          <a:off x="1755778" y="1317523"/>
          <a:ext cx="8784403" cy="5074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49488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71980-EB2F-3CF5-269C-BCCCFB1352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Please include project overview including introduction to SOW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Should state the main objectives of the project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75804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71980-EB2F-3CF5-269C-BCCCFB1352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Please include information on exact execution for interns to work on project</a:t>
            </a:r>
          </a:p>
          <a:p>
            <a:pPr marL="971550" lvl="1" indent="-285750"/>
            <a:r>
              <a:rPr lang="en-US">
                <a:latin typeface="Arial"/>
                <a:cs typeface="Arial"/>
              </a:rPr>
              <a:t>Includes lectures, office hours, industry days, team breakouts, etc.</a:t>
            </a:r>
          </a:p>
          <a:p>
            <a:pPr marL="971550" lvl="1" indent="-285750"/>
            <a:r>
              <a:rPr lang="en-US">
                <a:latin typeface="Arial"/>
                <a:cs typeface="Arial"/>
              </a:rPr>
              <a:t>Interns should know how they are going to learn the necessary skills to be successful for the project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Project Execution</a:t>
            </a:r>
          </a:p>
        </p:txBody>
      </p:sp>
    </p:spTree>
    <p:extLst>
      <p:ext uri="{BB962C8B-B14F-4D97-AF65-F5344CB8AC3E}">
        <p14:creationId xmlns:p14="http://schemas.microsoft.com/office/powerpoint/2010/main" val="216903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71980-EB2F-3CF5-269C-BCCCFB1352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Please include deliverables listed from the SOW and what the success criteria/definition of done 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Project Deliverables</a:t>
            </a:r>
          </a:p>
        </p:txBody>
      </p:sp>
    </p:spTree>
    <p:extLst>
      <p:ext uri="{BB962C8B-B14F-4D97-AF65-F5344CB8AC3E}">
        <p14:creationId xmlns:p14="http://schemas.microsoft.com/office/powerpoint/2010/main" val="3048531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F71980-EB2F-3CF5-269C-BCCCFB135280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Please include a timeline for interns to view milestones and tasks throughout the project including demo day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176507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Expectations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0F8CA4E-BD5A-9204-AC10-E38041E1EE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961848"/>
              </p:ext>
            </p:extLst>
          </p:nvPr>
        </p:nvGraphicFramePr>
        <p:xfrm>
          <a:off x="594719" y="1052846"/>
          <a:ext cx="766406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EAE098C-8C27-F7B8-D9B0-456DC75241CD}"/>
              </a:ext>
            </a:extLst>
          </p:cNvPr>
          <p:cNvSpPr/>
          <p:nvPr/>
        </p:nvSpPr>
        <p:spPr>
          <a:xfrm>
            <a:off x="8633643" y="1052846"/>
            <a:ext cx="3135548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Do What's Right,</a:t>
            </a:r>
          </a:p>
          <a:p>
            <a:pPr algn="ctr"/>
            <a:r>
              <a:rPr lang="en-US" sz="2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Respect Others, and</a:t>
            </a:r>
          </a:p>
          <a:p>
            <a:pPr algn="ctr"/>
            <a:r>
              <a:rPr lang="en-US" sz="2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egoe UI" panose="020B0502040204020203" pitchFamily="34" charset="0"/>
              </a:rPr>
              <a:t>Perform with Excellence</a:t>
            </a:r>
            <a:endParaRPr lang="en-US" sz="260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510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LOB</a:t>
            </a:r>
            <a:r>
              <a:rPr lang="en-US"/>
              <a:t> Charging Guidance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ED01DA8-A69B-2365-8FEB-6E6CD91F34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2648" y="1331304"/>
            <a:ext cx="10962862" cy="37078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/>
                <a:cs typeface="Arial"/>
              </a:rPr>
              <a:t>Please </a:t>
            </a:r>
            <a:r>
              <a:rPr lang="en-US">
                <a:solidFill>
                  <a:srgbClr val="FF0000"/>
                </a:solidFill>
                <a:latin typeface="Arial"/>
                <a:cs typeface="Arial"/>
              </a:rPr>
              <a:t>detail out </a:t>
            </a:r>
            <a:r>
              <a:rPr lang="en-US">
                <a:latin typeface="Arial"/>
                <a:cs typeface="Arial"/>
              </a:rPr>
              <a:t>specific charging buckets for interns to use that splits out the 16 working hours. Please call out that </a:t>
            </a:r>
            <a:r>
              <a:rPr lang="en-US" b="1">
                <a:latin typeface="Arial"/>
                <a:cs typeface="Arial"/>
              </a:rPr>
              <a:t>final demonstration time </a:t>
            </a:r>
            <a:r>
              <a:rPr lang="en-US">
                <a:latin typeface="Arial"/>
                <a:cs typeface="Arial"/>
              </a:rPr>
              <a:t>is now </a:t>
            </a:r>
            <a:r>
              <a:rPr lang="en-US" b="1">
                <a:latin typeface="Arial"/>
                <a:cs typeface="Arial"/>
              </a:rPr>
              <a:t>separate</a:t>
            </a:r>
            <a:r>
              <a:rPr lang="en-US">
                <a:latin typeface="Arial"/>
                <a:cs typeface="Arial"/>
              </a:rPr>
              <a:t> from working time block.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ED7CB3-7E93-84A7-7230-0FA816E32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329459"/>
              </p:ext>
            </p:extLst>
          </p:nvPr>
        </p:nvGraphicFramePr>
        <p:xfrm>
          <a:off x="2030079" y="2367280"/>
          <a:ext cx="8127999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377790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5285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46251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Project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Charge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Maximum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20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Project Kickoff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AD-ITP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 hr.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894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Project Lectures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MT-ITR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 hr.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389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Project Working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AD-ITP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16 hr.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750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Final Project Demonstration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AD-ITP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 hr.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06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24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A06316-10C3-36C5-3BC5-5C51C871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0724" y="3086819"/>
            <a:ext cx="2130552" cy="684362"/>
          </a:xfrm>
        </p:spPr>
        <p:txBody>
          <a:bodyPr/>
          <a:lstStyle/>
          <a:p>
            <a:r>
              <a:rPr lang="en-US"/>
              <a:t>Open Floor</a:t>
            </a:r>
          </a:p>
        </p:txBody>
      </p:sp>
    </p:spTree>
    <p:extLst>
      <p:ext uri="{BB962C8B-B14F-4D97-AF65-F5344CB8AC3E}">
        <p14:creationId xmlns:p14="http://schemas.microsoft.com/office/powerpoint/2010/main" val="4113613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10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0">
      <a:dk1>
        <a:srgbClr val="000000"/>
      </a:dk1>
      <a:lt1>
        <a:srgbClr val="FFFFFF"/>
      </a:lt1>
      <a:dk2>
        <a:srgbClr val="414042"/>
      </a:dk2>
      <a:lt2>
        <a:srgbClr val="F7F8F9"/>
      </a:lt2>
      <a:accent1>
        <a:srgbClr val="002F6C"/>
      </a:accent1>
      <a:accent2>
        <a:srgbClr val="00809E"/>
      </a:accent2>
      <a:accent3>
        <a:srgbClr val="00968F"/>
      </a:accent3>
      <a:accent4>
        <a:srgbClr val="F7D117"/>
      </a:accent4>
      <a:accent5>
        <a:srgbClr val="64B3E8"/>
      </a:accent5>
      <a:accent6>
        <a:srgbClr val="A4899F"/>
      </a:accent6>
      <a:hlink>
        <a:srgbClr val="0563C1"/>
      </a:hlink>
      <a:folHlink>
        <a:srgbClr val="A4899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ckheed-Martin-PowerPoint.potx" id="{F5550D92-7486-47F4-91DE-4A8E6667CA85}" vid="{47DF0841-1615-49C7-8808-456C235F981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8098F839D4264BAD96C674A62C3828" ma:contentTypeVersion="0" ma:contentTypeDescription="Create a new document." ma:contentTypeScope="" ma:versionID="7011bc9ecc63c4afa89ec7c015b3f88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876E67-2FF4-405A-A065-84CF75D717E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5B68B44-C193-4E7F-A411-32E04D673A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8CA16D-D2F0-4D90-A87B-F57838C5797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1_Office Theme</vt:lpstr>
      <vt:lpstr>PowerPoint Presentation</vt:lpstr>
      <vt:lpstr>Agenda</vt:lpstr>
      <vt:lpstr>Introductions</vt:lpstr>
      <vt:lpstr>Roles and Responsibilities</vt:lpstr>
      <vt:lpstr>RMS Intern Project Overview</vt:lpstr>
      <vt:lpstr>LOB Project Overview</vt:lpstr>
      <vt:lpstr>LOB Project Execution</vt:lpstr>
      <vt:lpstr>LOB Project Deliverables</vt:lpstr>
      <vt:lpstr>LOB Project Timeline</vt:lpstr>
      <vt:lpstr>Expectations</vt:lpstr>
      <vt:lpstr>LOB Charging Guidance</vt:lpstr>
      <vt:lpstr>Open Floor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2013-07-15T20:26:40Z</dcterms:created>
  <dcterms:modified xsi:type="dcterms:W3CDTF">2026-03-04T17:44:09Z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0x010100118098F839D4264BAD96C674A62C3828</vt:lpwstr>
  </property>
  <property fmtid="{D5CDD505-2E9C-101B-9397-08002B2CF9AE}" pid="3" name="MSIP_Label_502bc7c3-f152-4da1-98bd-f7a1bebdf752_Enabled">
    <vt:lpwstr>true</vt:lpwstr>
  </property>
  <property fmtid="{D5CDD505-2E9C-101B-9397-08002B2CF9AE}" pid="4" name="MSIP_Label_502bc7c3-f152-4da1-98bd-f7a1bebdf752_SetDate">
    <vt:lpwstr>2024-03-04T22:10:27Z</vt:lpwstr>
  </property>
  <property fmtid="{D5CDD505-2E9C-101B-9397-08002B2CF9AE}" pid="5" name="MSIP_Label_502bc7c3-f152-4da1-98bd-f7a1bebdf752_Method">
    <vt:lpwstr>Privileged</vt:lpwstr>
  </property>
  <property fmtid="{D5CDD505-2E9C-101B-9397-08002B2CF9AE}" pid="6" name="MSIP_Label_502bc7c3-f152-4da1-98bd-f7a1bebdf752_Name">
    <vt:lpwstr>Unrestricted</vt:lpwstr>
  </property>
  <property fmtid="{D5CDD505-2E9C-101B-9397-08002B2CF9AE}" pid="7" name="MSIP_Label_502bc7c3-f152-4da1-98bd-f7a1bebdf752_SiteId">
    <vt:lpwstr>b18f006c-b0fc-467d-b23a-a35b5695b5dc</vt:lpwstr>
  </property>
  <property fmtid="{D5CDD505-2E9C-101B-9397-08002B2CF9AE}" pid="8" name="MSIP_Label_502bc7c3-f152-4da1-98bd-f7a1bebdf752_ActionId">
    <vt:lpwstr>1c9d8632-b9aa-4f11-9c6d-d7479c980f1a</vt:lpwstr>
  </property>
  <property fmtid="{D5CDD505-2E9C-101B-9397-08002B2CF9AE}" pid="9" name="MSIP_Label_502bc7c3-f152-4da1-98bd-f7a1bebdf752_ContentBits">
    <vt:lpwstr>0</vt:lpwstr>
  </property>
  <property fmtid="{D5CDD505-2E9C-101B-9397-08002B2CF9AE}" pid="10" name="Order">
    <vt:r8>2000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</Properties>
</file>