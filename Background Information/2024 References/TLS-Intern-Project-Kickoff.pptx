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Lst>
  <p:notesMasterIdLst>
    <p:notesMasterId r:id="rId22"/>
  </p:notesMasterIdLst>
  <p:sldIdLst>
    <p:sldId id="300" r:id="rId6"/>
    <p:sldId id="319" r:id="rId7"/>
    <p:sldId id="307" r:id="rId8"/>
    <p:sldId id="303" r:id="rId9"/>
    <p:sldId id="322" r:id="rId10"/>
    <p:sldId id="323" r:id="rId11"/>
    <p:sldId id="331" r:id="rId12"/>
    <p:sldId id="324" r:id="rId13"/>
    <p:sldId id="332" r:id="rId14"/>
    <p:sldId id="326" r:id="rId15"/>
    <p:sldId id="327" r:id="rId16"/>
    <p:sldId id="328" r:id="rId17"/>
    <p:sldId id="329" r:id="rId18"/>
    <p:sldId id="333" r:id="rId19"/>
    <p:sldId id="312"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0719C7A-0481-7713-42F3-F5E977B5E42B}" name="Thomas, Olivia A (US)" initials="TOA(" userId="Thomas, Olivia A (US)" providerId="None"/>
  <p188:author id="{A3B2B3A7-45C5-545E-C657-5852559BC03E}" name="Tleon, Andrew R (US)" initials="TAR(" userId="Tleon, Andrew R (US)"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3D6429-CE7E-414C-8BA0-8BF8774DE7DC}" v="3" dt="2025-03-26T21:07:09.0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B5598C-ED5D-4DDA-8E9F-1EF79CECFE59}" type="doc">
      <dgm:prSet loTypeId="urn:microsoft.com/office/officeart/2005/8/layout/matrix1" loCatId="matrix" qsTypeId="urn:microsoft.com/office/officeart/2005/8/quickstyle/simple1" qsCatId="simple" csTypeId="urn:microsoft.com/office/officeart/2005/8/colors/colorful1" csCatId="colorful" phldr="1"/>
      <dgm:spPr/>
      <dgm:t>
        <a:bodyPr/>
        <a:lstStyle/>
        <a:p>
          <a:endParaRPr lang="en-US"/>
        </a:p>
      </dgm:t>
    </dgm:pt>
    <dgm:pt modelId="{8B9157A9-83EE-451F-A822-B2DEDEF2418D}">
      <dgm:prSet phldrT="[Text]" custT="1"/>
      <dgm:spPr>
        <a:solidFill>
          <a:srgbClr val="002F6C"/>
        </a:solidFill>
      </dgm:spPr>
      <dgm:t>
        <a:bodyPr tIns="365760"/>
        <a:lstStyle/>
        <a:p>
          <a:pPr algn="ctr"/>
          <a:r>
            <a:rPr lang="en-US" sz="1800"/>
            <a:t>IWSS</a:t>
          </a:r>
        </a:p>
      </dgm:t>
    </dgm:pt>
    <dgm:pt modelId="{8C245791-AB53-4607-AC1C-FFEF80855BAB}" type="parTrans" cxnId="{63F3C322-0C86-4F1D-A348-B6F2F4171E6E}">
      <dgm:prSet/>
      <dgm:spPr/>
      <dgm:t>
        <a:bodyPr/>
        <a:lstStyle/>
        <a:p>
          <a:endParaRPr lang="en-US"/>
        </a:p>
      </dgm:t>
    </dgm:pt>
    <dgm:pt modelId="{154B17BC-75AE-408C-96FE-AB467FE36480}" type="sibTrans" cxnId="{63F3C322-0C86-4F1D-A348-B6F2F4171E6E}">
      <dgm:prSet/>
      <dgm:spPr/>
      <dgm:t>
        <a:bodyPr/>
        <a:lstStyle/>
        <a:p>
          <a:endParaRPr lang="en-US"/>
        </a:p>
      </dgm:t>
    </dgm:pt>
    <dgm:pt modelId="{F431202F-5BFF-4A57-A837-4CDB59D447BB}">
      <dgm:prSet phldrT="[Text]" custT="1"/>
      <dgm:spPr>
        <a:solidFill>
          <a:schemeClr val="accent1">
            <a:lumMod val="75000"/>
          </a:schemeClr>
        </a:solidFill>
      </dgm:spPr>
      <dgm:t>
        <a:bodyPr tIns="0" bIns="128016" anchor="t"/>
        <a:lstStyle/>
        <a:p>
          <a:pPr algn="ctr"/>
          <a:r>
            <a:rPr lang="en-US" sz="1800"/>
            <a:t>SAC</a:t>
          </a:r>
        </a:p>
      </dgm:t>
    </dgm:pt>
    <dgm:pt modelId="{93FB2727-3DBB-4D5C-945C-978EEF58F5BA}" type="parTrans" cxnId="{CA598F8F-95AA-4A07-97FD-DABFFE3148D1}">
      <dgm:prSet/>
      <dgm:spPr/>
      <dgm:t>
        <a:bodyPr/>
        <a:lstStyle/>
        <a:p>
          <a:endParaRPr lang="en-US"/>
        </a:p>
      </dgm:t>
    </dgm:pt>
    <dgm:pt modelId="{CF010D2A-0FF7-427C-A536-F0C8DF442F96}" type="sibTrans" cxnId="{CA598F8F-95AA-4A07-97FD-DABFFE3148D1}">
      <dgm:prSet/>
      <dgm:spPr/>
      <dgm:t>
        <a:bodyPr/>
        <a:lstStyle/>
        <a:p>
          <a:endParaRPr lang="en-US"/>
        </a:p>
      </dgm:t>
    </dgm:pt>
    <dgm:pt modelId="{63AACAC1-0FAF-4749-9227-D851B7569B18}">
      <dgm:prSet phldrT="[Text]" custT="1"/>
      <dgm:spPr>
        <a:solidFill>
          <a:srgbClr val="002060"/>
        </a:solidFill>
      </dgm:spPr>
      <dgm:t>
        <a:bodyPr tIns="0"/>
        <a:lstStyle/>
        <a:p>
          <a:pPr algn="ctr"/>
          <a:r>
            <a:rPr lang="en-US" sz="1800"/>
            <a:t>TLS</a:t>
          </a:r>
        </a:p>
      </dgm:t>
    </dgm:pt>
    <dgm:pt modelId="{35CE0EBF-4DF0-42BC-A99E-2E57B3C23553}" type="parTrans" cxnId="{BC18EE22-CA50-4BFF-A74F-0ECE6C2E2F77}">
      <dgm:prSet/>
      <dgm:spPr/>
      <dgm:t>
        <a:bodyPr/>
        <a:lstStyle/>
        <a:p>
          <a:endParaRPr lang="en-US"/>
        </a:p>
      </dgm:t>
    </dgm:pt>
    <dgm:pt modelId="{9EECAF1B-8947-4DC6-B3E3-D815EF4AA7BF}" type="sibTrans" cxnId="{BC18EE22-CA50-4BFF-A74F-0ECE6C2E2F77}">
      <dgm:prSet/>
      <dgm:spPr/>
      <dgm:t>
        <a:bodyPr/>
        <a:lstStyle/>
        <a:p>
          <a:endParaRPr lang="en-US"/>
        </a:p>
      </dgm:t>
    </dgm:pt>
    <dgm:pt modelId="{A4D9DFEC-189C-47DD-AE0E-5E1163C6D968}">
      <dgm:prSet phldrT="[Text]" custT="1"/>
      <dgm:spPr>
        <a:solidFill>
          <a:srgbClr val="002F6C"/>
        </a:solidFill>
      </dgm:spPr>
      <dgm:t>
        <a:bodyPr tIns="365760"/>
        <a:lstStyle/>
        <a:p>
          <a:pPr algn="l"/>
          <a:r>
            <a:rPr lang="en-US" sz="1400"/>
            <a:t>Integrated Laser Weapon System</a:t>
          </a:r>
        </a:p>
      </dgm:t>
    </dgm:pt>
    <dgm:pt modelId="{6C4B1ACB-2269-4123-B8F9-66219E5087FC}" type="parTrans" cxnId="{BBF4112F-7D84-426D-904A-5B4768D0DF9A}">
      <dgm:prSet/>
      <dgm:spPr/>
      <dgm:t>
        <a:bodyPr/>
        <a:lstStyle/>
        <a:p>
          <a:endParaRPr lang="en-US"/>
        </a:p>
      </dgm:t>
    </dgm:pt>
    <dgm:pt modelId="{EFEE6331-0F35-461E-8688-AC5EE2995BB9}" type="sibTrans" cxnId="{BBF4112F-7D84-426D-904A-5B4768D0DF9A}">
      <dgm:prSet/>
      <dgm:spPr/>
      <dgm:t>
        <a:bodyPr/>
        <a:lstStyle/>
        <a:p>
          <a:endParaRPr lang="en-US"/>
        </a:p>
      </dgm:t>
    </dgm:pt>
    <dgm:pt modelId="{621FD63E-94D1-47E6-A5D0-9874B6B2CEE3}">
      <dgm:prSet phldrT="[Text]" custT="1"/>
      <dgm:spPr>
        <a:solidFill>
          <a:srgbClr val="002060"/>
        </a:solidFill>
      </dgm:spPr>
      <dgm:t>
        <a:bodyPr tIns="0"/>
        <a:lstStyle/>
        <a:p>
          <a:r>
            <a:rPr lang="en-US" sz="1400"/>
            <a:t>Training Modules of the Future</a:t>
          </a:r>
        </a:p>
      </dgm:t>
    </dgm:pt>
    <dgm:pt modelId="{8613BBF0-4EAB-45A8-AA43-CE80A5C56D94}" type="parTrans" cxnId="{2B5682BC-4F9A-413A-997D-CBF85F696D99}">
      <dgm:prSet/>
      <dgm:spPr/>
      <dgm:t>
        <a:bodyPr/>
        <a:lstStyle/>
        <a:p>
          <a:endParaRPr lang="en-US"/>
        </a:p>
      </dgm:t>
    </dgm:pt>
    <dgm:pt modelId="{D830B3F8-33C8-4C73-827D-C1A0DECF1A06}" type="sibTrans" cxnId="{2B5682BC-4F9A-413A-997D-CBF85F696D99}">
      <dgm:prSet/>
      <dgm:spPr/>
      <dgm:t>
        <a:bodyPr/>
        <a:lstStyle/>
        <a:p>
          <a:endParaRPr lang="en-US"/>
        </a:p>
      </dgm:t>
    </dgm:pt>
    <dgm:pt modelId="{A45F311A-0276-43F9-BB02-D565B8E07676}">
      <dgm:prSet phldrT="[Text]" custT="1"/>
      <dgm:spPr>
        <a:solidFill>
          <a:srgbClr val="003882"/>
        </a:solidFill>
      </dgm:spPr>
      <dgm:t>
        <a:bodyPr tIns="365760"/>
        <a:lstStyle/>
        <a:p>
          <a:pPr algn="ctr"/>
          <a:r>
            <a:rPr lang="en-US" sz="1800"/>
            <a:t>C6ISR</a:t>
          </a:r>
        </a:p>
      </dgm:t>
    </dgm:pt>
    <dgm:pt modelId="{89BA4D55-7232-464B-8EF7-D1D48FFA45E2}" type="sibTrans" cxnId="{A0151EAB-42F4-4897-8A15-31286A1E86E8}">
      <dgm:prSet/>
      <dgm:spPr/>
      <dgm:t>
        <a:bodyPr/>
        <a:lstStyle/>
        <a:p>
          <a:endParaRPr lang="en-US"/>
        </a:p>
      </dgm:t>
    </dgm:pt>
    <dgm:pt modelId="{EEA72059-E684-49D0-8E01-B731F2D6B031}" type="parTrans" cxnId="{A0151EAB-42F4-4897-8A15-31286A1E86E8}">
      <dgm:prSet/>
      <dgm:spPr/>
      <dgm:t>
        <a:bodyPr/>
        <a:lstStyle/>
        <a:p>
          <a:endParaRPr lang="en-US"/>
        </a:p>
      </dgm:t>
    </dgm:pt>
    <dgm:pt modelId="{0509C354-A6D5-4E28-8C04-0E6A513FD528}">
      <dgm:prSet phldrT="[Text]" custT="1"/>
      <dgm:spPr>
        <a:solidFill>
          <a:schemeClr val="accent1">
            <a:lumMod val="20000"/>
            <a:lumOff val="80000"/>
          </a:schemeClr>
        </a:solidFill>
      </dgm:spPr>
      <dgm:t>
        <a:bodyPr/>
        <a:lstStyle/>
        <a:p>
          <a:r>
            <a:rPr lang="en-US" sz="1600"/>
            <a:t>RMS Lines of Business</a:t>
          </a:r>
        </a:p>
      </dgm:t>
    </dgm:pt>
    <dgm:pt modelId="{6622ABA8-C191-4D9A-81B2-E03770F04DF7}" type="sibTrans" cxnId="{455B3868-82B0-414D-9E51-2133100DE126}">
      <dgm:prSet/>
      <dgm:spPr/>
      <dgm:t>
        <a:bodyPr/>
        <a:lstStyle/>
        <a:p>
          <a:endParaRPr lang="en-US"/>
        </a:p>
      </dgm:t>
    </dgm:pt>
    <dgm:pt modelId="{11AD9CBE-6AAC-44B2-9D97-8811C7BFC178}" type="parTrans" cxnId="{455B3868-82B0-414D-9E51-2133100DE126}">
      <dgm:prSet/>
      <dgm:spPr/>
      <dgm:t>
        <a:bodyPr/>
        <a:lstStyle/>
        <a:p>
          <a:endParaRPr lang="en-US"/>
        </a:p>
      </dgm:t>
    </dgm:pt>
    <dgm:pt modelId="{545D48AE-AA34-4262-92FA-15E8922AA163}">
      <dgm:prSet phldrT="[Text]" custT="1"/>
      <dgm:spPr>
        <a:solidFill>
          <a:schemeClr val="accent1">
            <a:lumMod val="75000"/>
          </a:schemeClr>
        </a:solidFill>
      </dgm:spPr>
      <dgm:t>
        <a:bodyPr tIns="0" bIns="128016" anchor="t"/>
        <a:lstStyle/>
        <a:p>
          <a:pPr algn="l"/>
          <a:endParaRPr lang="en-US" sz="1400"/>
        </a:p>
      </dgm:t>
    </dgm:pt>
    <dgm:pt modelId="{654F688A-3E01-4CC6-8049-FE00785C161A}" type="parTrans" cxnId="{20BB6144-2058-44FA-9A84-F562A4A5E1F0}">
      <dgm:prSet/>
      <dgm:spPr/>
      <dgm:t>
        <a:bodyPr/>
        <a:lstStyle/>
        <a:p>
          <a:endParaRPr lang="en-US"/>
        </a:p>
      </dgm:t>
    </dgm:pt>
    <dgm:pt modelId="{5544F9C8-FB73-4012-9E70-20EA170D49D3}" type="sibTrans" cxnId="{20BB6144-2058-44FA-9A84-F562A4A5E1F0}">
      <dgm:prSet/>
      <dgm:spPr/>
      <dgm:t>
        <a:bodyPr/>
        <a:lstStyle/>
        <a:p>
          <a:endParaRPr lang="en-US"/>
        </a:p>
      </dgm:t>
    </dgm:pt>
    <dgm:pt modelId="{A7FF8CA5-3FB4-48B4-94C8-470212C61761}">
      <dgm:prSet phldrT="[Text]" custT="1"/>
      <dgm:spPr>
        <a:solidFill>
          <a:srgbClr val="003882"/>
        </a:solidFill>
      </dgm:spPr>
      <dgm:t>
        <a:bodyPr tIns="365760"/>
        <a:lstStyle/>
        <a:p>
          <a:pPr algn="l"/>
          <a:r>
            <a:rPr lang="en-US" sz="1400"/>
            <a:t>Integrating AI Interfaces</a:t>
          </a:r>
        </a:p>
      </dgm:t>
    </dgm:pt>
    <dgm:pt modelId="{ED5E9320-A963-435D-8F92-9B60C7076FE8}" type="parTrans" cxnId="{A62CA222-D2A2-4D56-9630-1FE5C134A6D6}">
      <dgm:prSet/>
      <dgm:spPr/>
      <dgm:t>
        <a:bodyPr/>
        <a:lstStyle/>
        <a:p>
          <a:endParaRPr lang="en-US"/>
        </a:p>
      </dgm:t>
    </dgm:pt>
    <dgm:pt modelId="{23BFA256-3804-492F-BBBB-5D7201289169}" type="sibTrans" cxnId="{A62CA222-D2A2-4D56-9630-1FE5C134A6D6}">
      <dgm:prSet/>
      <dgm:spPr/>
      <dgm:t>
        <a:bodyPr/>
        <a:lstStyle/>
        <a:p>
          <a:endParaRPr lang="en-US"/>
        </a:p>
      </dgm:t>
    </dgm:pt>
    <dgm:pt modelId="{B7DA909F-E129-4E51-922A-6D23952913EB}">
      <dgm:prSet phldrT="[Text]" custT="1"/>
      <dgm:spPr>
        <a:solidFill>
          <a:schemeClr val="accent1">
            <a:lumMod val="75000"/>
          </a:schemeClr>
        </a:solidFill>
      </dgm:spPr>
      <dgm:t>
        <a:bodyPr tIns="0" bIns="128016" anchor="t"/>
        <a:lstStyle/>
        <a:p>
          <a:pPr algn="l"/>
          <a:r>
            <a:rPr lang="en-US" sz="1400"/>
            <a:t>Wildfire Drone Advancements</a:t>
          </a:r>
        </a:p>
      </dgm:t>
    </dgm:pt>
    <dgm:pt modelId="{81D5FB3A-CCBE-4317-BF55-67B0D39D1CC6}" type="parTrans" cxnId="{CFAB0AAA-650A-4E39-96A3-9C7741AD4603}">
      <dgm:prSet/>
      <dgm:spPr/>
      <dgm:t>
        <a:bodyPr/>
        <a:lstStyle/>
        <a:p>
          <a:endParaRPr lang="en-US"/>
        </a:p>
      </dgm:t>
    </dgm:pt>
    <dgm:pt modelId="{C7184195-05D9-4107-8784-AE3BD6D60B0B}" type="sibTrans" cxnId="{CFAB0AAA-650A-4E39-96A3-9C7741AD4603}">
      <dgm:prSet/>
      <dgm:spPr/>
      <dgm:t>
        <a:bodyPr/>
        <a:lstStyle/>
        <a:p>
          <a:endParaRPr lang="en-US"/>
        </a:p>
      </dgm:t>
    </dgm:pt>
    <dgm:pt modelId="{60DD3836-3C7E-44B4-8BEF-294D46A76520}">
      <dgm:prSet phldrT="[Text]" custT="1"/>
      <dgm:spPr>
        <a:solidFill>
          <a:srgbClr val="003882"/>
        </a:solidFill>
      </dgm:spPr>
      <dgm:t>
        <a:bodyPr/>
        <a:lstStyle/>
        <a:p>
          <a:pPr algn="l"/>
          <a:r>
            <a:rPr lang="en-US" sz="1400" b="0" i="0"/>
            <a:t>To enhance the efficiency and effectiveness of C6ISR operators, there is a need to develop an intelligent interface that can assist operators in processing and analyzing large volumes of data in real-time</a:t>
          </a:r>
          <a:endParaRPr lang="en-US" sz="1400"/>
        </a:p>
      </dgm:t>
    </dgm:pt>
    <dgm:pt modelId="{3A4054B4-63DB-43A6-97E9-FC16667167F4}" type="parTrans" cxnId="{65765120-E82E-4976-9B47-361BE271FF8A}">
      <dgm:prSet/>
      <dgm:spPr/>
      <dgm:t>
        <a:bodyPr/>
        <a:lstStyle/>
        <a:p>
          <a:endParaRPr lang="en-US"/>
        </a:p>
      </dgm:t>
    </dgm:pt>
    <dgm:pt modelId="{EBC44DB7-DF29-4CCB-9D00-93E1214FE1DB}" type="sibTrans" cxnId="{65765120-E82E-4976-9B47-361BE271FF8A}">
      <dgm:prSet/>
      <dgm:spPr/>
      <dgm:t>
        <a:bodyPr/>
        <a:lstStyle/>
        <a:p>
          <a:endParaRPr lang="en-US"/>
        </a:p>
      </dgm:t>
    </dgm:pt>
    <dgm:pt modelId="{510B010A-B6B7-4E62-BFC6-B7A5F9ED6C14}">
      <dgm:prSet phldrT="[Text]" custT="1"/>
      <dgm:spPr>
        <a:solidFill>
          <a:srgbClr val="002F6C"/>
        </a:solidFill>
      </dgm:spPr>
      <dgm:t>
        <a:bodyPr/>
        <a:lstStyle/>
        <a:p>
          <a:pPr algn="l"/>
          <a:r>
            <a:rPr lang="en-US" sz="1400" b="0" i="0" u="none"/>
            <a:t>To leverage and expand on proven laser weapon system capability, there is a need to generate an integrated approach for a non-hit to kill system against hypersonic threats.</a:t>
          </a:r>
          <a:r>
            <a:rPr lang="en-US" sz="1400" b="0" i="0"/>
            <a:t>​ ​</a:t>
          </a:r>
          <a:r>
            <a:rPr lang="en-US" sz="1400" b="0" i="0" u="none"/>
            <a:t>IWSS requires a solution that touches upon laser design, radar design, and hypersonic defense</a:t>
          </a:r>
          <a:endParaRPr lang="en-US" sz="1400"/>
        </a:p>
      </dgm:t>
    </dgm:pt>
    <dgm:pt modelId="{DEEAD263-39DF-44BB-AC17-26FDAAEE7A4D}" type="parTrans" cxnId="{9732775A-00B3-4B90-BAC5-0A554A9466CB}">
      <dgm:prSet/>
      <dgm:spPr/>
      <dgm:t>
        <a:bodyPr/>
        <a:lstStyle/>
        <a:p>
          <a:endParaRPr lang="en-US"/>
        </a:p>
      </dgm:t>
    </dgm:pt>
    <dgm:pt modelId="{C3CA8AF5-6A5A-402B-BB2E-BDF0F593C9A2}" type="sibTrans" cxnId="{9732775A-00B3-4B90-BAC5-0A554A9466CB}">
      <dgm:prSet/>
      <dgm:spPr/>
      <dgm:t>
        <a:bodyPr/>
        <a:lstStyle/>
        <a:p>
          <a:endParaRPr lang="en-US"/>
        </a:p>
      </dgm:t>
    </dgm:pt>
    <dgm:pt modelId="{B944ED84-6941-4F96-A02F-F57A821A5386}">
      <dgm:prSet phldrT="[Text]" custT="1"/>
      <dgm:spPr>
        <a:solidFill>
          <a:schemeClr val="accent1">
            <a:lumMod val="75000"/>
          </a:schemeClr>
        </a:solidFill>
      </dgm:spPr>
      <dgm:t>
        <a:bodyPr tIns="0" bIns="128016" anchor="t"/>
        <a:lstStyle/>
        <a:p>
          <a:pPr algn="l"/>
          <a:endParaRPr lang="en-US" sz="1400"/>
        </a:p>
      </dgm:t>
    </dgm:pt>
    <dgm:pt modelId="{B0C030E3-E01B-40EC-AA6F-D29BCEAC8185}" type="parTrans" cxnId="{44C7FF93-41A1-4082-B0CF-385B71FE0F3D}">
      <dgm:prSet/>
      <dgm:spPr/>
      <dgm:t>
        <a:bodyPr/>
        <a:lstStyle/>
        <a:p>
          <a:endParaRPr lang="en-US"/>
        </a:p>
      </dgm:t>
    </dgm:pt>
    <dgm:pt modelId="{2762D23E-A876-4A43-96F1-4C9D761871ED}" type="sibTrans" cxnId="{44C7FF93-41A1-4082-B0CF-385B71FE0F3D}">
      <dgm:prSet/>
      <dgm:spPr/>
      <dgm:t>
        <a:bodyPr/>
        <a:lstStyle/>
        <a:p>
          <a:endParaRPr lang="en-US"/>
        </a:p>
      </dgm:t>
    </dgm:pt>
    <dgm:pt modelId="{F3571884-5975-433F-BB0B-4EA08E4B2CDC}">
      <dgm:prSet phldrT="[Text]" custT="1"/>
      <dgm:spPr>
        <a:solidFill>
          <a:schemeClr val="accent1">
            <a:lumMod val="75000"/>
          </a:schemeClr>
        </a:solidFill>
      </dgm:spPr>
      <dgm:t>
        <a:bodyPr/>
        <a:lstStyle/>
        <a:p>
          <a:pPr algn="l"/>
          <a:r>
            <a:rPr lang="en-US" sz="1400" b="0" i="0"/>
            <a:t>To prevent and eliminate wildfires, there is a need to develop an Aerial Firefighting System that can be used to identify wildfires and relay information to a Command and Control (C2) station</a:t>
          </a:r>
          <a:endParaRPr lang="en-US" sz="1400"/>
        </a:p>
      </dgm:t>
    </dgm:pt>
    <dgm:pt modelId="{EFC58E01-8C83-43E9-B5F5-7CCBB80FEFB0}" type="parTrans" cxnId="{1F3FDF95-8A36-4503-BF2B-431E1F45231A}">
      <dgm:prSet/>
      <dgm:spPr/>
      <dgm:t>
        <a:bodyPr/>
        <a:lstStyle/>
        <a:p>
          <a:endParaRPr lang="en-US"/>
        </a:p>
      </dgm:t>
    </dgm:pt>
    <dgm:pt modelId="{2BCA6928-E99E-4D73-9A69-3FDBCDF28C5D}" type="sibTrans" cxnId="{1F3FDF95-8A36-4503-BF2B-431E1F45231A}">
      <dgm:prSet/>
      <dgm:spPr/>
      <dgm:t>
        <a:bodyPr/>
        <a:lstStyle/>
        <a:p>
          <a:endParaRPr lang="en-US"/>
        </a:p>
      </dgm:t>
    </dgm:pt>
    <dgm:pt modelId="{E216F493-709B-4957-8B2A-C1CC5CF3D8BF}">
      <dgm:prSet phldrT="[Text]" custT="1"/>
      <dgm:spPr>
        <a:solidFill>
          <a:srgbClr val="002060"/>
        </a:solidFill>
      </dgm:spPr>
      <dgm:t>
        <a:bodyPr/>
        <a:lstStyle/>
        <a:p>
          <a:r>
            <a:rPr lang="en-US" sz="1400" b="0" i="0"/>
            <a:t>To stay on top of new technological advancements,  there is a need to create a training solution that is on the cutting edge of technology and provides service members with the most realistic and immersive experience possible</a:t>
          </a:r>
          <a:endParaRPr lang="en-US" sz="1400"/>
        </a:p>
      </dgm:t>
    </dgm:pt>
    <dgm:pt modelId="{A919D2D8-D220-4D14-BB43-D6375CFAEA30}" type="parTrans" cxnId="{FFD43D8A-C07B-4F0C-BBE0-BBA356BC074A}">
      <dgm:prSet/>
      <dgm:spPr/>
      <dgm:t>
        <a:bodyPr/>
        <a:lstStyle/>
        <a:p>
          <a:endParaRPr lang="en-US"/>
        </a:p>
      </dgm:t>
    </dgm:pt>
    <dgm:pt modelId="{148D366B-F157-45CA-A313-78FDABD9854C}" type="sibTrans" cxnId="{FFD43D8A-C07B-4F0C-BBE0-BBA356BC074A}">
      <dgm:prSet/>
      <dgm:spPr/>
      <dgm:t>
        <a:bodyPr/>
        <a:lstStyle/>
        <a:p>
          <a:endParaRPr lang="en-US"/>
        </a:p>
      </dgm:t>
    </dgm:pt>
    <dgm:pt modelId="{F49FE926-FC39-4A6F-AB3A-6489EB9D58F3}" type="pres">
      <dgm:prSet presAssocID="{D9B5598C-ED5D-4DDA-8E9F-1EF79CECFE59}" presName="diagram" presStyleCnt="0">
        <dgm:presLayoutVars>
          <dgm:chMax val="1"/>
          <dgm:dir/>
          <dgm:animLvl val="ctr"/>
          <dgm:resizeHandles val="exact"/>
        </dgm:presLayoutVars>
      </dgm:prSet>
      <dgm:spPr/>
    </dgm:pt>
    <dgm:pt modelId="{6477B035-680C-48B7-9612-14C8A6686A53}" type="pres">
      <dgm:prSet presAssocID="{D9B5598C-ED5D-4DDA-8E9F-1EF79CECFE59}" presName="matrix" presStyleCnt="0"/>
      <dgm:spPr/>
    </dgm:pt>
    <dgm:pt modelId="{5B6A3C5A-A666-4FF0-9FA4-F6B8B1C15474}" type="pres">
      <dgm:prSet presAssocID="{D9B5598C-ED5D-4DDA-8E9F-1EF79CECFE59}" presName="tile1" presStyleLbl="node1" presStyleIdx="0" presStyleCnt="4"/>
      <dgm:spPr/>
    </dgm:pt>
    <dgm:pt modelId="{DEF44D39-4DE2-4FD1-ADD7-282B44F3A775}" type="pres">
      <dgm:prSet presAssocID="{D9B5598C-ED5D-4DDA-8E9F-1EF79CECFE59}" presName="tile1text" presStyleLbl="node1" presStyleIdx="0" presStyleCnt="4">
        <dgm:presLayoutVars>
          <dgm:chMax val="0"/>
          <dgm:chPref val="0"/>
          <dgm:bulletEnabled val="1"/>
        </dgm:presLayoutVars>
      </dgm:prSet>
      <dgm:spPr/>
    </dgm:pt>
    <dgm:pt modelId="{CB23EE6D-A93E-4FD0-BDB6-18AA6864C90D}" type="pres">
      <dgm:prSet presAssocID="{D9B5598C-ED5D-4DDA-8E9F-1EF79CECFE59}" presName="tile2" presStyleLbl="node1" presStyleIdx="1" presStyleCnt="4"/>
      <dgm:spPr/>
    </dgm:pt>
    <dgm:pt modelId="{78DB312E-A7AF-47C1-BFEB-27ED4CDEDFD7}" type="pres">
      <dgm:prSet presAssocID="{D9B5598C-ED5D-4DDA-8E9F-1EF79CECFE59}" presName="tile2text" presStyleLbl="node1" presStyleIdx="1" presStyleCnt="4">
        <dgm:presLayoutVars>
          <dgm:chMax val="0"/>
          <dgm:chPref val="0"/>
          <dgm:bulletEnabled val="1"/>
        </dgm:presLayoutVars>
      </dgm:prSet>
      <dgm:spPr/>
    </dgm:pt>
    <dgm:pt modelId="{06C2CF79-632E-4A01-9770-7541C6B95014}" type="pres">
      <dgm:prSet presAssocID="{D9B5598C-ED5D-4DDA-8E9F-1EF79CECFE59}" presName="tile3" presStyleLbl="node1" presStyleIdx="2" presStyleCnt="4" custLinFactNeighborY="0"/>
      <dgm:spPr/>
    </dgm:pt>
    <dgm:pt modelId="{BD95F0C8-FA10-4385-825D-D0A566D3CFBA}" type="pres">
      <dgm:prSet presAssocID="{D9B5598C-ED5D-4DDA-8E9F-1EF79CECFE59}" presName="tile3text" presStyleLbl="node1" presStyleIdx="2" presStyleCnt="4">
        <dgm:presLayoutVars>
          <dgm:chMax val="0"/>
          <dgm:chPref val="0"/>
          <dgm:bulletEnabled val="1"/>
        </dgm:presLayoutVars>
      </dgm:prSet>
      <dgm:spPr/>
    </dgm:pt>
    <dgm:pt modelId="{45415C03-86E2-4DE0-AB59-2EC955F12E4E}" type="pres">
      <dgm:prSet presAssocID="{D9B5598C-ED5D-4DDA-8E9F-1EF79CECFE59}" presName="tile4" presStyleLbl="node1" presStyleIdx="3" presStyleCnt="4"/>
      <dgm:spPr/>
    </dgm:pt>
    <dgm:pt modelId="{0AD041F5-21A7-41E7-93CD-8B96FBA5C4B7}" type="pres">
      <dgm:prSet presAssocID="{D9B5598C-ED5D-4DDA-8E9F-1EF79CECFE59}" presName="tile4text" presStyleLbl="node1" presStyleIdx="3" presStyleCnt="4">
        <dgm:presLayoutVars>
          <dgm:chMax val="0"/>
          <dgm:chPref val="0"/>
          <dgm:bulletEnabled val="1"/>
        </dgm:presLayoutVars>
      </dgm:prSet>
      <dgm:spPr/>
    </dgm:pt>
    <dgm:pt modelId="{8843AD72-1C0A-45B4-B6DB-007B30E7EDD0}" type="pres">
      <dgm:prSet presAssocID="{D9B5598C-ED5D-4DDA-8E9F-1EF79CECFE59}" presName="centerTile" presStyleLbl="fgShp" presStyleIdx="0" presStyleCnt="1" custScaleX="83713" custScaleY="39100">
        <dgm:presLayoutVars>
          <dgm:chMax val="0"/>
          <dgm:chPref val="0"/>
        </dgm:presLayoutVars>
      </dgm:prSet>
      <dgm:spPr/>
    </dgm:pt>
  </dgm:ptLst>
  <dgm:cxnLst>
    <dgm:cxn modelId="{1CC07101-70D8-4E4F-8144-28D0E7E6C71D}" type="presOf" srcId="{510B010A-B6B7-4E62-BFC6-B7A5F9ED6C14}" destId="{CB23EE6D-A93E-4FD0-BDB6-18AA6864C90D}" srcOrd="0" destOrd="2" presId="urn:microsoft.com/office/officeart/2005/8/layout/matrix1"/>
    <dgm:cxn modelId="{35D82606-1B5F-4B91-8D60-55C3642A49DD}" type="presOf" srcId="{F3571884-5975-433F-BB0B-4EA08E4B2CDC}" destId="{BD95F0C8-FA10-4385-825D-D0A566D3CFBA}" srcOrd="1" destOrd="2" presId="urn:microsoft.com/office/officeart/2005/8/layout/matrix1"/>
    <dgm:cxn modelId="{9FBDB80B-DE01-45B3-A060-54C90E5DCA4F}" type="presOf" srcId="{B7DA909F-E129-4E51-922A-6D23952913EB}" destId="{06C2CF79-632E-4A01-9770-7541C6B95014}" srcOrd="0" destOrd="1" presId="urn:microsoft.com/office/officeart/2005/8/layout/matrix1"/>
    <dgm:cxn modelId="{80369212-965E-4787-9D5E-AF08D28CDC92}" type="presOf" srcId="{63AACAC1-0FAF-4749-9227-D851B7569B18}" destId="{0AD041F5-21A7-41E7-93CD-8B96FBA5C4B7}" srcOrd="1" destOrd="0" presId="urn:microsoft.com/office/officeart/2005/8/layout/matrix1"/>
    <dgm:cxn modelId="{11E8491F-E985-430F-90D4-AADC0ED9D162}" type="presOf" srcId="{0509C354-A6D5-4E28-8C04-0E6A513FD528}" destId="{8843AD72-1C0A-45B4-B6DB-007B30E7EDD0}" srcOrd="0" destOrd="0" presId="urn:microsoft.com/office/officeart/2005/8/layout/matrix1"/>
    <dgm:cxn modelId="{65765120-E82E-4976-9B47-361BE271FF8A}" srcId="{A7FF8CA5-3FB4-48B4-94C8-470212C61761}" destId="{60DD3836-3C7E-44B4-8BEF-294D46A76520}" srcOrd="0" destOrd="0" parTransId="{3A4054B4-63DB-43A6-97E9-FC16667167F4}" sibTransId="{EBC44DB7-DF29-4CCB-9D00-93E1214FE1DB}"/>
    <dgm:cxn modelId="{A62CA222-D2A2-4D56-9630-1FE5C134A6D6}" srcId="{A45F311A-0276-43F9-BB02-D565B8E07676}" destId="{A7FF8CA5-3FB4-48B4-94C8-470212C61761}" srcOrd="0" destOrd="0" parTransId="{ED5E9320-A963-435D-8F92-9B60C7076FE8}" sibTransId="{23BFA256-3804-492F-BBBB-5D7201289169}"/>
    <dgm:cxn modelId="{63F3C322-0C86-4F1D-A348-B6F2F4171E6E}" srcId="{0509C354-A6D5-4E28-8C04-0E6A513FD528}" destId="{8B9157A9-83EE-451F-A822-B2DEDEF2418D}" srcOrd="1" destOrd="0" parTransId="{8C245791-AB53-4607-AC1C-FFEF80855BAB}" sibTransId="{154B17BC-75AE-408C-96FE-AB467FE36480}"/>
    <dgm:cxn modelId="{BC18EE22-CA50-4BFF-A74F-0ECE6C2E2F77}" srcId="{0509C354-A6D5-4E28-8C04-0E6A513FD528}" destId="{63AACAC1-0FAF-4749-9227-D851B7569B18}" srcOrd="3" destOrd="0" parTransId="{35CE0EBF-4DF0-42BC-A99E-2E57B3C23553}" sibTransId="{9EECAF1B-8947-4DC6-B3E3-D815EF4AA7BF}"/>
    <dgm:cxn modelId="{F21AB92B-476B-4444-9CCA-1909E1C48E6E}" type="presOf" srcId="{621FD63E-94D1-47E6-A5D0-9874B6B2CEE3}" destId="{45415C03-86E2-4DE0-AB59-2EC955F12E4E}" srcOrd="0" destOrd="1" presId="urn:microsoft.com/office/officeart/2005/8/layout/matrix1"/>
    <dgm:cxn modelId="{0F87C92B-E7AD-4441-8417-ACBD7E0DCE30}" type="presOf" srcId="{F431202F-5BFF-4A57-A837-4CDB59D447BB}" destId="{06C2CF79-632E-4A01-9770-7541C6B95014}" srcOrd="0" destOrd="0" presId="urn:microsoft.com/office/officeart/2005/8/layout/matrix1"/>
    <dgm:cxn modelId="{BBF4112F-7D84-426D-904A-5B4768D0DF9A}" srcId="{8B9157A9-83EE-451F-A822-B2DEDEF2418D}" destId="{A4D9DFEC-189C-47DD-AE0E-5E1163C6D968}" srcOrd="0" destOrd="0" parTransId="{6C4B1ACB-2269-4123-B8F9-66219E5087FC}" sibTransId="{EFEE6331-0F35-461E-8688-AC5EE2995BB9}"/>
    <dgm:cxn modelId="{B9180137-9DCA-4245-BF86-ECC52EABE55A}" type="presOf" srcId="{A4D9DFEC-189C-47DD-AE0E-5E1163C6D968}" destId="{78DB312E-A7AF-47C1-BFEB-27ED4CDEDFD7}" srcOrd="1" destOrd="1" presId="urn:microsoft.com/office/officeart/2005/8/layout/matrix1"/>
    <dgm:cxn modelId="{C40C823E-B40F-457E-B165-F9D77FA099C3}" type="presOf" srcId="{B7DA909F-E129-4E51-922A-6D23952913EB}" destId="{BD95F0C8-FA10-4385-825D-D0A566D3CFBA}" srcOrd="1" destOrd="1" presId="urn:microsoft.com/office/officeart/2005/8/layout/matrix1"/>
    <dgm:cxn modelId="{3FFCE061-AD3E-42E9-B53A-3FEEF0DA5EB7}" type="presOf" srcId="{A7FF8CA5-3FB4-48B4-94C8-470212C61761}" destId="{DEF44D39-4DE2-4FD1-ADD7-282B44F3A775}" srcOrd="1" destOrd="1" presId="urn:microsoft.com/office/officeart/2005/8/layout/matrix1"/>
    <dgm:cxn modelId="{20BB6144-2058-44FA-9A84-F562A4A5E1F0}" srcId="{F431202F-5BFF-4A57-A837-4CDB59D447BB}" destId="{545D48AE-AA34-4262-92FA-15E8922AA163}" srcOrd="1" destOrd="0" parTransId="{654F688A-3E01-4CC6-8049-FE00785C161A}" sibTransId="{5544F9C8-FB73-4012-9E70-20EA170D49D3}"/>
    <dgm:cxn modelId="{455B3868-82B0-414D-9E51-2133100DE126}" srcId="{D9B5598C-ED5D-4DDA-8E9F-1EF79CECFE59}" destId="{0509C354-A6D5-4E28-8C04-0E6A513FD528}" srcOrd="0" destOrd="0" parTransId="{11AD9CBE-6AAC-44B2-9D97-8811C7BFC178}" sibTransId="{6622ABA8-C191-4D9A-81B2-E03770F04DF7}"/>
    <dgm:cxn modelId="{5F734C48-59EC-434D-A92B-AACF55A65C50}" type="presOf" srcId="{A4D9DFEC-189C-47DD-AE0E-5E1163C6D968}" destId="{CB23EE6D-A93E-4FD0-BDB6-18AA6864C90D}" srcOrd="0" destOrd="1" presId="urn:microsoft.com/office/officeart/2005/8/layout/matrix1"/>
    <dgm:cxn modelId="{26828C49-19EB-4A07-B0FF-C168D244E481}" type="presOf" srcId="{E216F493-709B-4957-8B2A-C1CC5CF3D8BF}" destId="{45415C03-86E2-4DE0-AB59-2EC955F12E4E}" srcOrd="0" destOrd="2" presId="urn:microsoft.com/office/officeart/2005/8/layout/matrix1"/>
    <dgm:cxn modelId="{4207C76A-6BA4-4758-AC81-B939A3FE7883}" type="presOf" srcId="{8B9157A9-83EE-451F-A822-B2DEDEF2418D}" destId="{78DB312E-A7AF-47C1-BFEB-27ED4CDEDFD7}" srcOrd="1" destOrd="0" presId="urn:microsoft.com/office/officeart/2005/8/layout/matrix1"/>
    <dgm:cxn modelId="{4E897F51-8A7B-4222-A987-8E4023F4AC2C}" type="presOf" srcId="{545D48AE-AA34-4262-92FA-15E8922AA163}" destId="{BD95F0C8-FA10-4385-825D-D0A566D3CFBA}" srcOrd="1" destOrd="4" presId="urn:microsoft.com/office/officeart/2005/8/layout/matrix1"/>
    <dgm:cxn modelId="{D89BB152-E199-4617-959A-ADB74C17EFC5}" type="presOf" srcId="{B944ED84-6941-4F96-A02F-F57A821A5386}" destId="{BD95F0C8-FA10-4385-825D-D0A566D3CFBA}" srcOrd="1" destOrd="3" presId="urn:microsoft.com/office/officeart/2005/8/layout/matrix1"/>
    <dgm:cxn modelId="{DD1C9454-7D5F-4A20-BD11-543F2EF5439F}" type="presOf" srcId="{A45F311A-0276-43F9-BB02-D565B8E07676}" destId="{5B6A3C5A-A666-4FF0-9FA4-F6B8B1C15474}" srcOrd="0" destOrd="0" presId="urn:microsoft.com/office/officeart/2005/8/layout/matrix1"/>
    <dgm:cxn modelId="{B9871955-F71E-45EC-BCC4-B0B6FD90A82A}" type="presOf" srcId="{F3571884-5975-433F-BB0B-4EA08E4B2CDC}" destId="{06C2CF79-632E-4A01-9770-7541C6B95014}" srcOrd="0" destOrd="2" presId="urn:microsoft.com/office/officeart/2005/8/layout/matrix1"/>
    <dgm:cxn modelId="{9732775A-00B3-4B90-BAC5-0A554A9466CB}" srcId="{A4D9DFEC-189C-47DD-AE0E-5E1163C6D968}" destId="{510B010A-B6B7-4E62-BFC6-B7A5F9ED6C14}" srcOrd="0" destOrd="0" parTransId="{DEEAD263-39DF-44BB-AC17-26FDAAEE7A4D}" sibTransId="{C3CA8AF5-6A5A-402B-BB2E-BDF0F593C9A2}"/>
    <dgm:cxn modelId="{62A5CB7B-D20C-4DFA-B2B4-9CDAACE5E50E}" type="presOf" srcId="{621FD63E-94D1-47E6-A5D0-9874B6B2CEE3}" destId="{0AD041F5-21A7-41E7-93CD-8B96FBA5C4B7}" srcOrd="1" destOrd="1" presId="urn:microsoft.com/office/officeart/2005/8/layout/matrix1"/>
    <dgm:cxn modelId="{89FDF888-FB53-4158-BD96-7011CD723AF6}" type="presOf" srcId="{60DD3836-3C7E-44B4-8BEF-294D46A76520}" destId="{5B6A3C5A-A666-4FF0-9FA4-F6B8B1C15474}" srcOrd="0" destOrd="2" presId="urn:microsoft.com/office/officeart/2005/8/layout/matrix1"/>
    <dgm:cxn modelId="{FFD43D8A-C07B-4F0C-BBE0-BBA356BC074A}" srcId="{621FD63E-94D1-47E6-A5D0-9874B6B2CEE3}" destId="{E216F493-709B-4957-8B2A-C1CC5CF3D8BF}" srcOrd="0" destOrd="0" parTransId="{A919D2D8-D220-4D14-BB43-D6375CFAEA30}" sibTransId="{148D366B-F157-45CA-A313-78FDABD9854C}"/>
    <dgm:cxn modelId="{CA598F8F-95AA-4A07-97FD-DABFFE3148D1}" srcId="{0509C354-A6D5-4E28-8C04-0E6A513FD528}" destId="{F431202F-5BFF-4A57-A837-4CDB59D447BB}" srcOrd="2" destOrd="0" parTransId="{93FB2727-3DBB-4D5C-945C-978EEF58F5BA}" sibTransId="{CF010D2A-0FF7-427C-A536-F0C8DF442F96}"/>
    <dgm:cxn modelId="{44C7FF93-41A1-4082-B0CF-385B71FE0F3D}" srcId="{B7DA909F-E129-4E51-922A-6D23952913EB}" destId="{B944ED84-6941-4F96-A02F-F57A821A5386}" srcOrd="1" destOrd="0" parTransId="{B0C030E3-E01B-40EC-AA6F-D29BCEAC8185}" sibTransId="{2762D23E-A876-4A43-96F1-4C9D761871ED}"/>
    <dgm:cxn modelId="{1F3FDF95-8A36-4503-BF2B-431E1F45231A}" srcId="{B7DA909F-E129-4E51-922A-6D23952913EB}" destId="{F3571884-5975-433F-BB0B-4EA08E4B2CDC}" srcOrd="0" destOrd="0" parTransId="{EFC58E01-8C83-43E9-B5F5-7CCBB80FEFB0}" sibTransId="{2BCA6928-E99E-4D73-9A69-3FDBCDF28C5D}"/>
    <dgm:cxn modelId="{AE4B8797-AF13-48DF-A6E9-59754D1426FF}" type="presOf" srcId="{F431202F-5BFF-4A57-A837-4CDB59D447BB}" destId="{BD95F0C8-FA10-4385-825D-D0A566D3CFBA}" srcOrd="1" destOrd="0" presId="urn:microsoft.com/office/officeart/2005/8/layout/matrix1"/>
    <dgm:cxn modelId="{8C0DC799-86F6-4115-9F67-6D42684FE172}" type="presOf" srcId="{60DD3836-3C7E-44B4-8BEF-294D46A76520}" destId="{DEF44D39-4DE2-4FD1-ADD7-282B44F3A775}" srcOrd="1" destOrd="2" presId="urn:microsoft.com/office/officeart/2005/8/layout/matrix1"/>
    <dgm:cxn modelId="{DE29ECA6-DC18-4946-A5A1-5C0B6C451CA1}" type="presOf" srcId="{63AACAC1-0FAF-4749-9227-D851B7569B18}" destId="{45415C03-86E2-4DE0-AB59-2EC955F12E4E}" srcOrd="0" destOrd="0" presId="urn:microsoft.com/office/officeart/2005/8/layout/matrix1"/>
    <dgm:cxn modelId="{CFAB0AAA-650A-4E39-96A3-9C7741AD4603}" srcId="{F431202F-5BFF-4A57-A837-4CDB59D447BB}" destId="{B7DA909F-E129-4E51-922A-6D23952913EB}" srcOrd="0" destOrd="0" parTransId="{81D5FB3A-CCBE-4317-BF55-67B0D39D1CC6}" sibTransId="{C7184195-05D9-4107-8784-AE3BD6D60B0B}"/>
    <dgm:cxn modelId="{A0151EAB-42F4-4897-8A15-31286A1E86E8}" srcId="{0509C354-A6D5-4E28-8C04-0E6A513FD528}" destId="{A45F311A-0276-43F9-BB02-D565B8E07676}" srcOrd="0" destOrd="0" parTransId="{EEA72059-E684-49D0-8E01-B731F2D6B031}" sibTransId="{89BA4D55-7232-464B-8EF7-D1D48FFA45E2}"/>
    <dgm:cxn modelId="{6E4A8BAB-C66B-4313-A06A-D758233CFDE8}" type="presOf" srcId="{510B010A-B6B7-4E62-BFC6-B7A5F9ED6C14}" destId="{78DB312E-A7AF-47C1-BFEB-27ED4CDEDFD7}" srcOrd="1" destOrd="2" presId="urn:microsoft.com/office/officeart/2005/8/layout/matrix1"/>
    <dgm:cxn modelId="{2B5682BC-4F9A-413A-997D-CBF85F696D99}" srcId="{63AACAC1-0FAF-4749-9227-D851B7569B18}" destId="{621FD63E-94D1-47E6-A5D0-9874B6B2CEE3}" srcOrd="0" destOrd="0" parTransId="{8613BBF0-4EAB-45A8-AA43-CE80A5C56D94}" sibTransId="{D830B3F8-33C8-4C73-827D-C1A0DECF1A06}"/>
    <dgm:cxn modelId="{468D60C5-6EC7-4AF5-8CCD-BB09409870A5}" type="presOf" srcId="{545D48AE-AA34-4262-92FA-15E8922AA163}" destId="{06C2CF79-632E-4A01-9770-7541C6B95014}" srcOrd="0" destOrd="4" presId="urn:microsoft.com/office/officeart/2005/8/layout/matrix1"/>
    <dgm:cxn modelId="{08B778D2-8F91-485C-82E8-5EA33F42195D}" type="presOf" srcId="{A45F311A-0276-43F9-BB02-D565B8E07676}" destId="{DEF44D39-4DE2-4FD1-ADD7-282B44F3A775}" srcOrd="1" destOrd="0" presId="urn:microsoft.com/office/officeart/2005/8/layout/matrix1"/>
    <dgm:cxn modelId="{C77D47D9-CA7F-497C-8829-F3C40D0E8A92}" type="presOf" srcId="{D9B5598C-ED5D-4DDA-8E9F-1EF79CECFE59}" destId="{F49FE926-FC39-4A6F-AB3A-6489EB9D58F3}" srcOrd="0" destOrd="0" presId="urn:microsoft.com/office/officeart/2005/8/layout/matrix1"/>
    <dgm:cxn modelId="{D2598BDC-D365-4174-BD50-DE7F4B3418F5}" type="presOf" srcId="{B944ED84-6941-4F96-A02F-F57A821A5386}" destId="{06C2CF79-632E-4A01-9770-7541C6B95014}" srcOrd="0" destOrd="3" presId="urn:microsoft.com/office/officeart/2005/8/layout/matrix1"/>
    <dgm:cxn modelId="{324EB3E4-5049-4877-98BD-A8D6A0FF56E0}" type="presOf" srcId="{E216F493-709B-4957-8B2A-C1CC5CF3D8BF}" destId="{0AD041F5-21A7-41E7-93CD-8B96FBA5C4B7}" srcOrd="1" destOrd="2" presId="urn:microsoft.com/office/officeart/2005/8/layout/matrix1"/>
    <dgm:cxn modelId="{12CC91F5-BEE8-4E3F-A11F-0E52ECC1B853}" type="presOf" srcId="{A7FF8CA5-3FB4-48B4-94C8-470212C61761}" destId="{5B6A3C5A-A666-4FF0-9FA4-F6B8B1C15474}" srcOrd="0" destOrd="1" presId="urn:microsoft.com/office/officeart/2005/8/layout/matrix1"/>
    <dgm:cxn modelId="{41855EF6-73F9-42AE-B2FB-8AC406A3FE7B}" type="presOf" srcId="{8B9157A9-83EE-451F-A822-B2DEDEF2418D}" destId="{CB23EE6D-A93E-4FD0-BDB6-18AA6864C90D}" srcOrd="0" destOrd="0" presId="urn:microsoft.com/office/officeart/2005/8/layout/matrix1"/>
    <dgm:cxn modelId="{146DDB3C-F925-4FE0-96DA-524F01AF6691}" type="presParOf" srcId="{F49FE926-FC39-4A6F-AB3A-6489EB9D58F3}" destId="{6477B035-680C-48B7-9612-14C8A6686A53}" srcOrd="0" destOrd="0" presId="urn:microsoft.com/office/officeart/2005/8/layout/matrix1"/>
    <dgm:cxn modelId="{B3EA8965-6A58-4D2A-85BB-3E4E6F91720D}" type="presParOf" srcId="{6477B035-680C-48B7-9612-14C8A6686A53}" destId="{5B6A3C5A-A666-4FF0-9FA4-F6B8B1C15474}" srcOrd="0" destOrd="0" presId="urn:microsoft.com/office/officeart/2005/8/layout/matrix1"/>
    <dgm:cxn modelId="{958488BF-B96B-4F5E-A3BB-C8F1BAFCB7C6}" type="presParOf" srcId="{6477B035-680C-48B7-9612-14C8A6686A53}" destId="{DEF44D39-4DE2-4FD1-ADD7-282B44F3A775}" srcOrd="1" destOrd="0" presId="urn:microsoft.com/office/officeart/2005/8/layout/matrix1"/>
    <dgm:cxn modelId="{E44E5E25-CE62-4100-A51B-462CC369612A}" type="presParOf" srcId="{6477B035-680C-48B7-9612-14C8A6686A53}" destId="{CB23EE6D-A93E-4FD0-BDB6-18AA6864C90D}" srcOrd="2" destOrd="0" presId="urn:microsoft.com/office/officeart/2005/8/layout/matrix1"/>
    <dgm:cxn modelId="{735DE4A9-B09A-4811-A606-CD46092E0757}" type="presParOf" srcId="{6477B035-680C-48B7-9612-14C8A6686A53}" destId="{78DB312E-A7AF-47C1-BFEB-27ED4CDEDFD7}" srcOrd="3" destOrd="0" presId="urn:microsoft.com/office/officeart/2005/8/layout/matrix1"/>
    <dgm:cxn modelId="{310A3926-AFAD-4E8C-A5EB-7491E1AD7866}" type="presParOf" srcId="{6477B035-680C-48B7-9612-14C8A6686A53}" destId="{06C2CF79-632E-4A01-9770-7541C6B95014}" srcOrd="4" destOrd="0" presId="urn:microsoft.com/office/officeart/2005/8/layout/matrix1"/>
    <dgm:cxn modelId="{B31A09DF-D619-4013-8ADE-91E366AB2B88}" type="presParOf" srcId="{6477B035-680C-48B7-9612-14C8A6686A53}" destId="{BD95F0C8-FA10-4385-825D-D0A566D3CFBA}" srcOrd="5" destOrd="0" presId="urn:microsoft.com/office/officeart/2005/8/layout/matrix1"/>
    <dgm:cxn modelId="{A49D0E0E-0651-43A8-8723-C130E6D8B70D}" type="presParOf" srcId="{6477B035-680C-48B7-9612-14C8A6686A53}" destId="{45415C03-86E2-4DE0-AB59-2EC955F12E4E}" srcOrd="6" destOrd="0" presId="urn:microsoft.com/office/officeart/2005/8/layout/matrix1"/>
    <dgm:cxn modelId="{3ACDA786-ECFF-4C63-9BB8-7304731E4F5D}" type="presParOf" srcId="{6477B035-680C-48B7-9612-14C8A6686A53}" destId="{0AD041F5-21A7-41E7-93CD-8B96FBA5C4B7}" srcOrd="7" destOrd="0" presId="urn:microsoft.com/office/officeart/2005/8/layout/matrix1"/>
    <dgm:cxn modelId="{CD23C9B0-7880-410C-BBF3-313D8AF577CB}" type="presParOf" srcId="{F49FE926-FC39-4A6F-AB3A-6489EB9D58F3}" destId="{8843AD72-1C0A-45B4-B6DB-007B30E7EDD0}"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9A6213-C095-44A1-A271-29C42C8A205C}" type="doc">
      <dgm:prSet loTypeId="urn:microsoft.com/office/officeart/2005/8/layout/chart3" loCatId="cycle" qsTypeId="urn:microsoft.com/office/officeart/2005/8/quickstyle/simple1" qsCatId="simple" csTypeId="urn:microsoft.com/office/officeart/2005/8/colors/accent1_2" csCatId="accent1" phldr="1"/>
      <dgm:spPr/>
    </dgm:pt>
    <dgm:pt modelId="{5162F004-CE86-4C0B-AC02-7CD181B8460E}">
      <dgm:prSet phldrT="[Text]"/>
      <dgm:spPr/>
      <dgm:t>
        <a:bodyPr/>
        <a:lstStyle/>
        <a:p>
          <a:r>
            <a:rPr lang="en-US"/>
            <a:t>Aircrew &amp; Maintainer Training</a:t>
          </a:r>
        </a:p>
      </dgm:t>
    </dgm:pt>
    <dgm:pt modelId="{A8F095C5-0340-447C-B5C9-345A08B8E068}" type="parTrans" cxnId="{1614FAD0-FDF9-4F8B-8AA5-171FE2F3A75D}">
      <dgm:prSet/>
      <dgm:spPr/>
      <dgm:t>
        <a:bodyPr/>
        <a:lstStyle/>
        <a:p>
          <a:endParaRPr lang="en-US"/>
        </a:p>
      </dgm:t>
    </dgm:pt>
    <dgm:pt modelId="{DD6053FD-51CC-4540-BAD1-E3C477B0E11F}" type="sibTrans" cxnId="{1614FAD0-FDF9-4F8B-8AA5-171FE2F3A75D}">
      <dgm:prSet/>
      <dgm:spPr/>
      <dgm:t>
        <a:bodyPr/>
        <a:lstStyle/>
        <a:p>
          <a:endParaRPr lang="en-US"/>
        </a:p>
      </dgm:t>
    </dgm:pt>
    <dgm:pt modelId="{BFDACD25-F174-4274-BCC3-8A33C2D6C31D}">
      <dgm:prSet phldrT="[Text]"/>
      <dgm:spPr/>
      <dgm:t>
        <a:bodyPr/>
        <a:lstStyle/>
        <a:p>
          <a:r>
            <a:rPr lang="en-US"/>
            <a:t>Land Training</a:t>
          </a:r>
        </a:p>
      </dgm:t>
    </dgm:pt>
    <dgm:pt modelId="{1C6EEFC3-8949-4BE0-B776-713E994F15F7}" type="parTrans" cxnId="{52A62B18-6E59-4728-9B5F-617782718768}">
      <dgm:prSet/>
      <dgm:spPr/>
      <dgm:t>
        <a:bodyPr/>
        <a:lstStyle/>
        <a:p>
          <a:endParaRPr lang="en-US"/>
        </a:p>
      </dgm:t>
    </dgm:pt>
    <dgm:pt modelId="{4203458F-C215-4318-897E-D2D2352E23DF}" type="sibTrans" cxnId="{52A62B18-6E59-4728-9B5F-617782718768}">
      <dgm:prSet/>
      <dgm:spPr/>
      <dgm:t>
        <a:bodyPr/>
        <a:lstStyle/>
        <a:p>
          <a:endParaRPr lang="en-US"/>
        </a:p>
      </dgm:t>
    </dgm:pt>
    <dgm:pt modelId="{9590329C-7521-44C4-8D84-E9B8874DE9D6}">
      <dgm:prSet phldrT="[Text]"/>
      <dgm:spPr/>
      <dgm:t>
        <a:bodyPr/>
        <a:lstStyle/>
        <a:p>
          <a:r>
            <a:rPr lang="en-US"/>
            <a:t>Maritime Training</a:t>
          </a:r>
        </a:p>
      </dgm:t>
    </dgm:pt>
    <dgm:pt modelId="{A73CDE71-219A-4643-8A11-D8245ABE53A4}" type="parTrans" cxnId="{61B732A1-F76D-4610-B248-29BC1BEEE5E5}">
      <dgm:prSet/>
      <dgm:spPr/>
      <dgm:t>
        <a:bodyPr/>
        <a:lstStyle/>
        <a:p>
          <a:endParaRPr lang="en-US"/>
        </a:p>
      </dgm:t>
    </dgm:pt>
    <dgm:pt modelId="{F280D096-BFFE-47F1-977A-239778767E50}" type="sibTrans" cxnId="{61B732A1-F76D-4610-B248-29BC1BEEE5E5}">
      <dgm:prSet/>
      <dgm:spPr/>
      <dgm:t>
        <a:bodyPr/>
        <a:lstStyle/>
        <a:p>
          <a:endParaRPr lang="en-US"/>
        </a:p>
      </dgm:t>
    </dgm:pt>
    <dgm:pt modelId="{8821C97C-7E90-4D8F-B427-95FCC6FE2C86}">
      <dgm:prSet phldrT="[Text]"/>
      <dgm:spPr/>
      <dgm:t>
        <a:bodyPr/>
        <a:lstStyle/>
        <a:p>
          <a:r>
            <a:rPr lang="en-US"/>
            <a:t>Resilient Logistics and Sustainment Solutions</a:t>
          </a:r>
        </a:p>
      </dgm:t>
    </dgm:pt>
    <dgm:pt modelId="{5F87A9BD-BC7E-420C-80C6-D28A33A6EC81}" type="parTrans" cxnId="{18BD6BB0-4887-4A70-A786-A085B6B78196}">
      <dgm:prSet/>
      <dgm:spPr/>
      <dgm:t>
        <a:bodyPr/>
        <a:lstStyle/>
        <a:p>
          <a:endParaRPr lang="en-US"/>
        </a:p>
      </dgm:t>
    </dgm:pt>
    <dgm:pt modelId="{D28A2855-BAEB-4612-9D83-126B4C608C10}" type="sibTrans" cxnId="{18BD6BB0-4887-4A70-A786-A085B6B78196}">
      <dgm:prSet/>
      <dgm:spPr/>
      <dgm:t>
        <a:bodyPr/>
        <a:lstStyle/>
        <a:p>
          <a:endParaRPr lang="en-US"/>
        </a:p>
      </dgm:t>
    </dgm:pt>
    <dgm:pt modelId="{793831D1-88BA-47F6-9E3C-20F3E6FD1EFC}" type="pres">
      <dgm:prSet presAssocID="{879A6213-C095-44A1-A271-29C42C8A205C}" presName="compositeShape" presStyleCnt="0">
        <dgm:presLayoutVars>
          <dgm:chMax val="7"/>
          <dgm:dir/>
          <dgm:resizeHandles val="exact"/>
        </dgm:presLayoutVars>
      </dgm:prSet>
      <dgm:spPr/>
    </dgm:pt>
    <dgm:pt modelId="{F624E46C-A029-4F8C-8D34-8D446BF842D4}" type="pres">
      <dgm:prSet presAssocID="{879A6213-C095-44A1-A271-29C42C8A205C}" presName="wedge1" presStyleLbl="node1" presStyleIdx="0" presStyleCnt="4" custLinFactNeighborX="-2056" custLinFactNeighborY="947"/>
      <dgm:spPr/>
    </dgm:pt>
    <dgm:pt modelId="{908BC60D-74F0-4808-9588-D613A734C396}" type="pres">
      <dgm:prSet presAssocID="{879A6213-C095-44A1-A271-29C42C8A205C}" presName="wedge1Tx" presStyleLbl="node1" presStyleIdx="0" presStyleCnt="4">
        <dgm:presLayoutVars>
          <dgm:chMax val="0"/>
          <dgm:chPref val="0"/>
          <dgm:bulletEnabled val="1"/>
        </dgm:presLayoutVars>
      </dgm:prSet>
      <dgm:spPr/>
    </dgm:pt>
    <dgm:pt modelId="{1AA6AA4D-88C7-45C3-A64F-BC15C7EED8E0}" type="pres">
      <dgm:prSet presAssocID="{879A6213-C095-44A1-A271-29C42C8A205C}" presName="wedge2" presStyleLbl="node1" presStyleIdx="1" presStyleCnt="4" custLinFactNeighborX="2158" custLinFactNeighborY="823"/>
      <dgm:spPr/>
    </dgm:pt>
    <dgm:pt modelId="{F6F281DF-165C-4A90-BBAF-1E671A073CAF}" type="pres">
      <dgm:prSet presAssocID="{879A6213-C095-44A1-A271-29C42C8A205C}" presName="wedge2Tx" presStyleLbl="node1" presStyleIdx="1" presStyleCnt="4">
        <dgm:presLayoutVars>
          <dgm:chMax val="0"/>
          <dgm:chPref val="0"/>
          <dgm:bulletEnabled val="1"/>
        </dgm:presLayoutVars>
      </dgm:prSet>
      <dgm:spPr/>
    </dgm:pt>
    <dgm:pt modelId="{B6E03BDD-0A57-4214-A04A-E3A1088808E8}" type="pres">
      <dgm:prSet presAssocID="{879A6213-C095-44A1-A271-29C42C8A205C}" presName="wedge3" presStyleLbl="node1" presStyleIdx="2" presStyleCnt="4" custLinFactNeighborX="-1373" custLinFactNeighborY="823"/>
      <dgm:spPr/>
    </dgm:pt>
    <dgm:pt modelId="{D602DA00-4B77-400A-B9E6-5140E6A1CCAB}" type="pres">
      <dgm:prSet presAssocID="{879A6213-C095-44A1-A271-29C42C8A205C}" presName="wedge3Tx" presStyleLbl="node1" presStyleIdx="2" presStyleCnt="4">
        <dgm:presLayoutVars>
          <dgm:chMax val="0"/>
          <dgm:chPref val="0"/>
          <dgm:bulletEnabled val="1"/>
        </dgm:presLayoutVars>
      </dgm:prSet>
      <dgm:spPr/>
    </dgm:pt>
    <dgm:pt modelId="{95761736-D841-491B-ABB5-14A5B66829C4}" type="pres">
      <dgm:prSet presAssocID="{879A6213-C095-44A1-A271-29C42C8A205C}" presName="wedge4" presStyleLbl="node1" presStyleIdx="3" presStyleCnt="4" custLinFactNeighborX="-1372" custLinFactNeighborY="-3293"/>
      <dgm:spPr/>
    </dgm:pt>
    <dgm:pt modelId="{60B011F4-1E1F-4F62-9B51-CDF60275FFD9}" type="pres">
      <dgm:prSet presAssocID="{879A6213-C095-44A1-A271-29C42C8A205C}" presName="wedge4Tx" presStyleLbl="node1" presStyleIdx="3" presStyleCnt="4">
        <dgm:presLayoutVars>
          <dgm:chMax val="0"/>
          <dgm:chPref val="0"/>
          <dgm:bulletEnabled val="1"/>
        </dgm:presLayoutVars>
      </dgm:prSet>
      <dgm:spPr/>
    </dgm:pt>
  </dgm:ptLst>
  <dgm:cxnLst>
    <dgm:cxn modelId="{52A62B18-6E59-4728-9B5F-617782718768}" srcId="{879A6213-C095-44A1-A271-29C42C8A205C}" destId="{BFDACD25-F174-4274-BCC3-8A33C2D6C31D}" srcOrd="1" destOrd="0" parTransId="{1C6EEFC3-8949-4BE0-B776-713E994F15F7}" sibTransId="{4203458F-C215-4318-897E-D2D2352E23DF}"/>
    <dgm:cxn modelId="{963DC12A-52F0-47A4-958B-846281A4281D}" type="presOf" srcId="{9590329C-7521-44C4-8D84-E9B8874DE9D6}" destId="{D602DA00-4B77-400A-B9E6-5140E6A1CCAB}" srcOrd="1" destOrd="0" presId="urn:microsoft.com/office/officeart/2005/8/layout/chart3"/>
    <dgm:cxn modelId="{9C4F6531-9D16-446A-BEDE-B774496C5379}" type="presOf" srcId="{5162F004-CE86-4C0B-AC02-7CD181B8460E}" destId="{908BC60D-74F0-4808-9588-D613A734C396}" srcOrd="1" destOrd="0" presId="urn:microsoft.com/office/officeart/2005/8/layout/chart3"/>
    <dgm:cxn modelId="{1D635E6E-41FE-4213-BA96-1BAE8CE1D5ED}" type="presOf" srcId="{5162F004-CE86-4C0B-AC02-7CD181B8460E}" destId="{F624E46C-A029-4F8C-8D34-8D446BF842D4}" srcOrd="0" destOrd="0" presId="urn:microsoft.com/office/officeart/2005/8/layout/chart3"/>
    <dgm:cxn modelId="{C1A3D654-3D97-4DFE-ABAA-724FC395ACDA}" type="presOf" srcId="{9590329C-7521-44C4-8D84-E9B8874DE9D6}" destId="{B6E03BDD-0A57-4214-A04A-E3A1088808E8}" srcOrd="0" destOrd="0" presId="urn:microsoft.com/office/officeart/2005/8/layout/chart3"/>
    <dgm:cxn modelId="{1E06D597-76C4-44BF-8263-526AAF844ABC}" type="presOf" srcId="{BFDACD25-F174-4274-BCC3-8A33C2D6C31D}" destId="{F6F281DF-165C-4A90-BBAF-1E671A073CAF}" srcOrd="1" destOrd="0" presId="urn:microsoft.com/office/officeart/2005/8/layout/chart3"/>
    <dgm:cxn modelId="{61B732A1-F76D-4610-B248-29BC1BEEE5E5}" srcId="{879A6213-C095-44A1-A271-29C42C8A205C}" destId="{9590329C-7521-44C4-8D84-E9B8874DE9D6}" srcOrd="2" destOrd="0" parTransId="{A73CDE71-219A-4643-8A11-D8245ABE53A4}" sibTransId="{F280D096-BFFE-47F1-977A-239778767E50}"/>
    <dgm:cxn modelId="{1649F9AE-5247-411C-AEAA-A36EEEBF35A9}" type="presOf" srcId="{BFDACD25-F174-4274-BCC3-8A33C2D6C31D}" destId="{1AA6AA4D-88C7-45C3-A64F-BC15C7EED8E0}" srcOrd="0" destOrd="0" presId="urn:microsoft.com/office/officeart/2005/8/layout/chart3"/>
    <dgm:cxn modelId="{18BD6BB0-4887-4A70-A786-A085B6B78196}" srcId="{879A6213-C095-44A1-A271-29C42C8A205C}" destId="{8821C97C-7E90-4D8F-B427-95FCC6FE2C86}" srcOrd="3" destOrd="0" parTransId="{5F87A9BD-BC7E-420C-80C6-D28A33A6EC81}" sibTransId="{D28A2855-BAEB-4612-9D83-126B4C608C10}"/>
    <dgm:cxn modelId="{1614FAD0-FDF9-4F8B-8AA5-171FE2F3A75D}" srcId="{879A6213-C095-44A1-A271-29C42C8A205C}" destId="{5162F004-CE86-4C0B-AC02-7CD181B8460E}" srcOrd="0" destOrd="0" parTransId="{A8F095C5-0340-447C-B5C9-345A08B8E068}" sibTransId="{DD6053FD-51CC-4540-BAD1-E3C477B0E11F}"/>
    <dgm:cxn modelId="{56FAB4DB-E207-4F35-B22D-B270DC87F932}" type="presOf" srcId="{8821C97C-7E90-4D8F-B427-95FCC6FE2C86}" destId="{95761736-D841-491B-ABB5-14A5B66829C4}" srcOrd="0" destOrd="0" presId="urn:microsoft.com/office/officeart/2005/8/layout/chart3"/>
    <dgm:cxn modelId="{438AFEDB-393F-482D-A414-1C75E8C1886E}" type="presOf" srcId="{8821C97C-7E90-4D8F-B427-95FCC6FE2C86}" destId="{60B011F4-1E1F-4F62-9B51-CDF60275FFD9}" srcOrd="1" destOrd="0" presId="urn:microsoft.com/office/officeart/2005/8/layout/chart3"/>
    <dgm:cxn modelId="{27FF52F7-B206-4899-AC79-907164C77FE4}" type="presOf" srcId="{879A6213-C095-44A1-A271-29C42C8A205C}" destId="{793831D1-88BA-47F6-9E3C-20F3E6FD1EFC}" srcOrd="0" destOrd="0" presId="urn:microsoft.com/office/officeart/2005/8/layout/chart3"/>
    <dgm:cxn modelId="{2A137AF9-7141-4E62-B2A2-A1E16732FB59}" type="presParOf" srcId="{793831D1-88BA-47F6-9E3C-20F3E6FD1EFC}" destId="{F624E46C-A029-4F8C-8D34-8D446BF842D4}" srcOrd="0" destOrd="0" presId="urn:microsoft.com/office/officeart/2005/8/layout/chart3"/>
    <dgm:cxn modelId="{76B43889-1FBF-4CA7-A125-3827EDA8A8D0}" type="presParOf" srcId="{793831D1-88BA-47F6-9E3C-20F3E6FD1EFC}" destId="{908BC60D-74F0-4808-9588-D613A734C396}" srcOrd="1" destOrd="0" presId="urn:microsoft.com/office/officeart/2005/8/layout/chart3"/>
    <dgm:cxn modelId="{A5FAF191-8C79-4546-902D-825E63C3F1AD}" type="presParOf" srcId="{793831D1-88BA-47F6-9E3C-20F3E6FD1EFC}" destId="{1AA6AA4D-88C7-45C3-A64F-BC15C7EED8E0}" srcOrd="2" destOrd="0" presId="urn:microsoft.com/office/officeart/2005/8/layout/chart3"/>
    <dgm:cxn modelId="{1E67CD82-4E5D-4E8C-B8BA-9A79B50F751C}" type="presParOf" srcId="{793831D1-88BA-47F6-9E3C-20F3E6FD1EFC}" destId="{F6F281DF-165C-4A90-BBAF-1E671A073CAF}" srcOrd="3" destOrd="0" presId="urn:microsoft.com/office/officeart/2005/8/layout/chart3"/>
    <dgm:cxn modelId="{8172DE9D-1B67-455D-ACFF-84D6AA80AB62}" type="presParOf" srcId="{793831D1-88BA-47F6-9E3C-20F3E6FD1EFC}" destId="{B6E03BDD-0A57-4214-A04A-E3A1088808E8}" srcOrd="4" destOrd="0" presId="urn:microsoft.com/office/officeart/2005/8/layout/chart3"/>
    <dgm:cxn modelId="{4E0D1934-D704-4A6B-A72D-EFDF3F4719D0}" type="presParOf" srcId="{793831D1-88BA-47F6-9E3C-20F3E6FD1EFC}" destId="{D602DA00-4B77-400A-B9E6-5140E6A1CCAB}" srcOrd="5" destOrd="0" presId="urn:microsoft.com/office/officeart/2005/8/layout/chart3"/>
    <dgm:cxn modelId="{871517B5-F610-449A-AFEF-BC179D02BD5D}" type="presParOf" srcId="{793831D1-88BA-47F6-9E3C-20F3E6FD1EFC}" destId="{95761736-D841-491B-ABB5-14A5B66829C4}" srcOrd="6" destOrd="0" presId="urn:microsoft.com/office/officeart/2005/8/layout/chart3"/>
    <dgm:cxn modelId="{359D52D1-4666-4EDA-B785-AED5C985F4EE}" type="presParOf" srcId="{793831D1-88BA-47F6-9E3C-20F3E6FD1EFC}" destId="{60B011F4-1E1F-4F62-9B51-CDF60275FFD9}" srcOrd="7"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09A11C7-8838-43E5-A43A-95A908EBE14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1BB7B85-B222-4188-BAF6-90A7DCB541E1}">
      <dgm:prSet phldrT="[Text]"/>
      <dgm:spPr/>
      <dgm:t>
        <a:bodyPr/>
        <a:lstStyle/>
        <a:p>
          <a:r>
            <a:rPr lang="en-US">
              <a:latin typeface="Arial"/>
              <a:cs typeface="Arial"/>
            </a:rPr>
            <a:t>TLS Overview &amp; Strategy Lecture</a:t>
          </a:r>
          <a:endParaRPr lang="en-US"/>
        </a:p>
      </dgm:t>
    </dgm:pt>
    <dgm:pt modelId="{D8930EC2-8BF8-4530-AC76-FF9110D929D0}" type="parTrans" cxnId="{D9F5941F-80CB-4A89-B546-17ACF276ED26}">
      <dgm:prSet/>
      <dgm:spPr/>
      <dgm:t>
        <a:bodyPr/>
        <a:lstStyle/>
        <a:p>
          <a:endParaRPr lang="en-US"/>
        </a:p>
      </dgm:t>
    </dgm:pt>
    <dgm:pt modelId="{66E935C4-77C5-4791-A4CF-DC5C4C1D8D68}" type="sibTrans" cxnId="{D9F5941F-80CB-4A89-B546-17ACF276ED26}">
      <dgm:prSet/>
      <dgm:spPr/>
      <dgm:t>
        <a:bodyPr/>
        <a:lstStyle/>
        <a:p>
          <a:endParaRPr lang="en-US"/>
        </a:p>
      </dgm:t>
    </dgm:pt>
    <dgm:pt modelId="{74A6AB63-D9EA-4466-97E1-33C0D64C0251}">
      <dgm:prSet phldrT="[Text]"/>
      <dgm:spPr/>
      <dgm:t>
        <a:bodyPr/>
        <a:lstStyle/>
        <a:p>
          <a:r>
            <a:rPr lang="en-US" b="1">
              <a:latin typeface="Arial" panose="020B0604020202020204" pitchFamily="34" charset="0"/>
              <a:cs typeface="Arial" panose="020B0604020202020204" pitchFamily="34" charset="0"/>
            </a:rPr>
            <a:t>6/18: 10am-11am</a:t>
          </a:r>
        </a:p>
      </dgm:t>
    </dgm:pt>
    <dgm:pt modelId="{704F17F2-C363-4E87-BE87-7B2CB7967B03}" type="parTrans" cxnId="{162B6DC8-D432-43FA-A221-40F003F27C84}">
      <dgm:prSet/>
      <dgm:spPr/>
      <dgm:t>
        <a:bodyPr/>
        <a:lstStyle/>
        <a:p>
          <a:endParaRPr lang="en-US"/>
        </a:p>
      </dgm:t>
    </dgm:pt>
    <dgm:pt modelId="{D9DF97B8-9636-4348-B33D-157F5449AA84}" type="sibTrans" cxnId="{162B6DC8-D432-43FA-A221-40F003F27C84}">
      <dgm:prSet/>
      <dgm:spPr/>
      <dgm:t>
        <a:bodyPr/>
        <a:lstStyle/>
        <a:p>
          <a:endParaRPr lang="en-US"/>
        </a:p>
      </dgm:t>
    </dgm:pt>
    <dgm:pt modelId="{CDFB01E3-5EC6-43B6-AE73-C249E8B09A61}">
      <dgm:prSet phldrT="[Text]"/>
      <dgm:spPr/>
      <dgm:t>
        <a:bodyPr/>
        <a:lstStyle/>
        <a:p>
          <a:r>
            <a:rPr lang="en-US">
              <a:latin typeface="Arial"/>
              <a:cs typeface="Arial"/>
            </a:rPr>
            <a:t>Adaptive Learning Lecture</a:t>
          </a:r>
          <a:endParaRPr lang="en-US"/>
        </a:p>
      </dgm:t>
    </dgm:pt>
    <dgm:pt modelId="{67919447-1D87-425E-AC39-21C8B2D215A5}" type="parTrans" cxnId="{64586ED0-FAC6-4F18-AEBA-40A7222D7F37}">
      <dgm:prSet/>
      <dgm:spPr/>
      <dgm:t>
        <a:bodyPr/>
        <a:lstStyle/>
        <a:p>
          <a:endParaRPr lang="en-US"/>
        </a:p>
      </dgm:t>
    </dgm:pt>
    <dgm:pt modelId="{3C450066-BEAE-466E-9D40-132BDA8B2200}" type="sibTrans" cxnId="{64586ED0-FAC6-4F18-AEBA-40A7222D7F37}">
      <dgm:prSet/>
      <dgm:spPr/>
      <dgm:t>
        <a:bodyPr/>
        <a:lstStyle/>
        <a:p>
          <a:endParaRPr lang="en-US"/>
        </a:p>
      </dgm:t>
    </dgm:pt>
    <dgm:pt modelId="{8A70F74A-1F69-4C52-95B9-9EA909066457}">
      <dgm:prSet phldrT="[Text]"/>
      <dgm:spPr/>
      <dgm:t>
        <a:bodyPr/>
        <a:lstStyle/>
        <a:p>
          <a:r>
            <a:rPr lang="en-US">
              <a:latin typeface="Arial"/>
              <a:cs typeface="Arial"/>
            </a:rPr>
            <a:t> </a:t>
          </a:r>
          <a:r>
            <a:rPr lang="en-US" b="1">
              <a:latin typeface="Arial"/>
              <a:cs typeface="Arial"/>
            </a:rPr>
            <a:t>6/19: 11am-12am</a:t>
          </a:r>
          <a:endParaRPr lang="en-US" b="1"/>
        </a:p>
      </dgm:t>
    </dgm:pt>
    <dgm:pt modelId="{E3A5B43D-C612-4244-B506-F7A5E025F37C}" type="parTrans" cxnId="{7273278D-1628-48FF-BC6B-FD9967F00009}">
      <dgm:prSet/>
      <dgm:spPr/>
      <dgm:t>
        <a:bodyPr/>
        <a:lstStyle/>
        <a:p>
          <a:endParaRPr lang="en-US"/>
        </a:p>
      </dgm:t>
    </dgm:pt>
    <dgm:pt modelId="{6C40D4DF-F6F1-49A4-95AB-3832C85337C7}" type="sibTrans" cxnId="{7273278D-1628-48FF-BC6B-FD9967F00009}">
      <dgm:prSet/>
      <dgm:spPr/>
      <dgm:t>
        <a:bodyPr/>
        <a:lstStyle/>
        <a:p>
          <a:endParaRPr lang="en-US"/>
        </a:p>
      </dgm:t>
    </dgm:pt>
    <dgm:pt modelId="{3F099BF0-6E2E-49D7-B212-ECB4E7BF2DD5}">
      <dgm:prSet phldrT="[Text]"/>
      <dgm:spPr/>
      <dgm:t>
        <a:bodyPr/>
        <a:lstStyle/>
        <a:p>
          <a:pPr>
            <a:buFont typeface="Arial" panose="020B0604020202020204" pitchFamily="34" charset="0"/>
            <a:buChar char="•"/>
          </a:pPr>
          <a:r>
            <a:rPr lang="en-US">
              <a:latin typeface="Arial"/>
              <a:cs typeface="Arial"/>
            </a:rPr>
            <a:t>Industry Day</a:t>
          </a:r>
          <a:endParaRPr lang="en-US" b="1"/>
        </a:p>
      </dgm:t>
    </dgm:pt>
    <dgm:pt modelId="{3C2D22FC-0DCE-4CBD-A4D3-7582722352C2}" type="parTrans" cxnId="{F6996A0C-B775-4E44-B5B7-622CD3C4E748}">
      <dgm:prSet/>
      <dgm:spPr/>
      <dgm:t>
        <a:bodyPr/>
        <a:lstStyle/>
        <a:p>
          <a:endParaRPr lang="en-US"/>
        </a:p>
      </dgm:t>
    </dgm:pt>
    <dgm:pt modelId="{24709EFD-4A60-4AD3-9894-69F2B386D73F}" type="sibTrans" cxnId="{F6996A0C-B775-4E44-B5B7-622CD3C4E748}">
      <dgm:prSet/>
      <dgm:spPr/>
      <dgm:t>
        <a:bodyPr/>
        <a:lstStyle/>
        <a:p>
          <a:endParaRPr lang="en-US"/>
        </a:p>
      </dgm:t>
    </dgm:pt>
    <dgm:pt modelId="{27C88B69-0C21-41BD-B12F-6C9B62F92567}">
      <dgm:prSet phldrT="[Text]"/>
      <dgm:spPr/>
      <dgm:t>
        <a:bodyPr/>
        <a:lstStyle/>
        <a:p>
          <a:pPr>
            <a:buFont typeface="Arial" panose="020B0604020202020204" pitchFamily="34" charset="0"/>
            <a:buChar char="•"/>
          </a:pPr>
          <a:r>
            <a:rPr lang="en-US" b="1">
              <a:latin typeface="Arial"/>
              <a:cs typeface="Arial"/>
            </a:rPr>
            <a:t>6/20: 3pm-4pm</a:t>
          </a:r>
          <a:endParaRPr lang="en-US"/>
        </a:p>
      </dgm:t>
    </dgm:pt>
    <dgm:pt modelId="{79A01ABE-D9E7-4DA7-8CBE-148336AAF99A}" type="parTrans" cxnId="{07D035BE-A003-452C-B55E-2C998ABA35D2}">
      <dgm:prSet/>
      <dgm:spPr/>
      <dgm:t>
        <a:bodyPr/>
        <a:lstStyle/>
        <a:p>
          <a:endParaRPr lang="en-US"/>
        </a:p>
      </dgm:t>
    </dgm:pt>
    <dgm:pt modelId="{33CE7622-3BC3-4757-B9F9-C0BB43E149AE}" type="sibTrans" cxnId="{07D035BE-A003-452C-B55E-2C998ABA35D2}">
      <dgm:prSet/>
      <dgm:spPr/>
      <dgm:t>
        <a:bodyPr/>
        <a:lstStyle/>
        <a:p>
          <a:endParaRPr lang="en-US"/>
        </a:p>
      </dgm:t>
    </dgm:pt>
    <dgm:pt modelId="{29CA258E-F3DB-400D-A87C-E82A9CE85880}">
      <dgm:prSet phldrT="[Text]"/>
      <dgm:spPr/>
      <dgm:t>
        <a:bodyPr/>
        <a:lstStyle/>
        <a:p>
          <a:pPr>
            <a:buFont typeface="Arial" panose="020B0604020202020204" pitchFamily="34" charset="0"/>
            <a:buChar char="•"/>
          </a:pPr>
          <a:r>
            <a:rPr lang="en-US">
              <a:latin typeface="Arial"/>
              <a:cs typeface="Arial"/>
            </a:rPr>
            <a:t>Office Hours</a:t>
          </a:r>
          <a:endParaRPr lang="en-US"/>
        </a:p>
      </dgm:t>
    </dgm:pt>
    <dgm:pt modelId="{7809549F-D9AE-4E09-8BDB-0529D8739DB3}" type="parTrans" cxnId="{39D1C737-1F3B-451C-95DD-79A0B4B1FDC4}">
      <dgm:prSet/>
      <dgm:spPr/>
      <dgm:t>
        <a:bodyPr/>
        <a:lstStyle/>
        <a:p>
          <a:endParaRPr lang="en-US"/>
        </a:p>
      </dgm:t>
    </dgm:pt>
    <dgm:pt modelId="{2B1AC8E3-2348-4A69-8329-AF691B0D022D}" type="sibTrans" cxnId="{39D1C737-1F3B-451C-95DD-79A0B4B1FDC4}">
      <dgm:prSet/>
      <dgm:spPr/>
      <dgm:t>
        <a:bodyPr/>
        <a:lstStyle/>
        <a:p>
          <a:endParaRPr lang="en-US"/>
        </a:p>
      </dgm:t>
    </dgm:pt>
    <dgm:pt modelId="{3E66EC7F-1C39-4C00-9539-88F23B2CE3C1}">
      <dgm:prSet phldrT="[Text]"/>
      <dgm:spPr/>
      <dgm:t>
        <a:bodyPr/>
        <a:lstStyle/>
        <a:p>
          <a:pPr>
            <a:buFont typeface="Arial" panose="020B0604020202020204" pitchFamily="34" charset="0"/>
            <a:buChar char="•"/>
          </a:pPr>
          <a:r>
            <a:rPr lang="en-US">
              <a:latin typeface="Arial"/>
              <a:cs typeface="Arial"/>
            </a:rPr>
            <a:t>Weekly starting 6/24 until demo day (Specific Day: TBD)</a:t>
          </a:r>
          <a:endParaRPr lang="en-US"/>
        </a:p>
      </dgm:t>
    </dgm:pt>
    <dgm:pt modelId="{345C3BD8-05E4-46C8-9597-EA7FED97D9FE}" type="parTrans" cxnId="{6267051A-91C5-42CA-A620-ACE6B5AD5A76}">
      <dgm:prSet/>
      <dgm:spPr/>
      <dgm:t>
        <a:bodyPr/>
        <a:lstStyle/>
        <a:p>
          <a:endParaRPr lang="en-US"/>
        </a:p>
      </dgm:t>
    </dgm:pt>
    <dgm:pt modelId="{A5F18E5E-4240-4FE4-A676-CEE84B5B526A}" type="sibTrans" cxnId="{6267051A-91C5-42CA-A620-ACE6B5AD5A76}">
      <dgm:prSet/>
      <dgm:spPr/>
      <dgm:t>
        <a:bodyPr/>
        <a:lstStyle/>
        <a:p>
          <a:endParaRPr lang="en-US"/>
        </a:p>
      </dgm:t>
    </dgm:pt>
    <dgm:pt modelId="{20F863E9-A5B9-48C0-8F77-351C239CF72B}">
      <dgm:prSet phldrT="[Text]"/>
      <dgm:spPr/>
      <dgm:t>
        <a:bodyPr/>
        <a:lstStyle/>
        <a:p>
          <a:r>
            <a:rPr lang="en-US">
              <a:latin typeface="Arial"/>
              <a:cs typeface="Arial"/>
            </a:rPr>
            <a:t>Team Breakouts </a:t>
          </a:r>
          <a:endParaRPr lang="en-US"/>
        </a:p>
      </dgm:t>
    </dgm:pt>
    <dgm:pt modelId="{4C28A47B-B229-4C83-8371-2AF9F220BDB7}" type="parTrans" cxnId="{67AA26E9-0FFB-48B9-9B9E-F65D18608C96}">
      <dgm:prSet/>
      <dgm:spPr/>
      <dgm:t>
        <a:bodyPr/>
        <a:lstStyle/>
        <a:p>
          <a:endParaRPr lang="en-US"/>
        </a:p>
      </dgm:t>
    </dgm:pt>
    <dgm:pt modelId="{DBDEFB88-8E45-465F-B95A-2708E2955798}" type="sibTrans" cxnId="{67AA26E9-0FFB-48B9-9B9E-F65D18608C96}">
      <dgm:prSet/>
      <dgm:spPr/>
      <dgm:t>
        <a:bodyPr/>
        <a:lstStyle/>
        <a:p>
          <a:endParaRPr lang="en-US"/>
        </a:p>
      </dgm:t>
    </dgm:pt>
    <dgm:pt modelId="{DC53BFF3-7DE5-488C-BA10-6A4ACE6F8780}">
      <dgm:prSet phldrT="[Text]"/>
      <dgm:spPr/>
      <dgm:t>
        <a:bodyPr/>
        <a:lstStyle/>
        <a:p>
          <a:r>
            <a:rPr lang="en-US">
              <a:latin typeface="Arial"/>
              <a:cs typeface="Arial"/>
            </a:rPr>
            <a:t>Suggesting that the team meets at least once every week but, teams have the choice to choose their own cadence. </a:t>
          </a:r>
          <a:endParaRPr lang="en-US"/>
        </a:p>
      </dgm:t>
    </dgm:pt>
    <dgm:pt modelId="{90C3FB05-738D-426C-95C6-748303494747}" type="parTrans" cxnId="{4B4993BB-138F-4B34-9EC0-ABAA10518463}">
      <dgm:prSet/>
      <dgm:spPr/>
      <dgm:t>
        <a:bodyPr/>
        <a:lstStyle/>
        <a:p>
          <a:endParaRPr lang="en-US"/>
        </a:p>
      </dgm:t>
    </dgm:pt>
    <dgm:pt modelId="{AFB2EBC5-D281-49F4-8736-035D912C8E3C}" type="sibTrans" cxnId="{4B4993BB-138F-4B34-9EC0-ABAA10518463}">
      <dgm:prSet/>
      <dgm:spPr/>
      <dgm:t>
        <a:bodyPr/>
        <a:lstStyle/>
        <a:p>
          <a:endParaRPr lang="en-US"/>
        </a:p>
      </dgm:t>
    </dgm:pt>
    <dgm:pt modelId="{E584DB83-6240-4CEE-9296-C292B80EF42F}" type="pres">
      <dgm:prSet presAssocID="{209A11C7-8838-43E5-A43A-95A908EBE141}" presName="linear" presStyleCnt="0">
        <dgm:presLayoutVars>
          <dgm:animLvl val="lvl"/>
          <dgm:resizeHandles val="exact"/>
        </dgm:presLayoutVars>
      </dgm:prSet>
      <dgm:spPr/>
    </dgm:pt>
    <dgm:pt modelId="{197A50C5-2B31-46FB-9CF8-C6789C8ED18C}" type="pres">
      <dgm:prSet presAssocID="{01BB7B85-B222-4188-BAF6-90A7DCB541E1}" presName="parentText" presStyleLbl="node1" presStyleIdx="0" presStyleCnt="5">
        <dgm:presLayoutVars>
          <dgm:chMax val="0"/>
          <dgm:bulletEnabled val="1"/>
        </dgm:presLayoutVars>
      </dgm:prSet>
      <dgm:spPr/>
    </dgm:pt>
    <dgm:pt modelId="{A2E61238-BE97-41BF-BD42-2F33837A8FE1}" type="pres">
      <dgm:prSet presAssocID="{01BB7B85-B222-4188-BAF6-90A7DCB541E1}" presName="childText" presStyleLbl="revTx" presStyleIdx="0" presStyleCnt="5">
        <dgm:presLayoutVars>
          <dgm:bulletEnabled val="1"/>
        </dgm:presLayoutVars>
      </dgm:prSet>
      <dgm:spPr/>
    </dgm:pt>
    <dgm:pt modelId="{0D9D06E7-8483-4FED-B134-537BC66D568F}" type="pres">
      <dgm:prSet presAssocID="{CDFB01E3-5EC6-43B6-AE73-C249E8B09A61}" presName="parentText" presStyleLbl="node1" presStyleIdx="1" presStyleCnt="5">
        <dgm:presLayoutVars>
          <dgm:chMax val="0"/>
          <dgm:bulletEnabled val="1"/>
        </dgm:presLayoutVars>
      </dgm:prSet>
      <dgm:spPr/>
    </dgm:pt>
    <dgm:pt modelId="{12432DEE-1E9C-42C4-990C-09248B66F22E}" type="pres">
      <dgm:prSet presAssocID="{CDFB01E3-5EC6-43B6-AE73-C249E8B09A61}" presName="childText" presStyleLbl="revTx" presStyleIdx="1" presStyleCnt="5">
        <dgm:presLayoutVars>
          <dgm:bulletEnabled val="1"/>
        </dgm:presLayoutVars>
      </dgm:prSet>
      <dgm:spPr/>
    </dgm:pt>
    <dgm:pt modelId="{CE454CD2-109B-4375-A7D4-EADA452E90A9}" type="pres">
      <dgm:prSet presAssocID="{3F099BF0-6E2E-49D7-B212-ECB4E7BF2DD5}" presName="parentText" presStyleLbl="node1" presStyleIdx="2" presStyleCnt="5">
        <dgm:presLayoutVars>
          <dgm:chMax val="0"/>
          <dgm:bulletEnabled val="1"/>
        </dgm:presLayoutVars>
      </dgm:prSet>
      <dgm:spPr/>
    </dgm:pt>
    <dgm:pt modelId="{6E1B0A1F-D6E7-450C-B5F3-6646BCBDD4C4}" type="pres">
      <dgm:prSet presAssocID="{3F099BF0-6E2E-49D7-B212-ECB4E7BF2DD5}" presName="childText" presStyleLbl="revTx" presStyleIdx="2" presStyleCnt="5">
        <dgm:presLayoutVars>
          <dgm:bulletEnabled val="1"/>
        </dgm:presLayoutVars>
      </dgm:prSet>
      <dgm:spPr/>
    </dgm:pt>
    <dgm:pt modelId="{7D9EB377-2B8B-4054-A93F-97F6C7EE4E42}" type="pres">
      <dgm:prSet presAssocID="{29CA258E-F3DB-400D-A87C-E82A9CE85880}" presName="parentText" presStyleLbl="node1" presStyleIdx="3" presStyleCnt="5">
        <dgm:presLayoutVars>
          <dgm:chMax val="0"/>
          <dgm:bulletEnabled val="1"/>
        </dgm:presLayoutVars>
      </dgm:prSet>
      <dgm:spPr/>
    </dgm:pt>
    <dgm:pt modelId="{36DA9071-2B85-4C65-B746-53DD688F027A}" type="pres">
      <dgm:prSet presAssocID="{29CA258E-F3DB-400D-A87C-E82A9CE85880}" presName="childText" presStyleLbl="revTx" presStyleIdx="3" presStyleCnt="5">
        <dgm:presLayoutVars>
          <dgm:bulletEnabled val="1"/>
        </dgm:presLayoutVars>
      </dgm:prSet>
      <dgm:spPr/>
    </dgm:pt>
    <dgm:pt modelId="{A88EFE35-36F6-4F5D-8956-E6BF065F6FE5}" type="pres">
      <dgm:prSet presAssocID="{20F863E9-A5B9-48C0-8F77-351C239CF72B}" presName="parentText" presStyleLbl="node1" presStyleIdx="4" presStyleCnt="5">
        <dgm:presLayoutVars>
          <dgm:chMax val="0"/>
          <dgm:bulletEnabled val="1"/>
        </dgm:presLayoutVars>
      </dgm:prSet>
      <dgm:spPr/>
    </dgm:pt>
    <dgm:pt modelId="{C181CD02-3255-4C93-9497-D38C5854BE49}" type="pres">
      <dgm:prSet presAssocID="{20F863E9-A5B9-48C0-8F77-351C239CF72B}" presName="childText" presStyleLbl="revTx" presStyleIdx="4" presStyleCnt="5">
        <dgm:presLayoutVars>
          <dgm:bulletEnabled val="1"/>
        </dgm:presLayoutVars>
      </dgm:prSet>
      <dgm:spPr/>
    </dgm:pt>
  </dgm:ptLst>
  <dgm:cxnLst>
    <dgm:cxn modelId="{13C4FE05-3AEB-4705-B26B-17B98ED9CED1}" type="presOf" srcId="{3E66EC7F-1C39-4C00-9539-88F23B2CE3C1}" destId="{36DA9071-2B85-4C65-B746-53DD688F027A}" srcOrd="0" destOrd="0" presId="urn:microsoft.com/office/officeart/2005/8/layout/vList2"/>
    <dgm:cxn modelId="{F6996A0C-B775-4E44-B5B7-622CD3C4E748}" srcId="{209A11C7-8838-43E5-A43A-95A908EBE141}" destId="{3F099BF0-6E2E-49D7-B212-ECB4E7BF2DD5}" srcOrd="2" destOrd="0" parTransId="{3C2D22FC-0DCE-4CBD-A4D3-7582722352C2}" sibTransId="{24709EFD-4A60-4AD3-9894-69F2B386D73F}"/>
    <dgm:cxn modelId="{6267051A-91C5-42CA-A620-ACE6B5AD5A76}" srcId="{29CA258E-F3DB-400D-A87C-E82A9CE85880}" destId="{3E66EC7F-1C39-4C00-9539-88F23B2CE3C1}" srcOrd="0" destOrd="0" parTransId="{345C3BD8-05E4-46C8-9597-EA7FED97D9FE}" sibTransId="{A5F18E5E-4240-4FE4-A676-CEE84B5B526A}"/>
    <dgm:cxn modelId="{D9F5941F-80CB-4A89-B546-17ACF276ED26}" srcId="{209A11C7-8838-43E5-A43A-95A908EBE141}" destId="{01BB7B85-B222-4188-BAF6-90A7DCB541E1}" srcOrd="0" destOrd="0" parTransId="{D8930EC2-8BF8-4530-AC76-FF9110D929D0}" sibTransId="{66E935C4-77C5-4791-A4CF-DC5C4C1D8D68}"/>
    <dgm:cxn modelId="{9517FE34-A14C-4ACD-9BD8-1928A96F1E89}" type="presOf" srcId="{CDFB01E3-5EC6-43B6-AE73-C249E8B09A61}" destId="{0D9D06E7-8483-4FED-B134-537BC66D568F}" srcOrd="0" destOrd="0" presId="urn:microsoft.com/office/officeart/2005/8/layout/vList2"/>
    <dgm:cxn modelId="{39D1C737-1F3B-451C-95DD-79A0B4B1FDC4}" srcId="{209A11C7-8838-43E5-A43A-95A908EBE141}" destId="{29CA258E-F3DB-400D-A87C-E82A9CE85880}" srcOrd="3" destOrd="0" parTransId="{7809549F-D9AE-4E09-8BDB-0529D8739DB3}" sibTransId="{2B1AC8E3-2348-4A69-8329-AF691B0D022D}"/>
    <dgm:cxn modelId="{C49EFA39-8036-4FD4-9950-34B333721E3F}" type="presOf" srcId="{20F863E9-A5B9-48C0-8F77-351C239CF72B}" destId="{A88EFE35-36F6-4F5D-8956-E6BF065F6FE5}" srcOrd="0" destOrd="0" presId="urn:microsoft.com/office/officeart/2005/8/layout/vList2"/>
    <dgm:cxn modelId="{D130624B-6342-4650-A082-57C10671A6AE}" type="presOf" srcId="{74A6AB63-D9EA-4466-97E1-33C0D64C0251}" destId="{A2E61238-BE97-41BF-BD42-2F33837A8FE1}" srcOrd="0" destOrd="0" presId="urn:microsoft.com/office/officeart/2005/8/layout/vList2"/>
    <dgm:cxn modelId="{880C044D-6D4D-4489-AEDA-80FB1C7473BC}" type="presOf" srcId="{8A70F74A-1F69-4C52-95B9-9EA909066457}" destId="{12432DEE-1E9C-42C4-990C-09248B66F22E}" srcOrd="0" destOrd="0" presId="urn:microsoft.com/office/officeart/2005/8/layout/vList2"/>
    <dgm:cxn modelId="{78316F57-EB44-4BC4-9E3D-AD81B543A0FD}" type="presOf" srcId="{29CA258E-F3DB-400D-A87C-E82A9CE85880}" destId="{7D9EB377-2B8B-4054-A93F-97F6C7EE4E42}" srcOrd="0" destOrd="0" presId="urn:microsoft.com/office/officeart/2005/8/layout/vList2"/>
    <dgm:cxn modelId="{7273278D-1628-48FF-BC6B-FD9967F00009}" srcId="{CDFB01E3-5EC6-43B6-AE73-C249E8B09A61}" destId="{8A70F74A-1F69-4C52-95B9-9EA909066457}" srcOrd="0" destOrd="0" parTransId="{E3A5B43D-C612-4244-B506-F7A5E025F37C}" sibTransId="{6C40D4DF-F6F1-49A4-95AB-3832C85337C7}"/>
    <dgm:cxn modelId="{98368E9F-E482-4D61-996B-A52321B5CAD2}" type="presOf" srcId="{01BB7B85-B222-4188-BAF6-90A7DCB541E1}" destId="{197A50C5-2B31-46FB-9CF8-C6789C8ED18C}" srcOrd="0" destOrd="0" presId="urn:microsoft.com/office/officeart/2005/8/layout/vList2"/>
    <dgm:cxn modelId="{4B4993BB-138F-4B34-9EC0-ABAA10518463}" srcId="{20F863E9-A5B9-48C0-8F77-351C239CF72B}" destId="{DC53BFF3-7DE5-488C-BA10-6A4ACE6F8780}" srcOrd="0" destOrd="0" parTransId="{90C3FB05-738D-426C-95C6-748303494747}" sibTransId="{AFB2EBC5-D281-49F4-8736-035D912C8E3C}"/>
    <dgm:cxn modelId="{07D035BE-A003-452C-B55E-2C998ABA35D2}" srcId="{3F099BF0-6E2E-49D7-B212-ECB4E7BF2DD5}" destId="{27C88B69-0C21-41BD-B12F-6C9B62F92567}" srcOrd="0" destOrd="0" parTransId="{79A01ABE-D9E7-4DA7-8CBE-148336AAF99A}" sibTransId="{33CE7622-3BC3-4757-B9F9-C0BB43E149AE}"/>
    <dgm:cxn modelId="{162B6DC8-D432-43FA-A221-40F003F27C84}" srcId="{01BB7B85-B222-4188-BAF6-90A7DCB541E1}" destId="{74A6AB63-D9EA-4466-97E1-33C0D64C0251}" srcOrd="0" destOrd="0" parTransId="{704F17F2-C363-4E87-BE87-7B2CB7967B03}" sibTransId="{D9DF97B8-9636-4348-B33D-157F5449AA84}"/>
    <dgm:cxn modelId="{64586ED0-FAC6-4F18-AEBA-40A7222D7F37}" srcId="{209A11C7-8838-43E5-A43A-95A908EBE141}" destId="{CDFB01E3-5EC6-43B6-AE73-C249E8B09A61}" srcOrd="1" destOrd="0" parTransId="{67919447-1D87-425E-AC39-21C8B2D215A5}" sibTransId="{3C450066-BEAE-466E-9D40-132BDA8B2200}"/>
    <dgm:cxn modelId="{19F5E8E0-E7F9-41D3-A930-288DBC323E1E}" type="presOf" srcId="{27C88B69-0C21-41BD-B12F-6C9B62F92567}" destId="{6E1B0A1F-D6E7-450C-B5F3-6646BCBDD4C4}" srcOrd="0" destOrd="0" presId="urn:microsoft.com/office/officeart/2005/8/layout/vList2"/>
    <dgm:cxn modelId="{67AA26E9-0FFB-48B9-9B9E-F65D18608C96}" srcId="{209A11C7-8838-43E5-A43A-95A908EBE141}" destId="{20F863E9-A5B9-48C0-8F77-351C239CF72B}" srcOrd="4" destOrd="0" parTransId="{4C28A47B-B229-4C83-8371-2AF9F220BDB7}" sibTransId="{DBDEFB88-8E45-465F-B95A-2708E2955798}"/>
    <dgm:cxn modelId="{CE022EF2-5B49-4F50-9611-A60506745912}" type="presOf" srcId="{DC53BFF3-7DE5-488C-BA10-6A4ACE6F8780}" destId="{C181CD02-3255-4C93-9497-D38C5854BE49}" srcOrd="0" destOrd="0" presId="urn:microsoft.com/office/officeart/2005/8/layout/vList2"/>
    <dgm:cxn modelId="{FC7335F7-476A-4AD3-80A1-6342F0BB9975}" type="presOf" srcId="{3F099BF0-6E2E-49D7-B212-ECB4E7BF2DD5}" destId="{CE454CD2-109B-4375-A7D4-EADA452E90A9}" srcOrd="0" destOrd="0" presId="urn:microsoft.com/office/officeart/2005/8/layout/vList2"/>
    <dgm:cxn modelId="{BE80D8FF-D760-4CB3-8DE4-E3C357013C41}" type="presOf" srcId="{209A11C7-8838-43E5-A43A-95A908EBE141}" destId="{E584DB83-6240-4CEE-9296-C292B80EF42F}" srcOrd="0" destOrd="0" presId="urn:microsoft.com/office/officeart/2005/8/layout/vList2"/>
    <dgm:cxn modelId="{9C31E78E-39C1-4448-930E-26EEE1E47DDE}" type="presParOf" srcId="{E584DB83-6240-4CEE-9296-C292B80EF42F}" destId="{197A50C5-2B31-46FB-9CF8-C6789C8ED18C}" srcOrd="0" destOrd="0" presId="urn:microsoft.com/office/officeart/2005/8/layout/vList2"/>
    <dgm:cxn modelId="{B3678C4D-FC64-4C83-896C-BC248263A6F5}" type="presParOf" srcId="{E584DB83-6240-4CEE-9296-C292B80EF42F}" destId="{A2E61238-BE97-41BF-BD42-2F33837A8FE1}" srcOrd="1" destOrd="0" presId="urn:microsoft.com/office/officeart/2005/8/layout/vList2"/>
    <dgm:cxn modelId="{1FBCC25B-529C-4534-BD22-0F53580029E6}" type="presParOf" srcId="{E584DB83-6240-4CEE-9296-C292B80EF42F}" destId="{0D9D06E7-8483-4FED-B134-537BC66D568F}" srcOrd="2" destOrd="0" presId="urn:microsoft.com/office/officeart/2005/8/layout/vList2"/>
    <dgm:cxn modelId="{EA37B6BA-F9C8-40AF-BCE2-3F285863C036}" type="presParOf" srcId="{E584DB83-6240-4CEE-9296-C292B80EF42F}" destId="{12432DEE-1E9C-42C4-990C-09248B66F22E}" srcOrd="3" destOrd="0" presId="urn:microsoft.com/office/officeart/2005/8/layout/vList2"/>
    <dgm:cxn modelId="{1B920125-5084-4094-9AC9-762F0A569E4E}" type="presParOf" srcId="{E584DB83-6240-4CEE-9296-C292B80EF42F}" destId="{CE454CD2-109B-4375-A7D4-EADA452E90A9}" srcOrd="4" destOrd="0" presId="urn:microsoft.com/office/officeart/2005/8/layout/vList2"/>
    <dgm:cxn modelId="{43FBA0A1-45CD-49DF-AA15-B291F4EBAB92}" type="presParOf" srcId="{E584DB83-6240-4CEE-9296-C292B80EF42F}" destId="{6E1B0A1F-D6E7-450C-B5F3-6646BCBDD4C4}" srcOrd="5" destOrd="0" presId="urn:microsoft.com/office/officeart/2005/8/layout/vList2"/>
    <dgm:cxn modelId="{7E0CE770-296F-4274-89B8-DEAECD09705E}" type="presParOf" srcId="{E584DB83-6240-4CEE-9296-C292B80EF42F}" destId="{7D9EB377-2B8B-4054-A93F-97F6C7EE4E42}" srcOrd="6" destOrd="0" presId="urn:microsoft.com/office/officeart/2005/8/layout/vList2"/>
    <dgm:cxn modelId="{0BC00E32-2884-4387-A313-71ADF53146FB}" type="presParOf" srcId="{E584DB83-6240-4CEE-9296-C292B80EF42F}" destId="{36DA9071-2B85-4C65-B746-53DD688F027A}" srcOrd="7" destOrd="0" presId="urn:microsoft.com/office/officeart/2005/8/layout/vList2"/>
    <dgm:cxn modelId="{9A13F84F-6273-45C5-8AC7-768076154525}" type="presParOf" srcId="{E584DB83-6240-4CEE-9296-C292B80EF42F}" destId="{A88EFE35-36F6-4F5D-8956-E6BF065F6FE5}" srcOrd="8" destOrd="0" presId="urn:microsoft.com/office/officeart/2005/8/layout/vList2"/>
    <dgm:cxn modelId="{8E248533-FF12-440B-BFE4-F72DA04F11AF}" type="presParOf" srcId="{E584DB83-6240-4CEE-9296-C292B80EF42F}" destId="{C181CD02-3255-4C93-9497-D38C5854BE49}"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E606BA-3215-44E9-AA01-8AA4C4BA6A88}" type="doc">
      <dgm:prSet loTypeId="urn:microsoft.com/office/officeart/2005/8/layout/list1" loCatId="list" qsTypeId="urn:microsoft.com/office/officeart/2005/8/quickstyle/simple1" qsCatId="simple" csTypeId="urn:microsoft.com/office/officeart/2005/8/colors/accent1_3" csCatId="accent1" phldr="1"/>
      <dgm:spPr/>
      <dgm:t>
        <a:bodyPr/>
        <a:lstStyle/>
        <a:p>
          <a:endParaRPr lang="en-US"/>
        </a:p>
      </dgm:t>
    </dgm:pt>
    <dgm:pt modelId="{086748BE-465C-4F89-B4F3-F5D2DAA154B2}">
      <dgm:prSet phldrT="[Text]"/>
      <dgm:spPr/>
      <dgm:t>
        <a:bodyPr/>
        <a:lstStyle/>
        <a:p>
          <a:r>
            <a:rPr lang="en-US"/>
            <a:t>Perform with excellence</a:t>
          </a:r>
        </a:p>
      </dgm:t>
    </dgm:pt>
    <dgm:pt modelId="{89ECCE7F-AF04-4930-9813-BD90858F4ADA}" type="parTrans" cxnId="{885DB481-27E3-4B21-872D-8ACC6EE69A44}">
      <dgm:prSet/>
      <dgm:spPr/>
      <dgm:t>
        <a:bodyPr/>
        <a:lstStyle/>
        <a:p>
          <a:endParaRPr lang="en-US"/>
        </a:p>
      </dgm:t>
    </dgm:pt>
    <dgm:pt modelId="{E48882DE-7683-4CB7-BB5E-80CE6B927B76}" type="sibTrans" cxnId="{885DB481-27E3-4B21-872D-8ACC6EE69A44}">
      <dgm:prSet/>
      <dgm:spPr/>
      <dgm:t>
        <a:bodyPr/>
        <a:lstStyle/>
        <a:p>
          <a:endParaRPr lang="en-US"/>
        </a:p>
      </dgm:t>
    </dgm:pt>
    <dgm:pt modelId="{8B70A722-5ECC-4B1B-A050-A49EB237572A}">
      <dgm:prSet phldrT="[Text]"/>
      <dgm:spPr/>
      <dgm:t>
        <a:bodyPr/>
        <a:lstStyle/>
        <a:p>
          <a:r>
            <a:rPr lang="en-US"/>
            <a:t>Model personal integrity and accountability</a:t>
          </a:r>
        </a:p>
      </dgm:t>
    </dgm:pt>
    <dgm:pt modelId="{4CE8D799-2B71-4931-BA25-C202F93B97DE}" type="parTrans" cxnId="{502703BF-244E-4E9F-B8C7-18C7710DCDB5}">
      <dgm:prSet/>
      <dgm:spPr/>
      <dgm:t>
        <a:bodyPr/>
        <a:lstStyle/>
        <a:p>
          <a:endParaRPr lang="en-US"/>
        </a:p>
      </dgm:t>
    </dgm:pt>
    <dgm:pt modelId="{42ECF9B6-4968-4E66-8E95-EBEB5D79BC16}" type="sibTrans" cxnId="{502703BF-244E-4E9F-B8C7-18C7710DCDB5}">
      <dgm:prSet/>
      <dgm:spPr/>
      <dgm:t>
        <a:bodyPr/>
        <a:lstStyle/>
        <a:p>
          <a:endParaRPr lang="en-US"/>
        </a:p>
      </dgm:t>
    </dgm:pt>
    <dgm:pt modelId="{87798379-8B79-40E6-B0CC-ED244F4DFAB1}">
      <dgm:prSet phldrT="[Text]"/>
      <dgm:spPr/>
      <dgm:t>
        <a:bodyPr/>
        <a:lstStyle/>
        <a:p>
          <a:r>
            <a:rPr lang="en-US"/>
            <a:t>Don’t be afraid to ask questions</a:t>
          </a:r>
        </a:p>
      </dgm:t>
    </dgm:pt>
    <dgm:pt modelId="{EDFCAE65-AFC8-40E7-8480-5DFA4FB3D73F}" type="parTrans" cxnId="{CF1B6A31-B8C0-430C-AB2F-A966FF5E053F}">
      <dgm:prSet/>
      <dgm:spPr/>
      <dgm:t>
        <a:bodyPr/>
        <a:lstStyle/>
        <a:p>
          <a:endParaRPr lang="en-US"/>
        </a:p>
      </dgm:t>
    </dgm:pt>
    <dgm:pt modelId="{95F31827-9F22-4E22-BCDF-9F6F114EC620}" type="sibTrans" cxnId="{CF1B6A31-B8C0-430C-AB2F-A966FF5E053F}">
      <dgm:prSet/>
      <dgm:spPr/>
      <dgm:t>
        <a:bodyPr/>
        <a:lstStyle/>
        <a:p>
          <a:endParaRPr lang="en-US"/>
        </a:p>
      </dgm:t>
    </dgm:pt>
    <dgm:pt modelId="{BD717D51-31DC-4D3F-94C6-EBBEA764340E}">
      <dgm:prSet/>
      <dgm:spPr/>
      <dgm:t>
        <a:bodyPr/>
        <a:lstStyle/>
        <a:p>
          <a:r>
            <a:rPr lang="en-US"/>
            <a:t>Apply a growth mindset</a:t>
          </a:r>
        </a:p>
      </dgm:t>
    </dgm:pt>
    <dgm:pt modelId="{98E62311-6B5D-49FB-828F-57A8DE02F779}" type="parTrans" cxnId="{AAB80FC4-B29C-4566-9BE6-F6A78FB8B6F8}">
      <dgm:prSet/>
      <dgm:spPr/>
      <dgm:t>
        <a:bodyPr/>
        <a:lstStyle/>
        <a:p>
          <a:endParaRPr lang="en-US"/>
        </a:p>
      </dgm:t>
    </dgm:pt>
    <dgm:pt modelId="{28AFB5EB-853A-4AB5-AA9C-F5FA246834C3}" type="sibTrans" cxnId="{AAB80FC4-B29C-4566-9BE6-F6A78FB8B6F8}">
      <dgm:prSet/>
      <dgm:spPr/>
      <dgm:t>
        <a:bodyPr/>
        <a:lstStyle/>
        <a:p>
          <a:endParaRPr lang="en-US"/>
        </a:p>
      </dgm:t>
    </dgm:pt>
    <dgm:pt modelId="{BF09FEB3-4E84-4D26-BB8F-47F53399A30F}">
      <dgm:prSet/>
      <dgm:spPr/>
      <dgm:t>
        <a:bodyPr/>
        <a:lstStyle/>
        <a:p>
          <a:r>
            <a:rPr lang="en-US"/>
            <a:t>Prioritize the Intern Program events (site and project)</a:t>
          </a:r>
        </a:p>
      </dgm:t>
    </dgm:pt>
    <dgm:pt modelId="{6BE24908-2AFC-492F-87CF-495C87947343}" type="parTrans" cxnId="{EA10C8A1-BB55-431C-9C71-F94AE63E8996}">
      <dgm:prSet/>
      <dgm:spPr/>
      <dgm:t>
        <a:bodyPr/>
        <a:lstStyle/>
        <a:p>
          <a:endParaRPr lang="en-US"/>
        </a:p>
      </dgm:t>
    </dgm:pt>
    <dgm:pt modelId="{D34D6AC4-63EE-4F1E-B76D-FC3403FCD7DE}" type="sibTrans" cxnId="{EA10C8A1-BB55-431C-9C71-F94AE63E8996}">
      <dgm:prSet/>
      <dgm:spPr/>
      <dgm:t>
        <a:bodyPr/>
        <a:lstStyle/>
        <a:p>
          <a:endParaRPr lang="en-US"/>
        </a:p>
      </dgm:t>
    </dgm:pt>
    <dgm:pt modelId="{C0AF98AA-FDE9-482E-AB39-03B8488F2E88}">
      <dgm:prSet/>
      <dgm:spPr/>
      <dgm:t>
        <a:bodyPr/>
        <a:lstStyle/>
        <a:p>
          <a:r>
            <a:rPr lang="en-US"/>
            <a:t>Charge your time accurately</a:t>
          </a:r>
        </a:p>
      </dgm:t>
    </dgm:pt>
    <dgm:pt modelId="{98A5A025-1E6F-4422-A9F3-6EA969B00F27}" type="parTrans" cxnId="{F4B8D978-27B3-4069-B581-3DCD6D601E62}">
      <dgm:prSet/>
      <dgm:spPr/>
      <dgm:t>
        <a:bodyPr/>
        <a:lstStyle/>
        <a:p>
          <a:endParaRPr lang="en-US"/>
        </a:p>
      </dgm:t>
    </dgm:pt>
    <dgm:pt modelId="{7FE36A37-5023-4711-AD73-928B51DD4E28}" type="sibTrans" cxnId="{F4B8D978-27B3-4069-B581-3DCD6D601E62}">
      <dgm:prSet/>
      <dgm:spPr/>
      <dgm:t>
        <a:bodyPr/>
        <a:lstStyle/>
        <a:p>
          <a:endParaRPr lang="en-US"/>
        </a:p>
      </dgm:t>
    </dgm:pt>
    <dgm:pt modelId="{92C8DB5E-B28D-45C5-87AD-7882552DC49C}">
      <dgm:prSet/>
      <dgm:spPr/>
      <dgm:t>
        <a:bodyPr/>
        <a:lstStyle/>
        <a:p>
          <a:r>
            <a:rPr lang="en-US"/>
            <a:t>Have fun!</a:t>
          </a:r>
        </a:p>
      </dgm:t>
    </dgm:pt>
    <dgm:pt modelId="{A144B7EE-70A3-4996-A6B6-39393DEE7168}" type="parTrans" cxnId="{D112B95B-094B-4862-A518-4C6E3E3153FD}">
      <dgm:prSet/>
      <dgm:spPr/>
      <dgm:t>
        <a:bodyPr/>
        <a:lstStyle/>
        <a:p>
          <a:endParaRPr lang="en-US"/>
        </a:p>
      </dgm:t>
    </dgm:pt>
    <dgm:pt modelId="{7B2A6A98-53AE-421A-97C2-CA5505B19FC2}" type="sibTrans" cxnId="{D112B95B-094B-4862-A518-4C6E3E3153FD}">
      <dgm:prSet/>
      <dgm:spPr/>
      <dgm:t>
        <a:bodyPr/>
        <a:lstStyle/>
        <a:p>
          <a:endParaRPr lang="en-US"/>
        </a:p>
      </dgm:t>
    </dgm:pt>
    <dgm:pt modelId="{1EE7B0AB-9BF4-41B1-8315-49EA4E7FD25E}" type="pres">
      <dgm:prSet presAssocID="{43E606BA-3215-44E9-AA01-8AA4C4BA6A88}" presName="linear" presStyleCnt="0">
        <dgm:presLayoutVars>
          <dgm:dir/>
          <dgm:animLvl val="lvl"/>
          <dgm:resizeHandles val="exact"/>
        </dgm:presLayoutVars>
      </dgm:prSet>
      <dgm:spPr/>
    </dgm:pt>
    <dgm:pt modelId="{DDB1C88B-1DE7-4737-AAC8-0893D00F18A6}" type="pres">
      <dgm:prSet presAssocID="{086748BE-465C-4F89-B4F3-F5D2DAA154B2}" presName="parentLin" presStyleCnt="0"/>
      <dgm:spPr/>
    </dgm:pt>
    <dgm:pt modelId="{0568A087-5DBD-457D-91B4-D2058EE3DA86}" type="pres">
      <dgm:prSet presAssocID="{086748BE-465C-4F89-B4F3-F5D2DAA154B2}" presName="parentLeftMargin" presStyleLbl="node1" presStyleIdx="0" presStyleCnt="7"/>
      <dgm:spPr/>
    </dgm:pt>
    <dgm:pt modelId="{C92A4630-E382-4458-8893-9FA0D09CC47F}" type="pres">
      <dgm:prSet presAssocID="{086748BE-465C-4F89-B4F3-F5D2DAA154B2}" presName="parentText" presStyleLbl="node1" presStyleIdx="0" presStyleCnt="7">
        <dgm:presLayoutVars>
          <dgm:chMax val="0"/>
          <dgm:bulletEnabled val="1"/>
        </dgm:presLayoutVars>
      </dgm:prSet>
      <dgm:spPr/>
    </dgm:pt>
    <dgm:pt modelId="{D9A9D207-652E-420E-A15E-C00E266570E2}" type="pres">
      <dgm:prSet presAssocID="{086748BE-465C-4F89-B4F3-F5D2DAA154B2}" presName="negativeSpace" presStyleCnt="0"/>
      <dgm:spPr/>
    </dgm:pt>
    <dgm:pt modelId="{B2F5F405-034C-4D3E-8623-C4AD3684A992}" type="pres">
      <dgm:prSet presAssocID="{086748BE-465C-4F89-B4F3-F5D2DAA154B2}" presName="childText" presStyleLbl="conFgAcc1" presStyleIdx="0" presStyleCnt="7">
        <dgm:presLayoutVars>
          <dgm:bulletEnabled val="1"/>
        </dgm:presLayoutVars>
      </dgm:prSet>
      <dgm:spPr/>
    </dgm:pt>
    <dgm:pt modelId="{6EBE1EA5-CA91-48AD-9AD8-06EE426BDBAB}" type="pres">
      <dgm:prSet presAssocID="{E48882DE-7683-4CB7-BB5E-80CE6B927B76}" presName="spaceBetweenRectangles" presStyleCnt="0"/>
      <dgm:spPr/>
    </dgm:pt>
    <dgm:pt modelId="{17F5F96D-CF65-4454-B533-0F5CE59A258F}" type="pres">
      <dgm:prSet presAssocID="{8B70A722-5ECC-4B1B-A050-A49EB237572A}" presName="parentLin" presStyleCnt="0"/>
      <dgm:spPr/>
    </dgm:pt>
    <dgm:pt modelId="{42CCA6D1-8FD9-4BC4-8394-E6689A91F0A5}" type="pres">
      <dgm:prSet presAssocID="{8B70A722-5ECC-4B1B-A050-A49EB237572A}" presName="parentLeftMargin" presStyleLbl="node1" presStyleIdx="0" presStyleCnt="7"/>
      <dgm:spPr/>
    </dgm:pt>
    <dgm:pt modelId="{E991E150-A013-4EF6-BE21-79DE76A39E82}" type="pres">
      <dgm:prSet presAssocID="{8B70A722-5ECC-4B1B-A050-A49EB237572A}" presName="parentText" presStyleLbl="node1" presStyleIdx="1" presStyleCnt="7">
        <dgm:presLayoutVars>
          <dgm:chMax val="0"/>
          <dgm:bulletEnabled val="1"/>
        </dgm:presLayoutVars>
      </dgm:prSet>
      <dgm:spPr/>
    </dgm:pt>
    <dgm:pt modelId="{0F9C9DEE-6085-446E-9042-A8E83D75379B}" type="pres">
      <dgm:prSet presAssocID="{8B70A722-5ECC-4B1B-A050-A49EB237572A}" presName="negativeSpace" presStyleCnt="0"/>
      <dgm:spPr/>
    </dgm:pt>
    <dgm:pt modelId="{BD727177-F367-482B-8600-8D8CBF12B7B6}" type="pres">
      <dgm:prSet presAssocID="{8B70A722-5ECC-4B1B-A050-A49EB237572A}" presName="childText" presStyleLbl="conFgAcc1" presStyleIdx="1" presStyleCnt="7">
        <dgm:presLayoutVars>
          <dgm:bulletEnabled val="1"/>
        </dgm:presLayoutVars>
      </dgm:prSet>
      <dgm:spPr/>
    </dgm:pt>
    <dgm:pt modelId="{DEF97FDE-4E13-4867-A388-A77537D51C1D}" type="pres">
      <dgm:prSet presAssocID="{42ECF9B6-4968-4E66-8E95-EBEB5D79BC16}" presName="spaceBetweenRectangles" presStyleCnt="0"/>
      <dgm:spPr/>
    </dgm:pt>
    <dgm:pt modelId="{676A041D-0928-4E4A-9FE6-023DDF88AEA1}" type="pres">
      <dgm:prSet presAssocID="{87798379-8B79-40E6-B0CC-ED244F4DFAB1}" presName="parentLin" presStyleCnt="0"/>
      <dgm:spPr/>
    </dgm:pt>
    <dgm:pt modelId="{6B1613EC-EA37-4B51-ABBA-502547A37210}" type="pres">
      <dgm:prSet presAssocID="{87798379-8B79-40E6-B0CC-ED244F4DFAB1}" presName="parentLeftMargin" presStyleLbl="node1" presStyleIdx="1" presStyleCnt="7"/>
      <dgm:spPr/>
    </dgm:pt>
    <dgm:pt modelId="{44845D46-058A-436C-8CEB-5C3391D24BC2}" type="pres">
      <dgm:prSet presAssocID="{87798379-8B79-40E6-B0CC-ED244F4DFAB1}" presName="parentText" presStyleLbl="node1" presStyleIdx="2" presStyleCnt="7">
        <dgm:presLayoutVars>
          <dgm:chMax val="0"/>
          <dgm:bulletEnabled val="1"/>
        </dgm:presLayoutVars>
      </dgm:prSet>
      <dgm:spPr/>
    </dgm:pt>
    <dgm:pt modelId="{38211F0F-3217-44D1-9550-A68D3B11795E}" type="pres">
      <dgm:prSet presAssocID="{87798379-8B79-40E6-B0CC-ED244F4DFAB1}" presName="negativeSpace" presStyleCnt="0"/>
      <dgm:spPr/>
    </dgm:pt>
    <dgm:pt modelId="{4A624357-065F-483F-8CAE-D5082219E5C3}" type="pres">
      <dgm:prSet presAssocID="{87798379-8B79-40E6-B0CC-ED244F4DFAB1}" presName="childText" presStyleLbl="conFgAcc1" presStyleIdx="2" presStyleCnt="7">
        <dgm:presLayoutVars>
          <dgm:bulletEnabled val="1"/>
        </dgm:presLayoutVars>
      </dgm:prSet>
      <dgm:spPr/>
    </dgm:pt>
    <dgm:pt modelId="{5B93E5BB-3791-463F-9112-3CFD30D0F9EF}" type="pres">
      <dgm:prSet presAssocID="{95F31827-9F22-4E22-BCDF-9F6F114EC620}" presName="spaceBetweenRectangles" presStyleCnt="0"/>
      <dgm:spPr/>
    </dgm:pt>
    <dgm:pt modelId="{546AA364-B0B1-4F80-B9A9-162373E71525}" type="pres">
      <dgm:prSet presAssocID="{BD717D51-31DC-4D3F-94C6-EBBEA764340E}" presName="parentLin" presStyleCnt="0"/>
      <dgm:spPr/>
    </dgm:pt>
    <dgm:pt modelId="{C079D312-CE15-4553-8EE9-06CD17473683}" type="pres">
      <dgm:prSet presAssocID="{BD717D51-31DC-4D3F-94C6-EBBEA764340E}" presName="parentLeftMargin" presStyleLbl="node1" presStyleIdx="2" presStyleCnt="7"/>
      <dgm:spPr/>
    </dgm:pt>
    <dgm:pt modelId="{E8DB871C-BA6F-435E-914C-B659686C8EBF}" type="pres">
      <dgm:prSet presAssocID="{BD717D51-31DC-4D3F-94C6-EBBEA764340E}" presName="parentText" presStyleLbl="node1" presStyleIdx="3" presStyleCnt="7">
        <dgm:presLayoutVars>
          <dgm:chMax val="0"/>
          <dgm:bulletEnabled val="1"/>
        </dgm:presLayoutVars>
      </dgm:prSet>
      <dgm:spPr/>
    </dgm:pt>
    <dgm:pt modelId="{DA99C264-31AB-4E74-AF0B-AD50C8D77BD2}" type="pres">
      <dgm:prSet presAssocID="{BD717D51-31DC-4D3F-94C6-EBBEA764340E}" presName="negativeSpace" presStyleCnt="0"/>
      <dgm:spPr/>
    </dgm:pt>
    <dgm:pt modelId="{D7D53B92-F2CD-4D1C-BD44-C42962CF7456}" type="pres">
      <dgm:prSet presAssocID="{BD717D51-31DC-4D3F-94C6-EBBEA764340E}" presName="childText" presStyleLbl="conFgAcc1" presStyleIdx="3" presStyleCnt="7">
        <dgm:presLayoutVars>
          <dgm:bulletEnabled val="1"/>
        </dgm:presLayoutVars>
      </dgm:prSet>
      <dgm:spPr/>
    </dgm:pt>
    <dgm:pt modelId="{FC196626-20A5-470E-987E-F19344D94874}" type="pres">
      <dgm:prSet presAssocID="{28AFB5EB-853A-4AB5-AA9C-F5FA246834C3}" presName="spaceBetweenRectangles" presStyleCnt="0"/>
      <dgm:spPr/>
    </dgm:pt>
    <dgm:pt modelId="{5A2C6DC1-45E5-43F4-8934-759B9DA4DBA1}" type="pres">
      <dgm:prSet presAssocID="{BF09FEB3-4E84-4D26-BB8F-47F53399A30F}" presName="parentLin" presStyleCnt="0"/>
      <dgm:spPr/>
    </dgm:pt>
    <dgm:pt modelId="{0DB59278-BE29-4E8C-BC60-D6C64C9E6F2C}" type="pres">
      <dgm:prSet presAssocID="{BF09FEB3-4E84-4D26-BB8F-47F53399A30F}" presName="parentLeftMargin" presStyleLbl="node1" presStyleIdx="3" presStyleCnt="7"/>
      <dgm:spPr/>
    </dgm:pt>
    <dgm:pt modelId="{69550D32-AC9B-4789-8642-918CC870D289}" type="pres">
      <dgm:prSet presAssocID="{BF09FEB3-4E84-4D26-BB8F-47F53399A30F}" presName="parentText" presStyleLbl="node1" presStyleIdx="4" presStyleCnt="7">
        <dgm:presLayoutVars>
          <dgm:chMax val="0"/>
          <dgm:bulletEnabled val="1"/>
        </dgm:presLayoutVars>
      </dgm:prSet>
      <dgm:spPr/>
    </dgm:pt>
    <dgm:pt modelId="{627AA4AB-4E1D-43A5-9BFB-67AAC94C204A}" type="pres">
      <dgm:prSet presAssocID="{BF09FEB3-4E84-4D26-BB8F-47F53399A30F}" presName="negativeSpace" presStyleCnt="0"/>
      <dgm:spPr/>
    </dgm:pt>
    <dgm:pt modelId="{E976D45F-C46B-4D53-AE53-8DB872FB8613}" type="pres">
      <dgm:prSet presAssocID="{BF09FEB3-4E84-4D26-BB8F-47F53399A30F}" presName="childText" presStyleLbl="conFgAcc1" presStyleIdx="4" presStyleCnt="7">
        <dgm:presLayoutVars>
          <dgm:bulletEnabled val="1"/>
        </dgm:presLayoutVars>
      </dgm:prSet>
      <dgm:spPr/>
    </dgm:pt>
    <dgm:pt modelId="{4583365B-B9F0-49CF-9D60-4FF159DFAF9C}" type="pres">
      <dgm:prSet presAssocID="{D34D6AC4-63EE-4F1E-B76D-FC3403FCD7DE}" presName="spaceBetweenRectangles" presStyleCnt="0"/>
      <dgm:spPr/>
    </dgm:pt>
    <dgm:pt modelId="{063FCE4A-E062-49DC-A3AE-8B7AF5949D53}" type="pres">
      <dgm:prSet presAssocID="{C0AF98AA-FDE9-482E-AB39-03B8488F2E88}" presName="parentLin" presStyleCnt="0"/>
      <dgm:spPr/>
    </dgm:pt>
    <dgm:pt modelId="{E8E39F19-8BD8-4A6A-B9CA-ADCF27F234A7}" type="pres">
      <dgm:prSet presAssocID="{C0AF98AA-FDE9-482E-AB39-03B8488F2E88}" presName="parentLeftMargin" presStyleLbl="node1" presStyleIdx="4" presStyleCnt="7"/>
      <dgm:spPr/>
    </dgm:pt>
    <dgm:pt modelId="{AF3D6CF6-8E66-4B58-AC9E-C6ABABC05164}" type="pres">
      <dgm:prSet presAssocID="{C0AF98AA-FDE9-482E-AB39-03B8488F2E88}" presName="parentText" presStyleLbl="node1" presStyleIdx="5" presStyleCnt="7">
        <dgm:presLayoutVars>
          <dgm:chMax val="0"/>
          <dgm:bulletEnabled val="1"/>
        </dgm:presLayoutVars>
      </dgm:prSet>
      <dgm:spPr/>
    </dgm:pt>
    <dgm:pt modelId="{08EA0A76-CE1E-4520-A94C-FD2E6BD5141C}" type="pres">
      <dgm:prSet presAssocID="{C0AF98AA-FDE9-482E-AB39-03B8488F2E88}" presName="negativeSpace" presStyleCnt="0"/>
      <dgm:spPr/>
    </dgm:pt>
    <dgm:pt modelId="{D69D1584-DD78-4092-8B74-1FAB5F24F8FA}" type="pres">
      <dgm:prSet presAssocID="{C0AF98AA-FDE9-482E-AB39-03B8488F2E88}" presName="childText" presStyleLbl="conFgAcc1" presStyleIdx="5" presStyleCnt="7">
        <dgm:presLayoutVars>
          <dgm:bulletEnabled val="1"/>
        </dgm:presLayoutVars>
      </dgm:prSet>
      <dgm:spPr/>
    </dgm:pt>
    <dgm:pt modelId="{89199971-CDBB-4F9E-8DC1-5C9A3D00AB3E}" type="pres">
      <dgm:prSet presAssocID="{7FE36A37-5023-4711-AD73-928B51DD4E28}" presName="spaceBetweenRectangles" presStyleCnt="0"/>
      <dgm:spPr/>
    </dgm:pt>
    <dgm:pt modelId="{11D6BD11-AC8C-4643-B76E-F51BECAF228A}" type="pres">
      <dgm:prSet presAssocID="{92C8DB5E-B28D-45C5-87AD-7882552DC49C}" presName="parentLin" presStyleCnt="0"/>
      <dgm:spPr/>
    </dgm:pt>
    <dgm:pt modelId="{5526C437-1A3B-426E-90D2-681D2DA4EBD1}" type="pres">
      <dgm:prSet presAssocID="{92C8DB5E-B28D-45C5-87AD-7882552DC49C}" presName="parentLeftMargin" presStyleLbl="node1" presStyleIdx="5" presStyleCnt="7"/>
      <dgm:spPr/>
    </dgm:pt>
    <dgm:pt modelId="{03B448EC-65E3-42EB-9365-29951F150F23}" type="pres">
      <dgm:prSet presAssocID="{92C8DB5E-B28D-45C5-87AD-7882552DC49C}" presName="parentText" presStyleLbl="node1" presStyleIdx="6" presStyleCnt="7">
        <dgm:presLayoutVars>
          <dgm:chMax val="0"/>
          <dgm:bulletEnabled val="1"/>
        </dgm:presLayoutVars>
      </dgm:prSet>
      <dgm:spPr/>
    </dgm:pt>
    <dgm:pt modelId="{845422A4-1C4C-4FA6-9A01-17C89E1A03BE}" type="pres">
      <dgm:prSet presAssocID="{92C8DB5E-B28D-45C5-87AD-7882552DC49C}" presName="negativeSpace" presStyleCnt="0"/>
      <dgm:spPr/>
    </dgm:pt>
    <dgm:pt modelId="{F46A5795-75CA-473F-BB39-E4638D858686}" type="pres">
      <dgm:prSet presAssocID="{92C8DB5E-B28D-45C5-87AD-7882552DC49C}" presName="childText" presStyleLbl="conFgAcc1" presStyleIdx="6" presStyleCnt="7">
        <dgm:presLayoutVars>
          <dgm:bulletEnabled val="1"/>
        </dgm:presLayoutVars>
      </dgm:prSet>
      <dgm:spPr/>
    </dgm:pt>
  </dgm:ptLst>
  <dgm:cxnLst>
    <dgm:cxn modelId="{80A3D910-CB74-4130-BC8C-F62E55287129}" type="presOf" srcId="{BF09FEB3-4E84-4D26-BB8F-47F53399A30F}" destId="{0DB59278-BE29-4E8C-BC60-D6C64C9E6F2C}" srcOrd="0" destOrd="0" presId="urn:microsoft.com/office/officeart/2005/8/layout/list1"/>
    <dgm:cxn modelId="{B78CE31F-27FC-4A40-9D95-887EEA7F53FD}" type="presOf" srcId="{43E606BA-3215-44E9-AA01-8AA4C4BA6A88}" destId="{1EE7B0AB-9BF4-41B1-8315-49EA4E7FD25E}" srcOrd="0" destOrd="0" presId="urn:microsoft.com/office/officeart/2005/8/layout/list1"/>
    <dgm:cxn modelId="{CF1B6A31-B8C0-430C-AB2F-A966FF5E053F}" srcId="{43E606BA-3215-44E9-AA01-8AA4C4BA6A88}" destId="{87798379-8B79-40E6-B0CC-ED244F4DFAB1}" srcOrd="2" destOrd="0" parTransId="{EDFCAE65-AFC8-40E7-8480-5DFA4FB3D73F}" sibTransId="{95F31827-9F22-4E22-BCDF-9F6F114EC620}"/>
    <dgm:cxn modelId="{60F70032-CDBF-439A-9F9A-4A354CD16DB0}" type="presOf" srcId="{87798379-8B79-40E6-B0CC-ED244F4DFAB1}" destId="{6B1613EC-EA37-4B51-ABBA-502547A37210}" srcOrd="0" destOrd="0" presId="urn:microsoft.com/office/officeart/2005/8/layout/list1"/>
    <dgm:cxn modelId="{26B2783A-5417-4F8A-9B91-BAD1A1742FCE}" type="presOf" srcId="{BD717D51-31DC-4D3F-94C6-EBBEA764340E}" destId="{C079D312-CE15-4553-8EE9-06CD17473683}" srcOrd="0" destOrd="0" presId="urn:microsoft.com/office/officeart/2005/8/layout/list1"/>
    <dgm:cxn modelId="{D112B95B-094B-4862-A518-4C6E3E3153FD}" srcId="{43E606BA-3215-44E9-AA01-8AA4C4BA6A88}" destId="{92C8DB5E-B28D-45C5-87AD-7882552DC49C}" srcOrd="6" destOrd="0" parTransId="{A144B7EE-70A3-4996-A6B6-39393DEE7168}" sibTransId="{7B2A6A98-53AE-421A-97C2-CA5505B19FC2}"/>
    <dgm:cxn modelId="{7CC28048-9ADA-4278-B120-B6B3765E0BFD}" type="presOf" srcId="{086748BE-465C-4F89-B4F3-F5D2DAA154B2}" destId="{C92A4630-E382-4458-8893-9FA0D09CC47F}" srcOrd="1" destOrd="0" presId="urn:microsoft.com/office/officeart/2005/8/layout/list1"/>
    <dgm:cxn modelId="{1D2E7954-D685-4511-9CF4-37BE077F6477}" type="presOf" srcId="{92C8DB5E-B28D-45C5-87AD-7882552DC49C}" destId="{5526C437-1A3B-426E-90D2-681D2DA4EBD1}" srcOrd="0" destOrd="0" presId="urn:microsoft.com/office/officeart/2005/8/layout/list1"/>
    <dgm:cxn modelId="{F4B8D978-27B3-4069-B581-3DCD6D601E62}" srcId="{43E606BA-3215-44E9-AA01-8AA4C4BA6A88}" destId="{C0AF98AA-FDE9-482E-AB39-03B8488F2E88}" srcOrd="5" destOrd="0" parTransId="{98A5A025-1E6F-4422-A9F3-6EA969B00F27}" sibTransId="{7FE36A37-5023-4711-AD73-928B51DD4E28}"/>
    <dgm:cxn modelId="{885DB481-27E3-4B21-872D-8ACC6EE69A44}" srcId="{43E606BA-3215-44E9-AA01-8AA4C4BA6A88}" destId="{086748BE-465C-4F89-B4F3-F5D2DAA154B2}" srcOrd="0" destOrd="0" parTransId="{89ECCE7F-AF04-4930-9813-BD90858F4ADA}" sibTransId="{E48882DE-7683-4CB7-BB5E-80CE6B927B76}"/>
    <dgm:cxn modelId="{EA10C8A1-BB55-431C-9C71-F94AE63E8996}" srcId="{43E606BA-3215-44E9-AA01-8AA4C4BA6A88}" destId="{BF09FEB3-4E84-4D26-BB8F-47F53399A30F}" srcOrd="4" destOrd="0" parTransId="{6BE24908-2AFC-492F-87CF-495C87947343}" sibTransId="{D34D6AC4-63EE-4F1E-B76D-FC3403FCD7DE}"/>
    <dgm:cxn modelId="{686E32A6-CED5-4F6C-BE46-0A9DAC2424C4}" type="presOf" srcId="{086748BE-465C-4F89-B4F3-F5D2DAA154B2}" destId="{0568A087-5DBD-457D-91B4-D2058EE3DA86}" srcOrd="0" destOrd="0" presId="urn:microsoft.com/office/officeart/2005/8/layout/list1"/>
    <dgm:cxn modelId="{75F0CCAB-839B-491D-A4EA-FCB4E920496C}" type="presOf" srcId="{BF09FEB3-4E84-4D26-BB8F-47F53399A30F}" destId="{69550D32-AC9B-4789-8642-918CC870D289}" srcOrd="1" destOrd="0" presId="urn:microsoft.com/office/officeart/2005/8/layout/list1"/>
    <dgm:cxn modelId="{4AC985B1-E336-41D3-9F8F-789E4E5BCD46}" type="presOf" srcId="{C0AF98AA-FDE9-482E-AB39-03B8488F2E88}" destId="{AF3D6CF6-8E66-4B58-AC9E-C6ABABC05164}" srcOrd="1" destOrd="0" presId="urn:microsoft.com/office/officeart/2005/8/layout/list1"/>
    <dgm:cxn modelId="{502703BF-244E-4E9F-B8C7-18C7710DCDB5}" srcId="{43E606BA-3215-44E9-AA01-8AA4C4BA6A88}" destId="{8B70A722-5ECC-4B1B-A050-A49EB237572A}" srcOrd="1" destOrd="0" parTransId="{4CE8D799-2B71-4931-BA25-C202F93B97DE}" sibTransId="{42ECF9B6-4968-4E66-8E95-EBEB5D79BC16}"/>
    <dgm:cxn modelId="{FE7F3EC0-1051-4BA1-8A00-4D47A2CA57A8}" type="presOf" srcId="{87798379-8B79-40E6-B0CC-ED244F4DFAB1}" destId="{44845D46-058A-436C-8CEB-5C3391D24BC2}" srcOrd="1" destOrd="0" presId="urn:microsoft.com/office/officeart/2005/8/layout/list1"/>
    <dgm:cxn modelId="{AAB80FC4-B29C-4566-9BE6-F6A78FB8B6F8}" srcId="{43E606BA-3215-44E9-AA01-8AA4C4BA6A88}" destId="{BD717D51-31DC-4D3F-94C6-EBBEA764340E}" srcOrd="3" destOrd="0" parTransId="{98E62311-6B5D-49FB-828F-57A8DE02F779}" sibTransId="{28AFB5EB-853A-4AB5-AA9C-F5FA246834C3}"/>
    <dgm:cxn modelId="{6832D8CE-D519-4C72-B7B8-5A2861804F89}" type="presOf" srcId="{C0AF98AA-FDE9-482E-AB39-03B8488F2E88}" destId="{E8E39F19-8BD8-4A6A-B9CA-ADCF27F234A7}" srcOrd="0" destOrd="0" presId="urn:microsoft.com/office/officeart/2005/8/layout/list1"/>
    <dgm:cxn modelId="{DE54AADD-6461-4C2D-99B9-3ADA283273FE}" type="presOf" srcId="{BD717D51-31DC-4D3F-94C6-EBBEA764340E}" destId="{E8DB871C-BA6F-435E-914C-B659686C8EBF}" srcOrd="1" destOrd="0" presId="urn:microsoft.com/office/officeart/2005/8/layout/list1"/>
    <dgm:cxn modelId="{91D4EEE1-D375-4057-A861-8C492AD74FC3}" type="presOf" srcId="{92C8DB5E-B28D-45C5-87AD-7882552DC49C}" destId="{03B448EC-65E3-42EB-9365-29951F150F23}" srcOrd="1" destOrd="0" presId="urn:microsoft.com/office/officeart/2005/8/layout/list1"/>
    <dgm:cxn modelId="{A68A4EE2-7DFB-41B1-A874-844A8943E950}" type="presOf" srcId="{8B70A722-5ECC-4B1B-A050-A49EB237572A}" destId="{42CCA6D1-8FD9-4BC4-8394-E6689A91F0A5}" srcOrd="0" destOrd="0" presId="urn:microsoft.com/office/officeart/2005/8/layout/list1"/>
    <dgm:cxn modelId="{64EAA2FE-5077-49AF-99C0-E16030FECB13}" type="presOf" srcId="{8B70A722-5ECC-4B1B-A050-A49EB237572A}" destId="{E991E150-A013-4EF6-BE21-79DE76A39E82}" srcOrd="1" destOrd="0" presId="urn:microsoft.com/office/officeart/2005/8/layout/list1"/>
    <dgm:cxn modelId="{39E5DBC3-8EA8-4634-8130-E452E9AA7727}" type="presParOf" srcId="{1EE7B0AB-9BF4-41B1-8315-49EA4E7FD25E}" destId="{DDB1C88B-1DE7-4737-AAC8-0893D00F18A6}" srcOrd="0" destOrd="0" presId="urn:microsoft.com/office/officeart/2005/8/layout/list1"/>
    <dgm:cxn modelId="{858490D7-8D52-4159-A088-7D3E67A5F205}" type="presParOf" srcId="{DDB1C88B-1DE7-4737-AAC8-0893D00F18A6}" destId="{0568A087-5DBD-457D-91B4-D2058EE3DA86}" srcOrd="0" destOrd="0" presId="urn:microsoft.com/office/officeart/2005/8/layout/list1"/>
    <dgm:cxn modelId="{89385AB2-C970-483F-A51D-7161342669F1}" type="presParOf" srcId="{DDB1C88B-1DE7-4737-AAC8-0893D00F18A6}" destId="{C92A4630-E382-4458-8893-9FA0D09CC47F}" srcOrd="1" destOrd="0" presId="urn:microsoft.com/office/officeart/2005/8/layout/list1"/>
    <dgm:cxn modelId="{643495B7-A273-4BF8-B0AB-88042943E14D}" type="presParOf" srcId="{1EE7B0AB-9BF4-41B1-8315-49EA4E7FD25E}" destId="{D9A9D207-652E-420E-A15E-C00E266570E2}" srcOrd="1" destOrd="0" presId="urn:microsoft.com/office/officeart/2005/8/layout/list1"/>
    <dgm:cxn modelId="{F521A71E-1D80-4A89-8EA6-B8B0314BEC94}" type="presParOf" srcId="{1EE7B0AB-9BF4-41B1-8315-49EA4E7FD25E}" destId="{B2F5F405-034C-4D3E-8623-C4AD3684A992}" srcOrd="2" destOrd="0" presId="urn:microsoft.com/office/officeart/2005/8/layout/list1"/>
    <dgm:cxn modelId="{50E21B42-0378-4E80-8375-1FB710B9B7E5}" type="presParOf" srcId="{1EE7B0AB-9BF4-41B1-8315-49EA4E7FD25E}" destId="{6EBE1EA5-CA91-48AD-9AD8-06EE426BDBAB}" srcOrd="3" destOrd="0" presId="urn:microsoft.com/office/officeart/2005/8/layout/list1"/>
    <dgm:cxn modelId="{17C34235-A888-40F5-8100-67358E25B036}" type="presParOf" srcId="{1EE7B0AB-9BF4-41B1-8315-49EA4E7FD25E}" destId="{17F5F96D-CF65-4454-B533-0F5CE59A258F}" srcOrd="4" destOrd="0" presId="urn:microsoft.com/office/officeart/2005/8/layout/list1"/>
    <dgm:cxn modelId="{F3C4803B-4BFA-4F39-B233-123233EDE236}" type="presParOf" srcId="{17F5F96D-CF65-4454-B533-0F5CE59A258F}" destId="{42CCA6D1-8FD9-4BC4-8394-E6689A91F0A5}" srcOrd="0" destOrd="0" presId="urn:microsoft.com/office/officeart/2005/8/layout/list1"/>
    <dgm:cxn modelId="{CFE1774F-F26D-4C81-A2A4-2F822D06A3BD}" type="presParOf" srcId="{17F5F96D-CF65-4454-B533-0F5CE59A258F}" destId="{E991E150-A013-4EF6-BE21-79DE76A39E82}" srcOrd="1" destOrd="0" presId="urn:microsoft.com/office/officeart/2005/8/layout/list1"/>
    <dgm:cxn modelId="{1010501E-5E61-4B82-8770-1EC6489F107F}" type="presParOf" srcId="{1EE7B0AB-9BF4-41B1-8315-49EA4E7FD25E}" destId="{0F9C9DEE-6085-446E-9042-A8E83D75379B}" srcOrd="5" destOrd="0" presId="urn:microsoft.com/office/officeart/2005/8/layout/list1"/>
    <dgm:cxn modelId="{E931B631-06A8-49DF-8956-18F27460A69B}" type="presParOf" srcId="{1EE7B0AB-9BF4-41B1-8315-49EA4E7FD25E}" destId="{BD727177-F367-482B-8600-8D8CBF12B7B6}" srcOrd="6" destOrd="0" presId="urn:microsoft.com/office/officeart/2005/8/layout/list1"/>
    <dgm:cxn modelId="{F87E719A-37E4-40D4-9C1F-BD2F24453DD7}" type="presParOf" srcId="{1EE7B0AB-9BF4-41B1-8315-49EA4E7FD25E}" destId="{DEF97FDE-4E13-4867-A388-A77537D51C1D}" srcOrd="7" destOrd="0" presId="urn:microsoft.com/office/officeart/2005/8/layout/list1"/>
    <dgm:cxn modelId="{A8E58076-ADCA-42D7-9678-57FD4558B2B4}" type="presParOf" srcId="{1EE7B0AB-9BF4-41B1-8315-49EA4E7FD25E}" destId="{676A041D-0928-4E4A-9FE6-023DDF88AEA1}" srcOrd="8" destOrd="0" presId="urn:microsoft.com/office/officeart/2005/8/layout/list1"/>
    <dgm:cxn modelId="{167DD4EE-0AF5-4356-A0F8-F0942487FDC9}" type="presParOf" srcId="{676A041D-0928-4E4A-9FE6-023DDF88AEA1}" destId="{6B1613EC-EA37-4B51-ABBA-502547A37210}" srcOrd="0" destOrd="0" presId="urn:microsoft.com/office/officeart/2005/8/layout/list1"/>
    <dgm:cxn modelId="{92202B05-3A89-4135-8D4D-20A79ED5FB57}" type="presParOf" srcId="{676A041D-0928-4E4A-9FE6-023DDF88AEA1}" destId="{44845D46-058A-436C-8CEB-5C3391D24BC2}" srcOrd="1" destOrd="0" presId="urn:microsoft.com/office/officeart/2005/8/layout/list1"/>
    <dgm:cxn modelId="{7D2C995E-B79B-4112-93D6-FAA0F42E5FF3}" type="presParOf" srcId="{1EE7B0AB-9BF4-41B1-8315-49EA4E7FD25E}" destId="{38211F0F-3217-44D1-9550-A68D3B11795E}" srcOrd="9" destOrd="0" presId="urn:microsoft.com/office/officeart/2005/8/layout/list1"/>
    <dgm:cxn modelId="{EB573289-0BAC-49B5-BF86-072224344E1B}" type="presParOf" srcId="{1EE7B0AB-9BF4-41B1-8315-49EA4E7FD25E}" destId="{4A624357-065F-483F-8CAE-D5082219E5C3}" srcOrd="10" destOrd="0" presId="urn:microsoft.com/office/officeart/2005/8/layout/list1"/>
    <dgm:cxn modelId="{6CE53208-72B8-4B43-ACD5-2D4A142CCC0B}" type="presParOf" srcId="{1EE7B0AB-9BF4-41B1-8315-49EA4E7FD25E}" destId="{5B93E5BB-3791-463F-9112-3CFD30D0F9EF}" srcOrd="11" destOrd="0" presId="urn:microsoft.com/office/officeart/2005/8/layout/list1"/>
    <dgm:cxn modelId="{14B376C6-4828-48DE-B01F-77BD4395C59F}" type="presParOf" srcId="{1EE7B0AB-9BF4-41B1-8315-49EA4E7FD25E}" destId="{546AA364-B0B1-4F80-B9A9-162373E71525}" srcOrd="12" destOrd="0" presId="urn:microsoft.com/office/officeart/2005/8/layout/list1"/>
    <dgm:cxn modelId="{A636C7A5-B850-4458-A9C6-1BE6433BD1C6}" type="presParOf" srcId="{546AA364-B0B1-4F80-B9A9-162373E71525}" destId="{C079D312-CE15-4553-8EE9-06CD17473683}" srcOrd="0" destOrd="0" presId="urn:microsoft.com/office/officeart/2005/8/layout/list1"/>
    <dgm:cxn modelId="{30DDA921-390D-4182-9AEC-DA6DC4F26410}" type="presParOf" srcId="{546AA364-B0B1-4F80-B9A9-162373E71525}" destId="{E8DB871C-BA6F-435E-914C-B659686C8EBF}" srcOrd="1" destOrd="0" presId="urn:microsoft.com/office/officeart/2005/8/layout/list1"/>
    <dgm:cxn modelId="{EE19E954-9EDC-4503-BCF0-414CAF768E51}" type="presParOf" srcId="{1EE7B0AB-9BF4-41B1-8315-49EA4E7FD25E}" destId="{DA99C264-31AB-4E74-AF0B-AD50C8D77BD2}" srcOrd="13" destOrd="0" presId="urn:microsoft.com/office/officeart/2005/8/layout/list1"/>
    <dgm:cxn modelId="{E1F54E4E-F738-4952-9139-DC6BB031AB7E}" type="presParOf" srcId="{1EE7B0AB-9BF4-41B1-8315-49EA4E7FD25E}" destId="{D7D53B92-F2CD-4D1C-BD44-C42962CF7456}" srcOrd="14" destOrd="0" presId="urn:microsoft.com/office/officeart/2005/8/layout/list1"/>
    <dgm:cxn modelId="{5866CF66-0BFB-4D14-9964-C854C2B1EC07}" type="presParOf" srcId="{1EE7B0AB-9BF4-41B1-8315-49EA4E7FD25E}" destId="{FC196626-20A5-470E-987E-F19344D94874}" srcOrd="15" destOrd="0" presId="urn:microsoft.com/office/officeart/2005/8/layout/list1"/>
    <dgm:cxn modelId="{8A265533-DDB7-4195-ADCE-029B9F4D64AD}" type="presParOf" srcId="{1EE7B0AB-9BF4-41B1-8315-49EA4E7FD25E}" destId="{5A2C6DC1-45E5-43F4-8934-759B9DA4DBA1}" srcOrd="16" destOrd="0" presId="urn:microsoft.com/office/officeart/2005/8/layout/list1"/>
    <dgm:cxn modelId="{02E1DBB8-450B-401C-AE28-AEAAFC7DF465}" type="presParOf" srcId="{5A2C6DC1-45E5-43F4-8934-759B9DA4DBA1}" destId="{0DB59278-BE29-4E8C-BC60-D6C64C9E6F2C}" srcOrd="0" destOrd="0" presId="urn:microsoft.com/office/officeart/2005/8/layout/list1"/>
    <dgm:cxn modelId="{C8D91D00-7CCD-4BEA-9B69-CCC324B2E5EA}" type="presParOf" srcId="{5A2C6DC1-45E5-43F4-8934-759B9DA4DBA1}" destId="{69550D32-AC9B-4789-8642-918CC870D289}" srcOrd="1" destOrd="0" presId="urn:microsoft.com/office/officeart/2005/8/layout/list1"/>
    <dgm:cxn modelId="{93BD5CFD-D30F-44C3-AB28-1D37065AF5ED}" type="presParOf" srcId="{1EE7B0AB-9BF4-41B1-8315-49EA4E7FD25E}" destId="{627AA4AB-4E1D-43A5-9BFB-67AAC94C204A}" srcOrd="17" destOrd="0" presId="urn:microsoft.com/office/officeart/2005/8/layout/list1"/>
    <dgm:cxn modelId="{1C9D86E7-4468-4E61-9715-C9344FB61A68}" type="presParOf" srcId="{1EE7B0AB-9BF4-41B1-8315-49EA4E7FD25E}" destId="{E976D45F-C46B-4D53-AE53-8DB872FB8613}" srcOrd="18" destOrd="0" presId="urn:microsoft.com/office/officeart/2005/8/layout/list1"/>
    <dgm:cxn modelId="{B94D570B-D330-4B32-A4D4-D538A47E2318}" type="presParOf" srcId="{1EE7B0AB-9BF4-41B1-8315-49EA4E7FD25E}" destId="{4583365B-B9F0-49CF-9D60-4FF159DFAF9C}" srcOrd="19" destOrd="0" presId="urn:microsoft.com/office/officeart/2005/8/layout/list1"/>
    <dgm:cxn modelId="{CAD91B27-4997-43AA-89AB-0D1943D186AE}" type="presParOf" srcId="{1EE7B0AB-9BF4-41B1-8315-49EA4E7FD25E}" destId="{063FCE4A-E062-49DC-A3AE-8B7AF5949D53}" srcOrd="20" destOrd="0" presId="urn:microsoft.com/office/officeart/2005/8/layout/list1"/>
    <dgm:cxn modelId="{0D98B7A2-7011-4DC4-BBA6-EFEE1294151E}" type="presParOf" srcId="{063FCE4A-E062-49DC-A3AE-8B7AF5949D53}" destId="{E8E39F19-8BD8-4A6A-B9CA-ADCF27F234A7}" srcOrd="0" destOrd="0" presId="urn:microsoft.com/office/officeart/2005/8/layout/list1"/>
    <dgm:cxn modelId="{155E73BC-6680-4997-9D0D-EC7151DA358F}" type="presParOf" srcId="{063FCE4A-E062-49DC-A3AE-8B7AF5949D53}" destId="{AF3D6CF6-8E66-4B58-AC9E-C6ABABC05164}" srcOrd="1" destOrd="0" presId="urn:microsoft.com/office/officeart/2005/8/layout/list1"/>
    <dgm:cxn modelId="{8893BDD3-6EB4-40C8-94C0-213113E07971}" type="presParOf" srcId="{1EE7B0AB-9BF4-41B1-8315-49EA4E7FD25E}" destId="{08EA0A76-CE1E-4520-A94C-FD2E6BD5141C}" srcOrd="21" destOrd="0" presId="urn:microsoft.com/office/officeart/2005/8/layout/list1"/>
    <dgm:cxn modelId="{D912FD72-C6A9-4773-B97F-4EA6E8106292}" type="presParOf" srcId="{1EE7B0AB-9BF4-41B1-8315-49EA4E7FD25E}" destId="{D69D1584-DD78-4092-8B74-1FAB5F24F8FA}" srcOrd="22" destOrd="0" presId="urn:microsoft.com/office/officeart/2005/8/layout/list1"/>
    <dgm:cxn modelId="{00F8E922-0627-41F9-91FD-4C1C26DA01A6}" type="presParOf" srcId="{1EE7B0AB-9BF4-41B1-8315-49EA4E7FD25E}" destId="{89199971-CDBB-4F9E-8DC1-5C9A3D00AB3E}" srcOrd="23" destOrd="0" presId="urn:microsoft.com/office/officeart/2005/8/layout/list1"/>
    <dgm:cxn modelId="{FBD38519-00A4-4368-9545-7EAC9048A330}" type="presParOf" srcId="{1EE7B0AB-9BF4-41B1-8315-49EA4E7FD25E}" destId="{11D6BD11-AC8C-4643-B76E-F51BECAF228A}" srcOrd="24" destOrd="0" presId="urn:microsoft.com/office/officeart/2005/8/layout/list1"/>
    <dgm:cxn modelId="{129FA48A-E239-4C0B-B2CF-04205D36835A}" type="presParOf" srcId="{11D6BD11-AC8C-4643-B76E-F51BECAF228A}" destId="{5526C437-1A3B-426E-90D2-681D2DA4EBD1}" srcOrd="0" destOrd="0" presId="urn:microsoft.com/office/officeart/2005/8/layout/list1"/>
    <dgm:cxn modelId="{1687A27E-D395-4B9B-9900-E109F0E66480}" type="presParOf" srcId="{11D6BD11-AC8C-4643-B76E-F51BECAF228A}" destId="{03B448EC-65E3-42EB-9365-29951F150F23}" srcOrd="1" destOrd="0" presId="urn:microsoft.com/office/officeart/2005/8/layout/list1"/>
    <dgm:cxn modelId="{0BCC72BC-DD33-4875-89AD-BB1B712EE065}" type="presParOf" srcId="{1EE7B0AB-9BF4-41B1-8315-49EA4E7FD25E}" destId="{845422A4-1C4C-4FA6-9A01-17C89E1A03BE}" srcOrd="25" destOrd="0" presId="urn:microsoft.com/office/officeart/2005/8/layout/list1"/>
    <dgm:cxn modelId="{56AAA135-E46A-4C15-8AA6-197145B69EC6}" type="presParOf" srcId="{1EE7B0AB-9BF4-41B1-8315-49EA4E7FD25E}" destId="{F46A5795-75CA-473F-BB39-E4638D858686}"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A3C5A-A666-4FF0-9FA4-F6B8B1C15474}">
      <dsp:nvSpPr>
        <dsp:cNvPr id="0" name=""/>
        <dsp:cNvSpPr/>
      </dsp:nvSpPr>
      <dsp:spPr>
        <a:xfrm rot="16200000">
          <a:off x="927484" y="-927484"/>
          <a:ext cx="2537232" cy="4392201"/>
        </a:xfrm>
        <a:prstGeom prst="round1Rect">
          <a:avLst/>
        </a:prstGeom>
        <a:solidFill>
          <a:srgbClr val="00388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65760"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C6ISR</a:t>
          </a:r>
        </a:p>
        <a:p>
          <a:pPr marL="114300" lvl="1" indent="-114300" algn="l" defTabSz="622300">
            <a:lnSpc>
              <a:spcPct val="90000"/>
            </a:lnSpc>
            <a:spcBef>
              <a:spcPct val="0"/>
            </a:spcBef>
            <a:spcAft>
              <a:spcPct val="15000"/>
            </a:spcAft>
            <a:buChar char="•"/>
          </a:pPr>
          <a:r>
            <a:rPr lang="en-US" sz="1400" kern="1200"/>
            <a:t>Integrating AI Interfaces</a:t>
          </a:r>
        </a:p>
        <a:p>
          <a:pPr marL="228600" lvl="2" indent="-114300" algn="l" defTabSz="622300">
            <a:lnSpc>
              <a:spcPct val="90000"/>
            </a:lnSpc>
            <a:spcBef>
              <a:spcPct val="0"/>
            </a:spcBef>
            <a:spcAft>
              <a:spcPct val="15000"/>
            </a:spcAft>
            <a:buChar char="•"/>
          </a:pPr>
          <a:r>
            <a:rPr lang="en-US" sz="1400" b="0" i="0" kern="1200"/>
            <a:t>To enhance the efficiency and effectiveness of C6ISR operators, there is a need to develop an intelligent interface that can assist operators in processing and analyzing large volumes of data in real-time</a:t>
          </a:r>
          <a:endParaRPr lang="en-US" sz="1400" kern="1200"/>
        </a:p>
      </dsp:txBody>
      <dsp:txXfrm rot="5400000">
        <a:off x="0" y="0"/>
        <a:ext cx="4392201" cy="1902924"/>
      </dsp:txXfrm>
    </dsp:sp>
    <dsp:sp modelId="{CB23EE6D-A93E-4FD0-BDB6-18AA6864C90D}">
      <dsp:nvSpPr>
        <dsp:cNvPr id="0" name=""/>
        <dsp:cNvSpPr/>
      </dsp:nvSpPr>
      <dsp:spPr>
        <a:xfrm>
          <a:off x="4392201" y="0"/>
          <a:ext cx="4392201" cy="2537232"/>
        </a:xfrm>
        <a:prstGeom prst="round1Rect">
          <a:avLst/>
        </a:prstGeom>
        <a:solidFill>
          <a:srgbClr val="002F6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65760"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IWSS</a:t>
          </a:r>
        </a:p>
        <a:p>
          <a:pPr marL="114300" lvl="1" indent="-114300" algn="l" defTabSz="622300">
            <a:lnSpc>
              <a:spcPct val="90000"/>
            </a:lnSpc>
            <a:spcBef>
              <a:spcPct val="0"/>
            </a:spcBef>
            <a:spcAft>
              <a:spcPct val="15000"/>
            </a:spcAft>
            <a:buChar char="•"/>
          </a:pPr>
          <a:r>
            <a:rPr lang="en-US" sz="1400" kern="1200"/>
            <a:t>Integrated Laser Weapon System</a:t>
          </a:r>
        </a:p>
        <a:p>
          <a:pPr marL="228600" lvl="2" indent="-114300" algn="l" defTabSz="622300">
            <a:lnSpc>
              <a:spcPct val="90000"/>
            </a:lnSpc>
            <a:spcBef>
              <a:spcPct val="0"/>
            </a:spcBef>
            <a:spcAft>
              <a:spcPct val="15000"/>
            </a:spcAft>
            <a:buChar char="•"/>
          </a:pPr>
          <a:r>
            <a:rPr lang="en-US" sz="1400" b="0" i="0" u="none" kern="1200"/>
            <a:t>To leverage and expand on proven laser weapon system capability, there is a need to generate an integrated approach for a non-hit to kill system against hypersonic threats.</a:t>
          </a:r>
          <a:r>
            <a:rPr lang="en-US" sz="1400" b="0" i="0" kern="1200"/>
            <a:t>​ ​</a:t>
          </a:r>
          <a:r>
            <a:rPr lang="en-US" sz="1400" b="0" i="0" u="none" kern="1200"/>
            <a:t>IWSS requires a solution that touches upon laser design, radar design, and hypersonic defense</a:t>
          </a:r>
          <a:endParaRPr lang="en-US" sz="1400" kern="1200"/>
        </a:p>
      </dsp:txBody>
      <dsp:txXfrm>
        <a:off x="4392201" y="0"/>
        <a:ext cx="4392201" cy="1902924"/>
      </dsp:txXfrm>
    </dsp:sp>
    <dsp:sp modelId="{06C2CF79-632E-4A01-9770-7541C6B95014}">
      <dsp:nvSpPr>
        <dsp:cNvPr id="0" name=""/>
        <dsp:cNvSpPr/>
      </dsp:nvSpPr>
      <dsp:spPr>
        <a:xfrm rot="10800000">
          <a:off x="0" y="2537232"/>
          <a:ext cx="4392201" cy="2537232"/>
        </a:xfrm>
        <a:prstGeom prst="round1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0"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SAC</a:t>
          </a:r>
        </a:p>
        <a:p>
          <a:pPr marL="114300" lvl="1" indent="-114300" algn="l" defTabSz="622300">
            <a:lnSpc>
              <a:spcPct val="90000"/>
            </a:lnSpc>
            <a:spcBef>
              <a:spcPct val="0"/>
            </a:spcBef>
            <a:spcAft>
              <a:spcPct val="15000"/>
            </a:spcAft>
            <a:buChar char="•"/>
          </a:pPr>
          <a:r>
            <a:rPr lang="en-US" sz="1400" kern="1200"/>
            <a:t>Wildfire Drone Advancements</a:t>
          </a:r>
        </a:p>
        <a:p>
          <a:pPr marL="228600" lvl="2" indent="-114300" algn="l" defTabSz="622300">
            <a:lnSpc>
              <a:spcPct val="90000"/>
            </a:lnSpc>
            <a:spcBef>
              <a:spcPct val="0"/>
            </a:spcBef>
            <a:spcAft>
              <a:spcPct val="15000"/>
            </a:spcAft>
            <a:buChar char="•"/>
          </a:pPr>
          <a:r>
            <a:rPr lang="en-US" sz="1400" b="0" i="0" kern="1200"/>
            <a:t>To prevent and eliminate wildfires, there is a need to develop an Aerial Firefighting System that can be used to identify wildfires and relay information to a Command and Control (C2) station</a:t>
          </a:r>
          <a:endParaRPr lang="en-US" sz="1400" kern="1200"/>
        </a:p>
        <a:p>
          <a:pPr marL="228600" lvl="2" indent="-114300" algn="l" defTabSz="622300">
            <a:lnSpc>
              <a:spcPct val="90000"/>
            </a:lnSpc>
            <a:spcBef>
              <a:spcPct val="0"/>
            </a:spcBef>
            <a:spcAft>
              <a:spcPct val="15000"/>
            </a:spcAft>
            <a:buChar char="•"/>
          </a:pPr>
          <a:endParaRPr lang="en-US" sz="1400" kern="1200"/>
        </a:p>
        <a:p>
          <a:pPr marL="114300" lvl="1" indent="-114300" algn="l" defTabSz="622300">
            <a:lnSpc>
              <a:spcPct val="90000"/>
            </a:lnSpc>
            <a:spcBef>
              <a:spcPct val="0"/>
            </a:spcBef>
            <a:spcAft>
              <a:spcPct val="15000"/>
            </a:spcAft>
            <a:buChar char="•"/>
          </a:pPr>
          <a:endParaRPr lang="en-US" sz="1400" kern="1200"/>
        </a:p>
      </dsp:txBody>
      <dsp:txXfrm rot="10800000">
        <a:off x="0" y="3171540"/>
        <a:ext cx="4392201" cy="1902924"/>
      </dsp:txXfrm>
    </dsp:sp>
    <dsp:sp modelId="{45415C03-86E2-4DE0-AB59-2EC955F12E4E}">
      <dsp:nvSpPr>
        <dsp:cNvPr id="0" name=""/>
        <dsp:cNvSpPr/>
      </dsp:nvSpPr>
      <dsp:spPr>
        <a:xfrm rot="5400000">
          <a:off x="5319686" y="1609748"/>
          <a:ext cx="2537232" cy="4392201"/>
        </a:xfrm>
        <a:prstGeom prst="round1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0" rIns="128016" bIns="128016" numCol="1" spcCol="1270" anchor="t" anchorCtr="0">
          <a:noAutofit/>
        </a:bodyPr>
        <a:lstStyle/>
        <a:p>
          <a:pPr marL="0" lvl="0" indent="0" algn="ctr" defTabSz="800100">
            <a:lnSpc>
              <a:spcPct val="90000"/>
            </a:lnSpc>
            <a:spcBef>
              <a:spcPct val="0"/>
            </a:spcBef>
            <a:spcAft>
              <a:spcPct val="35000"/>
            </a:spcAft>
            <a:buNone/>
          </a:pPr>
          <a:r>
            <a:rPr lang="en-US" sz="1800" kern="1200"/>
            <a:t>TLS</a:t>
          </a:r>
        </a:p>
        <a:p>
          <a:pPr marL="114300" lvl="1" indent="-114300" algn="l" defTabSz="622300">
            <a:lnSpc>
              <a:spcPct val="90000"/>
            </a:lnSpc>
            <a:spcBef>
              <a:spcPct val="0"/>
            </a:spcBef>
            <a:spcAft>
              <a:spcPct val="15000"/>
            </a:spcAft>
            <a:buChar char="•"/>
          </a:pPr>
          <a:r>
            <a:rPr lang="en-US" sz="1400" kern="1200"/>
            <a:t>Training Modules of the Future</a:t>
          </a:r>
        </a:p>
        <a:p>
          <a:pPr marL="228600" lvl="2" indent="-114300" algn="l" defTabSz="622300">
            <a:lnSpc>
              <a:spcPct val="90000"/>
            </a:lnSpc>
            <a:spcBef>
              <a:spcPct val="0"/>
            </a:spcBef>
            <a:spcAft>
              <a:spcPct val="15000"/>
            </a:spcAft>
            <a:buChar char="•"/>
          </a:pPr>
          <a:r>
            <a:rPr lang="en-US" sz="1400" b="0" i="0" kern="1200"/>
            <a:t>To stay on top of new technological advancements,  there is a need to create a training solution that is on the cutting edge of technology and provides service members with the most realistic and immersive experience possible</a:t>
          </a:r>
          <a:endParaRPr lang="en-US" sz="1400" kern="1200"/>
        </a:p>
      </dsp:txBody>
      <dsp:txXfrm rot="-5400000">
        <a:off x="4392202" y="3171540"/>
        <a:ext cx="4392201" cy="1902924"/>
      </dsp:txXfrm>
    </dsp:sp>
    <dsp:sp modelId="{8843AD72-1C0A-45B4-B6DB-007B30E7EDD0}">
      <dsp:nvSpPr>
        <dsp:cNvPr id="0" name=""/>
        <dsp:cNvSpPr/>
      </dsp:nvSpPr>
      <dsp:spPr>
        <a:xfrm>
          <a:off x="3289148" y="2289218"/>
          <a:ext cx="2206106" cy="496028"/>
        </a:xfrm>
        <a:prstGeom prst="roundRect">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RMS Lines of Business</a:t>
          </a:r>
        </a:p>
      </dsp:txBody>
      <dsp:txXfrm>
        <a:off x="3313362" y="2313432"/>
        <a:ext cx="2157678" cy="447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24E46C-A029-4F8C-8D34-8D446BF842D4}">
      <dsp:nvSpPr>
        <dsp:cNvPr id="0" name=""/>
        <dsp:cNvSpPr/>
      </dsp:nvSpPr>
      <dsp:spPr>
        <a:xfrm>
          <a:off x="3926368" y="260421"/>
          <a:ext cx="3113722" cy="3113722"/>
        </a:xfrm>
        <a:prstGeom prst="pie">
          <a:avLst>
            <a:gd name="adj1" fmla="val 162000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Aircrew &amp; Maintainer Training</a:t>
          </a:r>
        </a:p>
      </dsp:txBody>
      <dsp:txXfrm>
        <a:off x="5518815" y="836459"/>
        <a:ext cx="1149111" cy="926703"/>
      </dsp:txXfrm>
    </dsp:sp>
    <dsp:sp modelId="{1AA6AA4D-88C7-45C3-A64F-BC15C7EED8E0}">
      <dsp:nvSpPr>
        <dsp:cNvPr id="0" name=""/>
        <dsp:cNvSpPr/>
      </dsp:nvSpPr>
      <dsp:spPr>
        <a:xfrm>
          <a:off x="3926360" y="387781"/>
          <a:ext cx="3113722" cy="3113722"/>
        </a:xfrm>
        <a:prstGeom prst="pie">
          <a:avLst>
            <a:gd name="adj1" fmla="val 0"/>
            <a:gd name="adj2" fmla="val 54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Land Training</a:t>
          </a:r>
        </a:p>
      </dsp:txBody>
      <dsp:txXfrm>
        <a:off x="5538823" y="2000244"/>
        <a:ext cx="1149111" cy="926703"/>
      </dsp:txXfrm>
    </dsp:sp>
    <dsp:sp modelId="{B6E03BDD-0A57-4214-A04A-E3A1088808E8}">
      <dsp:nvSpPr>
        <dsp:cNvPr id="0" name=""/>
        <dsp:cNvSpPr/>
      </dsp:nvSpPr>
      <dsp:spPr>
        <a:xfrm>
          <a:off x="3816414" y="387781"/>
          <a:ext cx="3113722" cy="3113722"/>
        </a:xfrm>
        <a:prstGeom prst="pie">
          <a:avLst>
            <a:gd name="adj1" fmla="val 5400000"/>
            <a:gd name="adj2" fmla="val 10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Maritime Training</a:t>
          </a:r>
        </a:p>
      </dsp:txBody>
      <dsp:txXfrm>
        <a:off x="4168561" y="2000244"/>
        <a:ext cx="1149111" cy="926703"/>
      </dsp:txXfrm>
    </dsp:sp>
    <dsp:sp modelId="{95761736-D841-491B-ABB5-14A5B66829C4}">
      <dsp:nvSpPr>
        <dsp:cNvPr id="0" name=""/>
        <dsp:cNvSpPr/>
      </dsp:nvSpPr>
      <dsp:spPr>
        <a:xfrm>
          <a:off x="3816445" y="259620"/>
          <a:ext cx="3113722" cy="3113722"/>
        </a:xfrm>
        <a:prstGeom prst="pie">
          <a:avLst>
            <a:gd name="adj1" fmla="val 108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a:t>Resilient Logistics and Sustainment Solutions</a:t>
          </a:r>
        </a:p>
      </dsp:txBody>
      <dsp:txXfrm>
        <a:off x="4168592" y="834176"/>
        <a:ext cx="1149111" cy="9267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7A50C5-2B31-46FB-9CF8-C6789C8ED18C}">
      <dsp:nvSpPr>
        <dsp:cNvPr id="0" name=""/>
        <dsp:cNvSpPr/>
      </dsp:nvSpPr>
      <dsp:spPr>
        <a:xfrm>
          <a:off x="0" y="78239"/>
          <a:ext cx="81280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latin typeface="Arial"/>
              <a:cs typeface="Arial"/>
            </a:rPr>
            <a:t>TLS Overview &amp; Strategy Lecture</a:t>
          </a:r>
          <a:endParaRPr lang="en-US" sz="2500" kern="1200"/>
        </a:p>
      </dsp:txBody>
      <dsp:txXfrm>
        <a:off x="29271" y="107510"/>
        <a:ext cx="8069458" cy="541083"/>
      </dsp:txXfrm>
    </dsp:sp>
    <dsp:sp modelId="{A2E61238-BE97-41BF-BD42-2F33837A8FE1}">
      <dsp:nvSpPr>
        <dsp:cNvPr id="0" name=""/>
        <dsp:cNvSpPr/>
      </dsp:nvSpPr>
      <dsp:spPr>
        <a:xfrm>
          <a:off x="0" y="677864"/>
          <a:ext cx="81280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b="1" kern="1200">
              <a:latin typeface="Arial" panose="020B0604020202020204" pitchFamily="34" charset="0"/>
              <a:cs typeface="Arial" panose="020B0604020202020204" pitchFamily="34" charset="0"/>
            </a:rPr>
            <a:t>6/18: 10am-11am</a:t>
          </a:r>
        </a:p>
      </dsp:txBody>
      <dsp:txXfrm>
        <a:off x="0" y="677864"/>
        <a:ext cx="8128000" cy="414000"/>
      </dsp:txXfrm>
    </dsp:sp>
    <dsp:sp modelId="{0D9D06E7-8483-4FED-B134-537BC66D568F}">
      <dsp:nvSpPr>
        <dsp:cNvPr id="0" name=""/>
        <dsp:cNvSpPr/>
      </dsp:nvSpPr>
      <dsp:spPr>
        <a:xfrm>
          <a:off x="0" y="1091864"/>
          <a:ext cx="81280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latin typeface="Arial"/>
              <a:cs typeface="Arial"/>
            </a:rPr>
            <a:t>Adaptive Learning Lecture</a:t>
          </a:r>
          <a:endParaRPr lang="en-US" sz="2500" kern="1200"/>
        </a:p>
      </dsp:txBody>
      <dsp:txXfrm>
        <a:off x="29271" y="1121135"/>
        <a:ext cx="8069458" cy="541083"/>
      </dsp:txXfrm>
    </dsp:sp>
    <dsp:sp modelId="{12432DEE-1E9C-42C4-990C-09248B66F22E}">
      <dsp:nvSpPr>
        <dsp:cNvPr id="0" name=""/>
        <dsp:cNvSpPr/>
      </dsp:nvSpPr>
      <dsp:spPr>
        <a:xfrm>
          <a:off x="0" y="1691489"/>
          <a:ext cx="81280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latin typeface="Arial"/>
              <a:cs typeface="Arial"/>
            </a:rPr>
            <a:t> </a:t>
          </a:r>
          <a:r>
            <a:rPr lang="en-US" sz="2000" b="1" kern="1200">
              <a:latin typeface="Arial"/>
              <a:cs typeface="Arial"/>
            </a:rPr>
            <a:t>6/19: 11am-12am</a:t>
          </a:r>
          <a:endParaRPr lang="en-US" sz="2000" b="1" kern="1200"/>
        </a:p>
      </dsp:txBody>
      <dsp:txXfrm>
        <a:off x="0" y="1691489"/>
        <a:ext cx="8128000" cy="414000"/>
      </dsp:txXfrm>
    </dsp:sp>
    <dsp:sp modelId="{CE454CD2-109B-4375-A7D4-EADA452E90A9}">
      <dsp:nvSpPr>
        <dsp:cNvPr id="0" name=""/>
        <dsp:cNvSpPr/>
      </dsp:nvSpPr>
      <dsp:spPr>
        <a:xfrm>
          <a:off x="0" y="2105489"/>
          <a:ext cx="81280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Font typeface="Arial" panose="020B0604020202020204" pitchFamily="34" charset="0"/>
            <a:buNone/>
          </a:pPr>
          <a:r>
            <a:rPr lang="en-US" sz="2500" kern="1200">
              <a:latin typeface="Arial"/>
              <a:cs typeface="Arial"/>
            </a:rPr>
            <a:t>Industry Day</a:t>
          </a:r>
          <a:endParaRPr lang="en-US" sz="2500" b="1" kern="1200"/>
        </a:p>
      </dsp:txBody>
      <dsp:txXfrm>
        <a:off x="29271" y="2134760"/>
        <a:ext cx="8069458" cy="541083"/>
      </dsp:txXfrm>
    </dsp:sp>
    <dsp:sp modelId="{6E1B0A1F-D6E7-450C-B5F3-6646BCBDD4C4}">
      <dsp:nvSpPr>
        <dsp:cNvPr id="0" name=""/>
        <dsp:cNvSpPr/>
      </dsp:nvSpPr>
      <dsp:spPr>
        <a:xfrm>
          <a:off x="0" y="2705114"/>
          <a:ext cx="81280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Font typeface="Arial" panose="020B0604020202020204" pitchFamily="34" charset="0"/>
            <a:buChar char="•"/>
          </a:pPr>
          <a:r>
            <a:rPr lang="en-US" sz="2000" b="1" kern="1200">
              <a:latin typeface="Arial"/>
              <a:cs typeface="Arial"/>
            </a:rPr>
            <a:t>6/20: 3pm-4pm</a:t>
          </a:r>
          <a:endParaRPr lang="en-US" sz="2000" kern="1200"/>
        </a:p>
      </dsp:txBody>
      <dsp:txXfrm>
        <a:off x="0" y="2705114"/>
        <a:ext cx="8128000" cy="414000"/>
      </dsp:txXfrm>
    </dsp:sp>
    <dsp:sp modelId="{7D9EB377-2B8B-4054-A93F-97F6C7EE4E42}">
      <dsp:nvSpPr>
        <dsp:cNvPr id="0" name=""/>
        <dsp:cNvSpPr/>
      </dsp:nvSpPr>
      <dsp:spPr>
        <a:xfrm>
          <a:off x="0" y="3119114"/>
          <a:ext cx="81280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Font typeface="Arial" panose="020B0604020202020204" pitchFamily="34" charset="0"/>
            <a:buNone/>
          </a:pPr>
          <a:r>
            <a:rPr lang="en-US" sz="2500" kern="1200">
              <a:latin typeface="Arial"/>
              <a:cs typeface="Arial"/>
            </a:rPr>
            <a:t>Office Hours</a:t>
          </a:r>
          <a:endParaRPr lang="en-US" sz="2500" kern="1200"/>
        </a:p>
      </dsp:txBody>
      <dsp:txXfrm>
        <a:off x="29271" y="3148385"/>
        <a:ext cx="8069458" cy="541083"/>
      </dsp:txXfrm>
    </dsp:sp>
    <dsp:sp modelId="{36DA9071-2B85-4C65-B746-53DD688F027A}">
      <dsp:nvSpPr>
        <dsp:cNvPr id="0" name=""/>
        <dsp:cNvSpPr/>
      </dsp:nvSpPr>
      <dsp:spPr>
        <a:xfrm>
          <a:off x="0" y="3718739"/>
          <a:ext cx="8128000"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Font typeface="Arial" panose="020B0604020202020204" pitchFamily="34" charset="0"/>
            <a:buChar char="•"/>
          </a:pPr>
          <a:r>
            <a:rPr lang="en-US" sz="2000" kern="1200">
              <a:latin typeface="Arial"/>
              <a:cs typeface="Arial"/>
            </a:rPr>
            <a:t>Weekly starting 6/24 until demo day (Specific Day: TBD)</a:t>
          </a:r>
          <a:endParaRPr lang="en-US" sz="2000" kern="1200"/>
        </a:p>
      </dsp:txBody>
      <dsp:txXfrm>
        <a:off x="0" y="3718739"/>
        <a:ext cx="8128000" cy="414000"/>
      </dsp:txXfrm>
    </dsp:sp>
    <dsp:sp modelId="{A88EFE35-36F6-4F5D-8956-E6BF065F6FE5}">
      <dsp:nvSpPr>
        <dsp:cNvPr id="0" name=""/>
        <dsp:cNvSpPr/>
      </dsp:nvSpPr>
      <dsp:spPr>
        <a:xfrm>
          <a:off x="0" y="4132739"/>
          <a:ext cx="8128000" cy="599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latin typeface="Arial"/>
              <a:cs typeface="Arial"/>
            </a:rPr>
            <a:t>Team Breakouts </a:t>
          </a:r>
          <a:endParaRPr lang="en-US" sz="2500" kern="1200"/>
        </a:p>
      </dsp:txBody>
      <dsp:txXfrm>
        <a:off x="29271" y="4162010"/>
        <a:ext cx="8069458" cy="541083"/>
      </dsp:txXfrm>
    </dsp:sp>
    <dsp:sp modelId="{C181CD02-3255-4C93-9497-D38C5854BE49}">
      <dsp:nvSpPr>
        <dsp:cNvPr id="0" name=""/>
        <dsp:cNvSpPr/>
      </dsp:nvSpPr>
      <dsp:spPr>
        <a:xfrm>
          <a:off x="0" y="4732364"/>
          <a:ext cx="8128000" cy="608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latin typeface="Arial"/>
              <a:cs typeface="Arial"/>
            </a:rPr>
            <a:t>Suggesting that the team meets at least once every week but, teams have the choice to choose their own cadence. </a:t>
          </a:r>
          <a:endParaRPr lang="en-US" sz="2000" kern="1200"/>
        </a:p>
      </dsp:txBody>
      <dsp:txXfrm>
        <a:off x="0" y="4732364"/>
        <a:ext cx="8128000" cy="6080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5F405-034C-4D3E-8623-C4AD3684A992}">
      <dsp:nvSpPr>
        <dsp:cNvPr id="0" name=""/>
        <dsp:cNvSpPr/>
      </dsp:nvSpPr>
      <dsp:spPr>
        <a:xfrm>
          <a:off x="0" y="30723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2A4630-E382-4458-8893-9FA0D09CC47F}">
      <dsp:nvSpPr>
        <dsp:cNvPr id="0" name=""/>
        <dsp:cNvSpPr/>
      </dsp:nvSpPr>
      <dsp:spPr>
        <a:xfrm>
          <a:off x="406400" y="56313"/>
          <a:ext cx="5689600" cy="501840"/>
        </a:xfrm>
        <a:prstGeom prst="roundRect">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Perform with excellence</a:t>
          </a:r>
        </a:p>
      </dsp:txBody>
      <dsp:txXfrm>
        <a:off x="430898" y="80811"/>
        <a:ext cx="5640604" cy="452844"/>
      </dsp:txXfrm>
    </dsp:sp>
    <dsp:sp modelId="{BD727177-F367-482B-8600-8D8CBF12B7B6}">
      <dsp:nvSpPr>
        <dsp:cNvPr id="0" name=""/>
        <dsp:cNvSpPr/>
      </dsp:nvSpPr>
      <dsp:spPr>
        <a:xfrm>
          <a:off x="0" y="107835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91E150-A013-4EF6-BE21-79DE76A39E82}">
      <dsp:nvSpPr>
        <dsp:cNvPr id="0" name=""/>
        <dsp:cNvSpPr/>
      </dsp:nvSpPr>
      <dsp:spPr>
        <a:xfrm>
          <a:off x="406400" y="827433"/>
          <a:ext cx="5689600" cy="501840"/>
        </a:xfrm>
        <a:prstGeom prst="roundRect">
          <a:avLst/>
        </a:prstGeom>
        <a:solidFill>
          <a:schemeClr val="accent1">
            <a:shade val="80000"/>
            <a:hueOff val="58214"/>
            <a:satOff val="-1043"/>
            <a:lumOff val="443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Model personal integrity and accountability</a:t>
          </a:r>
        </a:p>
      </dsp:txBody>
      <dsp:txXfrm>
        <a:off x="430898" y="851931"/>
        <a:ext cx="5640604" cy="452844"/>
      </dsp:txXfrm>
    </dsp:sp>
    <dsp:sp modelId="{4A624357-065F-483F-8CAE-D5082219E5C3}">
      <dsp:nvSpPr>
        <dsp:cNvPr id="0" name=""/>
        <dsp:cNvSpPr/>
      </dsp:nvSpPr>
      <dsp:spPr>
        <a:xfrm>
          <a:off x="0" y="184947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845D46-058A-436C-8CEB-5C3391D24BC2}">
      <dsp:nvSpPr>
        <dsp:cNvPr id="0" name=""/>
        <dsp:cNvSpPr/>
      </dsp:nvSpPr>
      <dsp:spPr>
        <a:xfrm>
          <a:off x="406400" y="1598553"/>
          <a:ext cx="5689600" cy="501840"/>
        </a:xfrm>
        <a:prstGeom prst="roundRect">
          <a:avLst/>
        </a:prstGeom>
        <a:solidFill>
          <a:schemeClr val="accent1">
            <a:shade val="80000"/>
            <a:hueOff val="116428"/>
            <a:satOff val="-2085"/>
            <a:lumOff val="8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Don’t be afraid to ask questions</a:t>
          </a:r>
        </a:p>
      </dsp:txBody>
      <dsp:txXfrm>
        <a:off x="430898" y="1623051"/>
        <a:ext cx="5640604" cy="452844"/>
      </dsp:txXfrm>
    </dsp:sp>
    <dsp:sp modelId="{D7D53B92-F2CD-4D1C-BD44-C42962CF7456}">
      <dsp:nvSpPr>
        <dsp:cNvPr id="0" name=""/>
        <dsp:cNvSpPr/>
      </dsp:nvSpPr>
      <dsp:spPr>
        <a:xfrm>
          <a:off x="0" y="262059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DB871C-BA6F-435E-914C-B659686C8EBF}">
      <dsp:nvSpPr>
        <dsp:cNvPr id="0" name=""/>
        <dsp:cNvSpPr/>
      </dsp:nvSpPr>
      <dsp:spPr>
        <a:xfrm>
          <a:off x="406400" y="2369673"/>
          <a:ext cx="5689600" cy="501840"/>
        </a:xfrm>
        <a:prstGeom prst="roundRect">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Apply a growth mindset</a:t>
          </a:r>
        </a:p>
      </dsp:txBody>
      <dsp:txXfrm>
        <a:off x="430898" y="2394171"/>
        <a:ext cx="5640604" cy="452844"/>
      </dsp:txXfrm>
    </dsp:sp>
    <dsp:sp modelId="{E976D45F-C46B-4D53-AE53-8DB872FB8613}">
      <dsp:nvSpPr>
        <dsp:cNvPr id="0" name=""/>
        <dsp:cNvSpPr/>
      </dsp:nvSpPr>
      <dsp:spPr>
        <a:xfrm>
          <a:off x="0" y="339171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550D32-AC9B-4789-8642-918CC870D289}">
      <dsp:nvSpPr>
        <dsp:cNvPr id="0" name=""/>
        <dsp:cNvSpPr/>
      </dsp:nvSpPr>
      <dsp:spPr>
        <a:xfrm>
          <a:off x="406400" y="3140793"/>
          <a:ext cx="5689600" cy="501840"/>
        </a:xfrm>
        <a:prstGeom prst="roundRect">
          <a:avLst/>
        </a:prstGeom>
        <a:solidFill>
          <a:schemeClr val="accent1">
            <a:shade val="80000"/>
            <a:hueOff val="232855"/>
            <a:satOff val="-4171"/>
            <a:lumOff val="177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Prioritize the Intern Program events (site and project)</a:t>
          </a:r>
        </a:p>
      </dsp:txBody>
      <dsp:txXfrm>
        <a:off x="430898" y="3165291"/>
        <a:ext cx="5640604" cy="452844"/>
      </dsp:txXfrm>
    </dsp:sp>
    <dsp:sp modelId="{D69D1584-DD78-4092-8B74-1FAB5F24F8FA}">
      <dsp:nvSpPr>
        <dsp:cNvPr id="0" name=""/>
        <dsp:cNvSpPr/>
      </dsp:nvSpPr>
      <dsp:spPr>
        <a:xfrm>
          <a:off x="0" y="416283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3D6CF6-8E66-4B58-AC9E-C6ABABC05164}">
      <dsp:nvSpPr>
        <dsp:cNvPr id="0" name=""/>
        <dsp:cNvSpPr/>
      </dsp:nvSpPr>
      <dsp:spPr>
        <a:xfrm>
          <a:off x="406400" y="3911913"/>
          <a:ext cx="5689600" cy="501840"/>
        </a:xfrm>
        <a:prstGeom prst="roundRect">
          <a:avLst/>
        </a:prstGeom>
        <a:solidFill>
          <a:schemeClr val="accent1">
            <a:shade val="80000"/>
            <a:hueOff val="291069"/>
            <a:satOff val="-5213"/>
            <a:lumOff val="221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Charge your time accurately</a:t>
          </a:r>
        </a:p>
      </dsp:txBody>
      <dsp:txXfrm>
        <a:off x="430898" y="3936411"/>
        <a:ext cx="5640604" cy="452844"/>
      </dsp:txXfrm>
    </dsp:sp>
    <dsp:sp modelId="{F46A5795-75CA-473F-BB39-E4638D858686}">
      <dsp:nvSpPr>
        <dsp:cNvPr id="0" name=""/>
        <dsp:cNvSpPr/>
      </dsp:nvSpPr>
      <dsp:spPr>
        <a:xfrm>
          <a:off x="0" y="4933953"/>
          <a:ext cx="8128000" cy="428400"/>
        </a:xfrm>
        <a:prstGeom prst="rect">
          <a:avLst/>
        </a:prstGeom>
        <a:solidFill>
          <a:schemeClr val="lt1">
            <a:alpha val="90000"/>
            <a:hueOff val="0"/>
            <a:satOff val="0"/>
            <a:lumOff val="0"/>
            <a:alphaOff val="0"/>
          </a:scheme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B448EC-65E3-42EB-9365-29951F150F23}">
      <dsp:nvSpPr>
        <dsp:cNvPr id="0" name=""/>
        <dsp:cNvSpPr/>
      </dsp:nvSpPr>
      <dsp:spPr>
        <a:xfrm>
          <a:off x="406400" y="4683033"/>
          <a:ext cx="5689600" cy="501840"/>
        </a:xfrm>
        <a:prstGeom prst="roundRect">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755650">
            <a:lnSpc>
              <a:spcPct val="90000"/>
            </a:lnSpc>
            <a:spcBef>
              <a:spcPct val="0"/>
            </a:spcBef>
            <a:spcAft>
              <a:spcPct val="35000"/>
            </a:spcAft>
            <a:buNone/>
          </a:pPr>
          <a:r>
            <a:rPr lang="en-US" sz="1700" kern="1200"/>
            <a:t>Have fun!</a:t>
          </a:r>
        </a:p>
      </dsp:txBody>
      <dsp:txXfrm>
        <a:off x="430898" y="4707531"/>
        <a:ext cx="5640604"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13310C-3ED4-4C93-84FA-39EDF427972F}" type="datetimeFigureOut">
              <a:rPr lang="en-US" smtClean="0"/>
              <a:t>3/26/2025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BAB69-F327-4B0B-A8D8-23AA5410FFE4}" type="slidenum">
              <a:rPr lang="en-US" smtClean="0"/>
              <a:t>‹#›</a:t>
            </a:fld>
            <a:endParaRPr lang="en-US"/>
          </a:p>
        </p:txBody>
      </p:sp>
    </p:spTree>
    <p:extLst>
      <p:ext uri="{BB962C8B-B14F-4D97-AF65-F5344CB8AC3E}">
        <p14:creationId xmlns:p14="http://schemas.microsoft.com/office/powerpoint/2010/main" val="655116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a:t>
            </a:fld>
            <a:endParaRPr lang="en-US"/>
          </a:p>
        </p:txBody>
      </p:sp>
    </p:spTree>
    <p:extLst>
      <p:ext uri="{BB962C8B-B14F-4D97-AF65-F5344CB8AC3E}">
        <p14:creationId xmlns:p14="http://schemas.microsoft.com/office/powerpoint/2010/main" val="4216285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2</a:t>
            </a:fld>
            <a:endParaRPr lang="en-US"/>
          </a:p>
        </p:txBody>
      </p:sp>
    </p:spTree>
    <p:extLst>
      <p:ext uri="{BB962C8B-B14F-4D97-AF65-F5344CB8AC3E}">
        <p14:creationId xmlns:p14="http://schemas.microsoft.com/office/powerpoint/2010/main" val="3838149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F5F514-E216-4B0B-9B33-6FEA2EC08AD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8247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a:t>
            </a:r>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4</a:t>
            </a:fld>
            <a:endParaRPr lang="en-US"/>
          </a:p>
        </p:txBody>
      </p:sp>
    </p:spTree>
    <p:extLst>
      <p:ext uri="{BB962C8B-B14F-4D97-AF65-F5344CB8AC3E}">
        <p14:creationId xmlns:p14="http://schemas.microsoft.com/office/powerpoint/2010/main" val="2900682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5</a:t>
            </a:fld>
            <a:endParaRPr lang="en-US"/>
          </a:p>
        </p:txBody>
      </p:sp>
    </p:spTree>
    <p:extLst>
      <p:ext uri="{BB962C8B-B14F-4D97-AF65-F5344CB8AC3E}">
        <p14:creationId xmlns:p14="http://schemas.microsoft.com/office/powerpoint/2010/main" val="734289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6</a:t>
            </a:fld>
            <a:endParaRPr lang="en-US"/>
          </a:p>
        </p:txBody>
      </p:sp>
    </p:spTree>
    <p:extLst>
      <p:ext uri="{BB962C8B-B14F-4D97-AF65-F5344CB8AC3E}">
        <p14:creationId xmlns:p14="http://schemas.microsoft.com/office/powerpoint/2010/main" val="2754535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7</a:t>
            </a:fld>
            <a:endParaRPr lang="en-US"/>
          </a:p>
        </p:txBody>
      </p:sp>
    </p:spTree>
    <p:extLst>
      <p:ext uri="{BB962C8B-B14F-4D97-AF65-F5344CB8AC3E}">
        <p14:creationId xmlns:p14="http://schemas.microsoft.com/office/powerpoint/2010/main" val="830632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8</a:t>
            </a:fld>
            <a:endParaRPr lang="en-US"/>
          </a:p>
        </p:txBody>
      </p:sp>
    </p:spTree>
    <p:extLst>
      <p:ext uri="{BB962C8B-B14F-4D97-AF65-F5344CB8AC3E}">
        <p14:creationId xmlns:p14="http://schemas.microsoft.com/office/powerpoint/2010/main" val="380395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9</a:t>
            </a:fld>
            <a:endParaRPr lang="en-US"/>
          </a:p>
        </p:txBody>
      </p:sp>
    </p:spTree>
    <p:extLst>
      <p:ext uri="{BB962C8B-B14F-4D97-AF65-F5344CB8AC3E}">
        <p14:creationId xmlns:p14="http://schemas.microsoft.com/office/powerpoint/2010/main" val="1601556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10</a:t>
            </a:fld>
            <a:endParaRPr lang="en-US"/>
          </a:p>
        </p:txBody>
      </p:sp>
    </p:spTree>
    <p:extLst>
      <p:ext uri="{BB962C8B-B14F-4D97-AF65-F5344CB8AC3E}">
        <p14:creationId xmlns:p14="http://schemas.microsoft.com/office/powerpoint/2010/main" val="3534035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11</a:t>
            </a:fld>
            <a:endParaRPr lang="en-US"/>
          </a:p>
        </p:txBody>
      </p:sp>
    </p:spTree>
    <p:extLst>
      <p:ext uri="{BB962C8B-B14F-4D97-AF65-F5344CB8AC3E}">
        <p14:creationId xmlns:p14="http://schemas.microsoft.com/office/powerpoint/2010/main" val="2183282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12</a:t>
            </a:fld>
            <a:endParaRPr lang="en-US"/>
          </a:p>
        </p:txBody>
      </p:sp>
    </p:spTree>
    <p:extLst>
      <p:ext uri="{BB962C8B-B14F-4D97-AF65-F5344CB8AC3E}">
        <p14:creationId xmlns:p14="http://schemas.microsoft.com/office/powerpoint/2010/main" val="2134333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13</a:t>
            </a:fld>
            <a:endParaRPr lang="en-US"/>
          </a:p>
        </p:txBody>
      </p:sp>
    </p:spTree>
    <p:extLst>
      <p:ext uri="{BB962C8B-B14F-4D97-AF65-F5344CB8AC3E}">
        <p14:creationId xmlns:p14="http://schemas.microsoft.com/office/powerpoint/2010/main" val="2393107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14</a:t>
            </a:fld>
            <a:endParaRPr lang="en-US"/>
          </a:p>
        </p:txBody>
      </p:sp>
    </p:spTree>
    <p:extLst>
      <p:ext uri="{BB962C8B-B14F-4D97-AF65-F5344CB8AC3E}">
        <p14:creationId xmlns:p14="http://schemas.microsoft.com/office/powerpoint/2010/main" val="397502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a:p>
            <a:endParaRPr lang="en-US"/>
          </a:p>
        </p:txBody>
      </p:sp>
      <p:sp>
        <p:nvSpPr>
          <p:cNvPr id="5" name="Footer Placeholder 4"/>
          <p:cNvSpPr>
            <a:spLocks noGrp="1"/>
          </p:cNvSpPr>
          <p:nvPr>
            <p:ph type="ftr" sz="quarter" idx="4"/>
          </p:nvPr>
        </p:nvSpPr>
        <p:spPr/>
        <p:txBody>
          <a:bodyPr/>
          <a:lstStyle/>
          <a:p>
            <a:endParaRPr lang="en-US"/>
          </a:p>
          <a:p>
            <a:endParaRPr lang="en-US"/>
          </a:p>
        </p:txBody>
      </p:sp>
      <p:sp>
        <p:nvSpPr>
          <p:cNvPr id="6" name="Slide Number Placeholder 5"/>
          <p:cNvSpPr>
            <a:spLocks noGrp="1"/>
          </p:cNvSpPr>
          <p:nvPr>
            <p:ph type="sldNum" sz="quarter" idx="5"/>
          </p:nvPr>
        </p:nvSpPr>
        <p:spPr/>
        <p:txBody>
          <a:bodyPr/>
          <a:lstStyle/>
          <a:p>
            <a:fld id="{91F5F514-E216-4B0B-9B33-6FEA2EC08AD4}" type="slidenum">
              <a:rPr lang="en-US" smtClean="0"/>
              <a:t>15</a:t>
            </a:fld>
            <a:endParaRPr lang="en-US"/>
          </a:p>
        </p:txBody>
      </p:sp>
    </p:spTree>
    <p:extLst>
      <p:ext uri="{BB962C8B-B14F-4D97-AF65-F5344CB8AC3E}">
        <p14:creationId xmlns:p14="http://schemas.microsoft.com/office/powerpoint/2010/main" val="90243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ue Title Slide">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33F7BAC-152D-C166-040A-38B037DED7D8}"/>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302EBD48-AA04-F31C-CE37-AA09A6C7897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978359E-23FB-0B43-1994-7B1EE96D6309}"/>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891FA71E-0212-4DBE-A395-9FE7E0C98054}"/>
              </a:ext>
            </a:extLst>
          </p:cNvPr>
          <p:cNvSpPr/>
          <p:nvPr userDrawn="1"/>
        </p:nvSpPr>
        <p:spPr>
          <a:xfrm>
            <a:off x="-1" y="-94883"/>
            <a:ext cx="12192001" cy="4803982"/>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chemeClr val="bg1"/>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12393510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1782558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losing Slide">
    <p:bg>
      <p:bgPr>
        <a:solidFill>
          <a:srgbClr val="00347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0824" y="2670048"/>
            <a:ext cx="8092440" cy="1222216"/>
          </a:xfrm>
          <a:prstGeom prst="rect">
            <a:avLst/>
          </a:prstGeom>
        </p:spPr>
      </p:pic>
    </p:spTree>
    <p:extLst>
      <p:ext uri="{BB962C8B-B14F-4D97-AF65-F5344CB8AC3E}">
        <p14:creationId xmlns:p14="http://schemas.microsoft.com/office/powerpoint/2010/main" val="3988299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ictures with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8" y="4635698"/>
            <a:ext cx="2999232"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78624"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459252"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C9FBEC01-9F7C-4B40-BB53-7CA71DF23C74}"/>
              </a:ext>
            </a:extLst>
          </p:cNvPr>
          <p:cNvSpPr>
            <a:spLocks noGrp="1"/>
          </p:cNvSpPr>
          <p:nvPr>
            <p:ph type="pic" sz="quarter" idx="26"/>
          </p:nvPr>
        </p:nvSpPr>
        <p:spPr>
          <a:xfrm>
            <a:off x="609598" y="1550504"/>
            <a:ext cx="2999232" cy="2961861"/>
          </a:xfrm>
          <a:prstGeom prst="rect">
            <a:avLst/>
          </a:prstGeom>
        </p:spPr>
        <p:txBody>
          <a:bodyPr/>
          <a:lstStyle>
            <a:lvl1pPr marL="0" indent="0">
              <a:buNone/>
              <a:defRPr/>
            </a:lvl1pPr>
          </a:lstStyle>
          <a:p>
            <a:r>
              <a:rPr lang="en-US"/>
              <a:t>Click icon to add picture</a:t>
            </a:r>
          </a:p>
        </p:txBody>
      </p:sp>
      <p:sp>
        <p:nvSpPr>
          <p:cNvPr id="21" name="Picture Placeholder 2">
            <a:extLst>
              <a:ext uri="{FF2B5EF4-FFF2-40B4-BE49-F238E27FC236}">
                <a16:creationId xmlns:a16="http://schemas.microsoft.com/office/drawing/2014/main" id="{72BC0D6B-8A30-40EF-AB45-BA0C194FDCFF}"/>
              </a:ext>
            </a:extLst>
          </p:cNvPr>
          <p:cNvSpPr>
            <a:spLocks noGrp="1"/>
          </p:cNvSpPr>
          <p:nvPr>
            <p:ph type="pic" sz="quarter" idx="27"/>
          </p:nvPr>
        </p:nvSpPr>
        <p:spPr>
          <a:xfrm>
            <a:off x="4578624" y="1550504"/>
            <a:ext cx="2998301" cy="2961861"/>
          </a:xfrm>
          <a:prstGeom prst="rect">
            <a:avLst/>
          </a:prstGeom>
        </p:spPr>
        <p:txBody>
          <a:bodyPr/>
          <a:lstStyle>
            <a:lvl1pPr marL="0" indent="0">
              <a:buNone/>
              <a:defRPr/>
            </a:lvl1pPr>
          </a:lstStyle>
          <a:p>
            <a:r>
              <a:rPr lang="en-US"/>
              <a:t>Click icon to add picture</a:t>
            </a:r>
          </a:p>
        </p:txBody>
      </p:sp>
      <p:sp>
        <p:nvSpPr>
          <p:cNvPr id="22" name="Picture Placeholder 2">
            <a:extLst>
              <a:ext uri="{FF2B5EF4-FFF2-40B4-BE49-F238E27FC236}">
                <a16:creationId xmlns:a16="http://schemas.microsoft.com/office/drawing/2014/main" id="{8957662E-BFCE-48F9-862F-DF8DE0A7D641}"/>
              </a:ext>
            </a:extLst>
          </p:cNvPr>
          <p:cNvSpPr>
            <a:spLocks noGrp="1"/>
          </p:cNvSpPr>
          <p:nvPr>
            <p:ph type="pic" sz="quarter" idx="28"/>
          </p:nvPr>
        </p:nvSpPr>
        <p:spPr>
          <a:xfrm>
            <a:off x="8459252" y="1553128"/>
            <a:ext cx="2998301" cy="2961861"/>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128288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ue Title Slide">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33F7BAC-152D-C166-040A-38B037DED7D8}"/>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302EBD48-AA04-F31C-CE37-AA09A6C7897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978359E-23FB-0B43-1994-7B1EE96D6309}"/>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891FA71E-0212-4DBE-A395-9FE7E0C98054}"/>
              </a:ext>
            </a:extLst>
          </p:cNvPr>
          <p:cNvSpPr/>
          <p:nvPr userDrawn="1"/>
        </p:nvSpPr>
        <p:spPr>
          <a:xfrm>
            <a:off x="-1" y="-94883"/>
            <a:ext cx="12192001" cy="4803982"/>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chemeClr val="bg1"/>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21041312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hite Title Slid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0CED8CA-A72F-AF21-6058-B4237E952BC4}"/>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1A84C06C-A6FA-A596-03FA-7AE5AFA459C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59D86A-95E7-9D68-C20E-16547174097B}"/>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0C6617D5-B90F-45FD-B3DA-A0A816BE6062}"/>
              </a:ext>
            </a:extLst>
          </p:cNvPr>
          <p:cNvSpPr/>
          <p:nvPr userDrawn="1"/>
        </p:nvSpPr>
        <p:spPr>
          <a:xfrm>
            <a:off x="0" y="4661452"/>
            <a:ext cx="12191999" cy="8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13247597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lt Title Slide Three Images">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ECD94B9-DFF9-807C-B9A1-77549D5D25B1}"/>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05840EFC-BB72-97B2-E7BE-58DC1EF3C82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5A6C6A6-4E1E-C018-A755-D4F7FD9AEB3C}"/>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28"/>
            <a:ext cx="4052888" cy="4661481"/>
          </a:xfrm>
          <a:prstGeom prst="rect">
            <a:avLst/>
          </a:prstGeom>
        </p:spPr>
        <p:txBody>
          <a:bodyPr anchor="ctr"/>
          <a:lstStyle>
            <a:lvl1pPr marL="0" indent="0" algn="ctr">
              <a:buNone/>
              <a:defRPr/>
            </a:lvl1pPr>
          </a:lstStyle>
          <a:p>
            <a:r>
              <a:rPr lang="en-US"/>
              <a:t>Click icon to add picture</a:t>
            </a:r>
          </a:p>
        </p:txBody>
      </p:sp>
      <p:sp>
        <p:nvSpPr>
          <p:cNvPr id="12" name="Picture Placeholder 3">
            <a:extLst>
              <a:ext uri="{FF2B5EF4-FFF2-40B4-BE49-F238E27FC236}">
                <a16:creationId xmlns:a16="http://schemas.microsoft.com/office/drawing/2014/main" id="{2E7EBE47-C42F-463E-A18D-5FA034BA22CD}"/>
              </a:ext>
            </a:extLst>
          </p:cNvPr>
          <p:cNvSpPr>
            <a:spLocks noGrp="1"/>
          </p:cNvSpPr>
          <p:nvPr>
            <p:ph type="pic" sz="quarter" idx="27"/>
          </p:nvPr>
        </p:nvSpPr>
        <p:spPr>
          <a:xfrm>
            <a:off x="4069556" y="-28"/>
            <a:ext cx="4052888" cy="4661481"/>
          </a:xfrm>
          <a:prstGeom prst="rect">
            <a:avLst/>
          </a:prstGeom>
        </p:spPr>
        <p:txBody>
          <a:bodyPr anchor="ctr"/>
          <a:lstStyle>
            <a:lvl1pPr marL="0" indent="0" algn="ctr">
              <a:buNone/>
              <a:defRPr/>
            </a:lvl1pPr>
          </a:lstStyle>
          <a:p>
            <a:r>
              <a:rPr lang="en-US"/>
              <a:t>Click icon to add picture</a:t>
            </a:r>
          </a:p>
        </p:txBody>
      </p:sp>
      <p:sp>
        <p:nvSpPr>
          <p:cNvPr id="13" name="Picture Placeholder 3">
            <a:extLst>
              <a:ext uri="{FF2B5EF4-FFF2-40B4-BE49-F238E27FC236}">
                <a16:creationId xmlns:a16="http://schemas.microsoft.com/office/drawing/2014/main" id="{8328F9AF-62EA-4F6E-BF8B-65716F02AC8D}"/>
              </a:ext>
            </a:extLst>
          </p:cNvPr>
          <p:cNvSpPr>
            <a:spLocks noGrp="1"/>
          </p:cNvSpPr>
          <p:nvPr>
            <p:ph type="pic" sz="quarter" idx="28"/>
          </p:nvPr>
        </p:nvSpPr>
        <p:spPr>
          <a:xfrm>
            <a:off x="8139112" y="-28"/>
            <a:ext cx="4052888" cy="4661481"/>
          </a:xfrm>
          <a:prstGeom prst="rect">
            <a:avLst/>
          </a:prstGeom>
        </p:spPr>
        <p:txBody>
          <a:bodyPr anchor="ctr"/>
          <a:lstStyle>
            <a:lvl1pPr marL="0" indent="0" algn="ctr">
              <a:buNone/>
              <a:defRPr/>
            </a:lvl1pPr>
          </a:lstStyle>
          <a:p>
            <a:r>
              <a:rPr lang="en-US"/>
              <a:t>Click icon to add picture</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3DA93E-93EF-F094-1611-02708914352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5535807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tl Title Slide One Imag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B6E6071-A85C-040F-9013-6AEEC1A87633}"/>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F9469CC1-D66A-0D10-A801-C48C66F8BF79}"/>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F7C3730-9678-0626-8486-94705E3F7965}"/>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10188"/>
            <a:ext cx="12191998" cy="4661481"/>
          </a:xfrm>
          <a:prstGeom prst="rect">
            <a:avLst/>
          </a:prstGeom>
        </p:spPr>
        <p:txBody>
          <a:bodyPr anchor="ctr"/>
          <a:lstStyle>
            <a:lvl1pPr marL="0" indent="0" algn="ctr">
              <a:buNone/>
              <a:defRPr/>
            </a:lvl1pPr>
          </a:lstStyle>
          <a:p>
            <a:r>
              <a:rPr lang="en-US"/>
              <a:t>Click icon to add picture</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99DD66F-5F4F-A64F-AA49-73E46708F31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7158815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call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570CFE-0D40-4114-88B7-2BA43DB1FF3B}"/>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 Placeholder 3">
            <a:extLst>
              <a:ext uri="{FF2B5EF4-FFF2-40B4-BE49-F238E27FC236}">
                <a16:creationId xmlns:a16="http://schemas.microsoft.com/office/drawing/2014/main" id="{F41C60BF-CFA2-410A-B843-9CEAFCB519FD}"/>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600"/>
              </a:spcAft>
              <a:buNone/>
              <a:defRPr sz="1800"/>
            </a:lvl1pPr>
            <a:lvl2pPr marL="457200" indent="0">
              <a:lnSpc>
                <a:spcPct val="100000"/>
              </a:lnSpc>
              <a:spcBef>
                <a:spcPts val="600"/>
              </a:spcBef>
              <a:spcAft>
                <a:spcPts val="600"/>
              </a:spcAft>
              <a:buFont typeface="Symbol" panose="05050102010706020507" pitchFamily="18" charset="2"/>
              <a:buNone/>
              <a:defRPr sz="1800"/>
            </a:lvl2pPr>
            <a:lvl3pPr marL="914400" indent="0">
              <a:lnSpc>
                <a:spcPct val="100000"/>
              </a:lnSpc>
              <a:spcBef>
                <a:spcPts val="600"/>
              </a:spcBef>
              <a:spcAft>
                <a:spcPts val="600"/>
              </a:spcAft>
              <a:buNone/>
              <a:defRPr sz="1600"/>
            </a:lvl3pPr>
            <a:lvl4pPr marL="1371600" indent="0">
              <a:lnSpc>
                <a:spcPct val="100000"/>
              </a:lnSpc>
              <a:spcBef>
                <a:spcPts val="600"/>
              </a:spcBef>
              <a:spcAft>
                <a:spcPts val="600"/>
              </a:spcAft>
              <a:buFont typeface="Symbol" panose="05050102010706020507" pitchFamily="18" charset="2"/>
              <a:buNone/>
              <a:defRPr sz="1400"/>
            </a:lvl4pPr>
            <a:lvl5pPr marL="1828800" indent="0">
              <a:lnSpc>
                <a:spcPct val="100000"/>
              </a:lnSpc>
              <a:spcBef>
                <a:spcPts val="600"/>
              </a:spcBef>
              <a:spcAft>
                <a:spcPts val="600"/>
              </a:spcAft>
              <a:buNone/>
              <a:defRPr sz="1400"/>
            </a:lvl5pPr>
            <a:lvl6pPr marL="2286000" indent="0">
              <a:lnSpc>
                <a:spcPct val="100000"/>
              </a:lnSpc>
              <a:spcBef>
                <a:spcPts val="600"/>
              </a:spcBef>
              <a:spcAft>
                <a:spcPts val="600"/>
              </a:spcAft>
              <a:buFont typeface="Symbol" panose="05050102010706020507" pitchFamily="18" charset="2"/>
              <a:buNone/>
              <a:defRPr sz="1400"/>
            </a:lvl6pPr>
          </a:lstStyle>
          <a:p>
            <a:pPr lvl="0"/>
            <a:r>
              <a:rPr lang="en-US"/>
              <a:t>Click to edit text</a:t>
            </a:r>
          </a:p>
          <a:p>
            <a:pPr lvl="0"/>
            <a:endParaRPr lang="en-US"/>
          </a:p>
        </p:txBody>
      </p:sp>
      <p:sp>
        <p:nvSpPr>
          <p:cNvPr id="8" name="Title 1">
            <a:extLst>
              <a:ext uri="{FF2B5EF4-FFF2-40B4-BE49-F238E27FC236}">
                <a16:creationId xmlns:a16="http://schemas.microsoft.com/office/drawing/2014/main" id="{EAF92B20-A5A6-4909-A73A-C6C85E980ED7}"/>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18">
            <a:extLst>
              <a:ext uri="{FF2B5EF4-FFF2-40B4-BE49-F238E27FC236}">
                <a16:creationId xmlns:a16="http://schemas.microsoft.com/office/drawing/2014/main" id="{2262C48F-4708-42DE-8E80-44A3B0CD34B0}"/>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ext Placeholder 12">
            <a:extLst>
              <a:ext uri="{FF2B5EF4-FFF2-40B4-BE49-F238E27FC236}">
                <a16:creationId xmlns:a16="http://schemas.microsoft.com/office/drawing/2014/main" id="{10A8ED32-609D-7C19-DC91-94205136831A}"/>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4" name="Group 13">
            <a:extLst>
              <a:ext uri="{FF2B5EF4-FFF2-40B4-BE49-F238E27FC236}">
                <a16:creationId xmlns:a16="http://schemas.microsoft.com/office/drawing/2014/main" id="{2DFCAB81-8154-13EA-C04E-021F9D8F2C98}"/>
              </a:ext>
            </a:extLst>
          </p:cNvPr>
          <p:cNvGrpSpPr/>
          <p:nvPr userDrawn="1"/>
        </p:nvGrpSpPr>
        <p:grpSpPr>
          <a:xfrm>
            <a:off x="9133049" y="6372686"/>
            <a:ext cx="3058950" cy="485314"/>
            <a:chOff x="9133049" y="6372686"/>
            <a:chExt cx="3058950" cy="485314"/>
          </a:xfrm>
        </p:grpSpPr>
        <p:pic>
          <p:nvPicPr>
            <p:cNvPr id="4" name="Picture 3">
              <a:extLst>
                <a:ext uri="{FF2B5EF4-FFF2-40B4-BE49-F238E27FC236}">
                  <a16:creationId xmlns:a16="http://schemas.microsoft.com/office/drawing/2014/main" id="{397F3881-0CD4-BBC4-DE0D-7670831C26E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B78C58E0-9EB4-F7CA-5A9C-5B895CC67F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069492891"/>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a:lnSpc>
                <a:spcPct val="100000"/>
              </a:lnSpc>
              <a:spcBef>
                <a:spcPts val="600"/>
              </a:spcBef>
              <a:spcAft>
                <a:spcPts val="600"/>
              </a:spcAft>
              <a:defRPr sz="1800"/>
            </a:lvl1pPr>
            <a:lvl2pPr marL="685800" indent="-228600">
              <a:lnSpc>
                <a:spcPct val="100000"/>
              </a:lnSpc>
              <a:spcBef>
                <a:spcPts val="600"/>
              </a:spcBef>
              <a:spcAft>
                <a:spcPts val="600"/>
              </a:spcAft>
              <a:buFont typeface="Symbol" panose="05050102010706020507" pitchFamily="18" charset="2"/>
              <a:buChar char="-"/>
              <a:defRPr sz="1600"/>
            </a:lvl2pPr>
            <a:lvl3pPr>
              <a:lnSpc>
                <a:spcPct val="100000"/>
              </a:lnSpc>
              <a:spcBef>
                <a:spcPts val="600"/>
              </a:spcBef>
              <a:spcAft>
                <a:spcPts val="600"/>
              </a:spcAft>
              <a:defRPr sz="1400"/>
            </a:lvl3pPr>
            <a:lvl4pPr marL="1600200" indent="-228600">
              <a:lnSpc>
                <a:spcPct val="100000"/>
              </a:lnSpc>
              <a:spcBef>
                <a:spcPts val="600"/>
              </a:spcBef>
              <a:spcAft>
                <a:spcPts val="600"/>
              </a:spcAft>
              <a:buFont typeface="Symbol" panose="05050102010706020507" pitchFamily="18" charset="2"/>
              <a:buChar char="-"/>
              <a:defRPr sz="1200"/>
            </a:lvl4pPr>
            <a:lvl5pPr>
              <a:lnSpc>
                <a:spcPct val="100000"/>
              </a:lnSpc>
              <a:spcBef>
                <a:spcPts val="600"/>
              </a:spcBef>
              <a:spcAft>
                <a:spcPts val="600"/>
              </a:spcAft>
              <a:defRPr sz="1200"/>
            </a:lvl5pPr>
            <a:lvl6pPr marL="2514600" indent="-228600">
              <a:lnSpc>
                <a:spcPct val="100000"/>
              </a:lnSpc>
              <a:spcBef>
                <a:spcPts val="600"/>
              </a:spcBef>
              <a:spcAft>
                <a:spcPts val="600"/>
              </a:spcAft>
              <a:buFont typeface="Symbol" panose="05050102010706020507" pitchFamily="18" charset="2"/>
              <a:buChar char="-"/>
              <a:defRPr sz="12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582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815359" y="3970165"/>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12">
            <a:extLst>
              <a:ext uri="{FF2B5EF4-FFF2-40B4-BE49-F238E27FC236}">
                <a16:creationId xmlns:a16="http://schemas.microsoft.com/office/drawing/2014/main" id="{572F4A05-4C17-6B0C-4237-3C99BA564937}"/>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5" name="Group 4">
            <a:extLst>
              <a:ext uri="{FF2B5EF4-FFF2-40B4-BE49-F238E27FC236}">
                <a16:creationId xmlns:a16="http://schemas.microsoft.com/office/drawing/2014/main" id="{BE2B4B07-ED07-4D34-9055-9EC94E13AC2F}"/>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AD3165D5-CC4A-79AC-0A77-539119C2046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AE6AB36C-0DDE-1319-20BE-D93E1A42FB8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381549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Support Image or Char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B15F6E8-53C2-1636-4DE5-37E2A1B24046}"/>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7" name="Text Placeholder 12">
            <a:extLst>
              <a:ext uri="{FF2B5EF4-FFF2-40B4-BE49-F238E27FC236}">
                <a16:creationId xmlns:a16="http://schemas.microsoft.com/office/drawing/2014/main" id="{2CDF49C0-F365-3752-37B3-94BC855DB78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9" name="Text Placeholder 3">
            <a:extLst>
              <a:ext uri="{FF2B5EF4-FFF2-40B4-BE49-F238E27FC236}">
                <a16:creationId xmlns:a16="http://schemas.microsoft.com/office/drawing/2014/main" id="{9EC5017B-E62E-B053-75FD-10DCDD413972}"/>
              </a:ext>
            </a:extLst>
          </p:cNvPr>
          <p:cNvSpPr>
            <a:spLocks noGrp="1"/>
          </p:cNvSpPr>
          <p:nvPr>
            <p:ph type="body" sz="quarter" idx="26" hasCustomPrompt="1"/>
          </p:nvPr>
        </p:nvSpPr>
        <p:spPr>
          <a:xfrm>
            <a:off x="609600" y="1341438"/>
            <a:ext cx="5324061" cy="3970097"/>
          </a:xfrm>
          <a:prstGeom prst="rect">
            <a:avLst/>
          </a:prstGeom>
          <a:solidFill>
            <a:schemeClr val="bg1"/>
          </a:solidFill>
        </p:spPr>
        <p:txBody>
          <a:bodyPr/>
          <a:lstStyle>
            <a:lvl1pPr>
              <a:lnSpc>
                <a:spcPct val="100000"/>
              </a:lnSpc>
              <a:spcBef>
                <a:spcPts val="600"/>
              </a:spcBef>
              <a:defRPr sz="1600"/>
            </a:lvl1pPr>
            <a:lvl2pPr marL="685800" indent="-228600">
              <a:lnSpc>
                <a:spcPct val="100000"/>
              </a:lnSpc>
              <a:spcBef>
                <a:spcPts val="600"/>
              </a:spcBef>
              <a:buFont typeface="Symbol" panose="05050102010706020507" pitchFamily="18" charset="2"/>
              <a:buChar char="-"/>
              <a:defRPr sz="1400"/>
            </a:lvl2pPr>
            <a:lvl3pPr>
              <a:lnSpc>
                <a:spcPct val="100000"/>
              </a:lnSpc>
              <a:spcBef>
                <a:spcPts val="600"/>
              </a:spcBef>
              <a:defRPr sz="1200"/>
            </a:lvl3pPr>
            <a:lvl4pPr marL="1600200" indent="-228600">
              <a:lnSpc>
                <a:spcPct val="100000"/>
              </a:lnSpc>
              <a:spcBef>
                <a:spcPts val="600"/>
              </a:spcBef>
              <a:buFont typeface="Symbol" panose="05050102010706020507" pitchFamily="18" charset="2"/>
              <a:buChar char="-"/>
              <a:defRPr sz="1100"/>
            </a:lvl4pPr>
            <a:lvl5pPr>
              <a:lnSpc>
                <a:spcPct val="100000"/>
              </a:lnSpc>
              <a:spcBef>
                <a:spcPts val="600"/>
              </a:spcBef>
              <a:defRPr sz="1100"/>
            </a:lvl5pPr>
            <a:lvl6pPr marL="2514600" indent="-228600">
              <a:lnSpc>
                <a:spcPct val="100000"/>
              </a:lnSpc>
              <a:spcBef>
                <a:spcPts val="600"/>
              </a:spcBef>
              <a:buFont typeface="Symbol" panose="05050102010706020507" pitchFamily="18" charset="2"/>
              <a:buChar char="-"/>
              <a:defRPr sz="11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3" name="Content Placeholder 3">
            <a:extLst>
              <a:ext uri="{FF2B5EF4-FFF2-40B4-BE49-F238E27FC236}">
                <a16:creationId xmlns:a16="http://schemas.microsoft.com/office/drawing/2014/main" id="{E3E2E5F4-CE7B-6998-ED92-C3DF5BA028BE}"/>
              </a:ext>
            </a:extLst>
          </p:cNvPr>
          <p:cNvSpPr>
            <a:spLocks noGrp="1"/>
          </p:cNvSpPr>
          <p:nvPr>
            <p:ph sz="quarter" idx="27" hasCustomPrompt="1"/>
          </p:nvPr>
        </p:nvSpPr>
        <p:spPr>
          <a:xfrm>
            <a:off x="6096000" y="1189033"/>
            <a:ext cx="5486399" cy="4366941"/>
          </a:xfrm>
          <a:prstGeom prst="rect">
            <a:avLst/>
          </a:prstGeom>
          <a:no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 styles</a:t>
            </a:r>
          </a:p>
        </p:txBody>
      </p:sp>
    </p:spTree>
    <p:extLst>
      <p:ext uri="{BB962C8B-B14F-4D97-AF65-F5344CB8AC3E}">
        <p14:creationId xmlns:p14="http://schemas.microsoft.com/office/powerpoint/2010/main" val="3311925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s with Tex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797177" y="3970165"/>
            <a:ext cx="3050266"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282149"/>
            <a:ext cx="3610734" cy="3329539"/>
          </a:xfrm>
          <a:prstGeom prst="rect">
            <a:avLst/>
          </a:prstGeom>
        </p:spPr>
        <p:txBody>
          <a:bodyPr/>
          <a:lstStyle>
            <a:lvl1pPr marL="0" indent="0">
              <a:buNone/>
              <a:defRPr/>
            </a:lvl1pPr>
          </a:lstStyle>
          <a:p>
            <a:r>
              <a:rPr lang="en-US"/>
              <a:t>Click icon to add chart</a:t>
            </a:r>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282148"/>
            <a:ext cx="3610734" cy="3329539"/>
          </a:xfrm>
          <a:prstGeom prst="rect">
            <a:avLst/>
          </a:prstGeom>
        </p:spPr>
        <p:txBody>
          <a:bodyPr/>
          <a:lstStyle>
            <a:lvl1pPr marL="0" indent="0">
              <a:buNone/>
              <a:defRPr/>
            </a:lvl1pPr>
          </a:lstStyle>
          <a:p>
            <a:r>
              <a:rPr lang="en-US"/>
              <a:t>Click icon to add chart</a:t>
            </a:r>
          </a:p>
        </p:txBody>
      </p:sp>
      <p:sp>
        <p:nvSpPr>
          <p:cNvPr id="6" name="Text Placeholder 12">
            <a:extLst>
              <a:ext uri="{FF2B5EF4-FFF2-40B4-BE49-F238E27FC236}">
                <a16:creationId xmlns:a16="http://schemas.microsoft.com/office/drawing/2014/main" id="{7CAF2C09-6C4F-DCFF-85A3-4CF6EC0DC190}"/>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0872B136-9813-EAA9-D4CC-EDDD2496ED13}"/>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55EFA2D2-28D0-4A07-1BB5-A3ACB8AAF57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5E8B924-70A3-C6FA-25EB-D0B799934CA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6494888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ullets with Pictur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1200"/>
              </a:spcAft>
              <a:buNone/>
              <a:defRPr sz="1800"/>
            </a:lvl1pPr>
            <a:lvl2pPr marL="685800" indent="-228600">
              <a:lnSpc>
                <a:spcPct val="100000"/>
              </a:lnSpc>
              <a:spcBef>
                <a:spcPts val="600"/>
              </a:spcBef>
              <a:buFont typeface="Symbol" panose="05050102010706020507" pitchFamily="18" charset="2"/>
              <a:buChar char="-"/>
              <a:defRPr sz="1600"/>
            </a:lvl2pPr>
            <a:lvl3pPr>
              <a:lnSpc>
                <a:spcPct val="100000"/>
              </a:lnSpc>
              <a:spcBef>
                <a:spcPts val="600"/>
              </a:spcBef>
              <a:defRPr sz="1400"/>
            </a:lvl3pPr>
            <a:lvl4pPr marL="1600200" indent="-228600">
              <a:lnSpc>
                <a:spcPct val="100000"/>
              </a:lnSpc>
              <a:spcBef>
                <a:spcPts val="600"/>
              </a:spcBef>
              <a:buFont typeface="Symbol" panose="05050102010706020507" pitchFamily="18" charset="2"/>
              <a:buChar char="-"/>
              <a:defRPr sz="1200"/>
            </a:lvl4pPr>
            <a:lvl5pPr>
              <a:lnSpc>
                <a:spcPct val="100000"/>
              </a:lnSpc>
              <a:spcBef>
                <a:spcPts val="600"/>
              </a:spcBef>
              <a:defRPr sz="1200"/>
            </a:lvl5pPr>
            <a:lvl6pPr marL="2514600" indent="-228600">
              <a:lnSpc>
                <a:spcPct val="100000"/>
              </a:lnSpc>
              <a:spcBef>
                <a:spcPts val="600"/>
              </a:spcBef>
              <a:buFont typeface="Symbol" panose="05050102010706020507" pitchFamily="18" charset="2"/>
              <a:buChar char="-"/>
              <a:defRPr sz="1200"/>
            </a:lvl6pPr>
          </a:lstStyle>
          <a:p>
            <a:pPr lvl="0"/>
            <a:r>
              <a:rPr lang="en-US"/>
              <a:t>Click to edit text</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Picture Placeholder 3">
            <a:extLst>
              <a:ext uri="{FF2B5EF4-FFF2-40B4-BE49-F238E27FC236}">
                <a16:creationId xmlns:a16="http://schemas.microsoft.com/office/drawing/2014/main" id="{39A26BD1-014A-4113-86CB-7536D7778B1F}"/>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r>
              <a:rPr lang="en-US"/>
              <a:t>Click icon to add picture</a:t>
            </a:r>
          </a:p>
        </p:txBody>
      </p:sp>
      <p:sp>
        <p:nvSpPr>
          <p:cNvPr id="5" name="Text Placeholder 12">
            <a:extLst>
              <a:ext uri="{FF2B5EF4-FFF2-40B4-BE49-F238E27FC236}">
                <a16:creationId xmlns:a16="http://schemas.microsoft.com/office/drawing/2014/main" id="{D14C3FAA-13C8-D347-8F54-8B7489B22BD2}"/>
              </a:ext>
            </a:extLst>
          </p:cNvPr>
          <p:cNvSpPr>
            <a:spLocks noGrp="1"/>
          </p:cNvSpPr>
          <p:nvPr>
            <p:ph type="body" sz="quarter" idx="29"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E0776967-DA06-9B38-4E08-CC52416C6041}"/>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12949578-0E33-BC86-4767-E27400D0414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B6759A7-06CF-87C2-3CF9-55999A6E251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7497782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s with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6595D06-54FB-4096-9761-C161613AAED3}"/>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r>
              <a:rPr lang="en-US"/>
              <a:t>Click icon to add picture</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470993"/>
            <a:ext cx="3610734" cy="3140696"/>
          </a:xfrm>
          <a:prstGeom prst="rect">
            <a:avLst/>
          </a:prstGeom>
        </p:spPr>
        <p:txBody>
          <a:bodyPr/>
          <a:lstStyle>
            <a:lvl1pPr marL="0" indent="0">
              <a:buNone/>
              <a:defRPr/>
            </a:lvl1pPr>
          </a:lstStyle>
          <a:p>
            <a:r>
              <a:rPr lang="en-US"/>
              <a:t>Click icon to add chart</a:t>
            </a:r>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470992"/>
            <a:ext cx="3610734" cy="3140696"/>
          </a:xfrm>
          <a:prstGeom prst="rect">
            <a:avLst/>
          </a:prstGeom>
        </p:spPr>
        <p:txBody>
          <a:bodyPr/>
          <a:lstStyle>
            <a:lvl1pPr marL="0" indent="0">
              <a:buNone/>
              <a:defRPr/>
            </a:lvl1pPr>
          </a:lstStyle>
          <a:p>
            <a:r>
              <a:rPr lang="en-US"/>
              <a:t>Click icon to add chart</a:t>
            </a:r>
          </a:p>
        </p:txBody>
      </p:sp>
      <p:sp>
        <p:nvSpPr>
          <p:cNvPr id="6" name="Text Placeholder 12">
            <a:extLst>
              <a:ext uri="{FF2B5EF4-FFF2-40B4-BE49-F238E27FC236}">
                <a16:creationId xmlns:a16="http://schemas.microsoft.com/office/drawing/2014/main" id="{27D283DF-8242-C10D-B0D1-09338E9E6A17}"/>
              </a:ext>
            </a:extLst>
          </p:cNvPr>
          <p:cNvSpPr>
            <a:spLocks noGrp="1"/>
          </p:cNvSpPr>
          <p:nvPr>
            <p:ph type="body" sz="quarter" idx="29" hasCustomPrompt="1"/>
          </p:nvPr>
        </p:nvSpPr>
        <p:spPr>
          <a:xfrm>
            <a:off x="609599" y="5559814"/>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C7ABD29F-1CE9-43BB-ED10-8D84929E149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39AD2B9B-38F2-85DB-128A-663ED648E7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C573F9DB-B587-9A5D-CF7A-1D99D60FA52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26542407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s with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8" y="4635698"/>
            <a:ext cx="2999232"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78624"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459252"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C9FBEC01-9F7C-4B40-BB53-7CA71DF23C74}"/>
              </a:ext>
            </a:extLst>
          </p:cNvPr>
          <p:cNvSpPr>
            <a:spLocks noGrp="1"/>
          </p:cNvSpPr>
          <p:nvPr>
            <p:ph type="pic" sz="quarter" idx="26"/>
          </p:nvPr>
        </p:nvSpPr>
        <p:spPr>
          <a:xfrm>
            <a:off x="609598" y="1550504"/>
            <a:ext cx="2999232" cy="2961861"/>
          </a:xfrm>
          <a:prstGeom prst="rect">
            <a:avLst/>
          </a:prstGeom>
        </p:spPr>
        <p:txBody>
          <a:bodyPr/>
          <a:lstStyle>
            <a:lvl1pPr marL="0" indent="0">
              <a:buNone/>
              <a:defRPr/>
            </a:lvl1pPr>
          </a:lstStyle>
          <a:p>
            <a:r>
              <a:rPr lang="en-US"/>
              <a:t>Click icon to add picture</a:t>
            </a:r>
          </a:p>
        </p:txBody>
      </p:sp>
      <p:sp>
        <p:nvSpPr>
          <p:cNvPr id="21" name="Picture Placeholder 2">
            <a:extLst>
              <a:ext uri="{FF2B5EF4-FFF2-40B4-BE49-F238E27FC236}">
                <a16:creationId xmlns:a16="http://schemas.microsoft.com/office/drawing/2014/main" id="{72BC0D6B-8A30-40EF-AB45-BA0C194FDCFF}"/>
              </a:ext>
            </a:extLst>
          </p:cNvPr>
          <p:cNvSpPr>
            <a:spLocks noGrp="1"/>
          </p:cNvSpPr>
          <p:nvPr>
            <p:ph type="pic" sz="quarter" idx="27"/>
          </p:nvPr>
        </p:nvSpPr>
        <p:spPr>
          <a:xfrm>
            <a:off x="4578624" y="1550504"/>
            <a:ext cx="2998301" cy="2961861"/>
          </a:xfrm>
          <a:prstGeom prst="rect">
            <a:avLst/>
          </a:prstGeom>
        </p:spPr>
        <p:txBody>
          <a:bodyPr/>
          <a:lstStyle>
            <a:lvl1pPr marL="0" indent="0">
              <a:buNone/>
              <a:defRPr/>
            </a:lvl1pPr>
          </a:lstStyle>
          <a:p>
            <a:r>
              <a:rPr lang="en-US"/>
              <a:t>Click icon to add picture</a:t>
            </a:r>
          </a:p>
        </p:txBody>
      </p:sp>
      <p:sp>
        <p:nvSpPr>
          <p:cNvPr id="22" name="Picture Placeholder 2">
            <a:extLst>
              <a:ext uri="{FF2B5EF4-FFF2-40B4-BE49-F238E27FC236}">
                <a16:creationId xmlns:a16="http://schemas.microsoft.com/office/drawing/2014/main" id="{8957662E-BFCE-48F9-862F-DF8DE0A7D641}"/>
              </a:ext>
            </a:extLst>
          </p:cNvPr>
          <p:cNvSpPr>
            <a:spLocks noGrp="1"/>
          </p:cNvSpPr>
          <p:nvPr>
            <p:ph type="pic" sz="quarter" idx="28"/>
          </p:nvPr>
        </p:nvSpPr>
        <p:spPr>
          <a:xfrm>
            <a:off x="8459252" y="1553128"/>
            <a:ext cx="2998301" cy="2961861"/>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5194689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Background witht tex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08D1A72F-30FE-C706-D91B-5D73BA4BF601}"/>
              </a:ext>
            </a:extLst>
          </p:cNvPr>
          <p:cNvSpPr>
            <a:spLocks noGrp="1"/>
          </p:cNvSpPr>
          <p:nvPr>
            <p:ph type="pic" sz="quarter" idx="26"/>
          </p:nvPr>
        </p:nvSpPr>
        <p:spPr>
          <a:xfrm>
            <a:off x="0" y="2985825"/>
            <a:ext cx="12192000" cy="3326863"/>
          </a:xfrm>
          <a:prstGeom prst="rect">
            <a:avLst/>
          </a:prstGeom>
        </p:spPr>
        <p:txBody>
          <a:bodyPr anchor="b"/>
          <a:lstStyle>
            <a:lvl1pPr marL="0" indent="0">
              <a:buNone/>
              <a:defRPr/>
            </a:lvl1pPr>
          </a:lstStyle>
          <a:p>
            <a:r>
              <a:rPr lang="en-US"/>
              <a:t>Click icon to add picture</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4" name="Text Placeholder 18">
            <a:extLst>
              <a:ext uri="{FF2B5EF4-FFF2-40B4-BE49-F238E27FC236}">
                <a16:creationId xmlns:a16="http://schemas.microsoft.com/office/drawing/2014/main" id="{ECA9DC0C-749B-1447-0277-1CD90538C59B}"/>
              </a:ext>
            </a:extLst>
          </p:cNvPr>
          <p:cNvSpPr>
            <a:spLocks noGrp="1"/>
          </p:cNvSpPr>
          <p:nvPr>
            <p:ph type="body" sz="quarter" idx="23"/>
          </p:nvPr>
        </p:nvSpPr>
        <p:spPr>
          <a:xfrm>
            <a:off x="609600"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Text Placeholder 18">
            <a:extLst>
              <a:ext uri="{FF2B5EF4-FFF2-40B4-BE49-F238E27FC236}">
                <a16:creationId xmlns:a16="http://schemas.microsoft.com/office/drawing/2014/main" id="{C54991A4-D052-C528-8AA6-E6F74EA3CF51}"/>
              </a:ext>
            </a:extLst>
          </p:cNvPr>
          <p:cNvSpPr>
            <a:spLocks noGrp="1"/>
          </p:cNvSpPr>
          <p:nvPr>
            <p:ph type="body" sz="quarter" idx="27"/>
          </p:nvPr>
        </p:nvSpPr>
        <p:spPr>
          <a:xfrm>
            <a:off x="4596851"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ext Placeholder 18">
            <a:extLst>
              <a:ext uri="{FF2B5EF4-FFF2-40B4-BE49-F238E27FC236}">
                <a16:creationId xmlns:a16="http://schemas.microsoft.com/office/drawing/2014/main" id="{9A11DFAD-2C1A-492B-633D-6D2E3CB8E383}"/>
              </a:ext>
            </a:extLst>
          </p:cNvPr>
          <p:cNvSpPr>
            <a:spLocks noGrp="1"/>
          </p:cNvSpPr>
          <p:nvPr>
            <p:ph type="body" sz="quarter" idx="28"/>
          </p:nvPr>
        </p:nvSpPr>
        <p:spPr>
          <a:xfrm>
            <a:off x="8584102"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1745928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600" y="5302002"/>
            <a:ext cx="2998301" cy="380029"/>
          </a:xfrm>
          <a:prstGeom prst="rect">
            <a:avLst/>
          </a:prstGeom>
        </p:spPr>
        <p:txBody>
          <a:bodyPr/>
          <a:lstStyle>
            <a:lvl1pPr marL="0" indent="0">
              <a:lnSpc>
                <a:spcPct val="100000"/>
              </a:lnSpc>
              <a:spcBef>
                <a:spcPts val="0"/>
              </a:spcBef>
              <a:buFont typeface="Arial" panose="020B0604020202020204" pitchFamily="34" charset="0"/>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Chart Placeholder 8">
            <a:extLst>
              <a:ext uri="{FF2B5EF4-FFF2-40B4-BE49-F238E27FC236}">
                <a16:creationId xmlns:a16="http://schemas.microsoft.com/office/drawing/2014/main" id="{AB518037-F3DC-4DBC-AA07-629E5C8B49FC}"/>
              </a:ext>
            </a:extLst>
          </p:cNvPr>
          <p:cNvSpPr>
            <a:spLocks noGrp="1"/>
          </p:cNvSpPr>
          <p:nvPr>
            <p:ph type="chart" sz="quarter" idx="24"/>
          </p:nvPr>
        </p:nvSpPr>
        <p:spPr>
          <a:xfrm>
            <a:off x="609600" y="1258606"/>
            <a:ext cx="10972800" cy="3938869"/>
          </a:xfrm>
          <a:prstGeom prst="rect">
            <a:avLst/>
          </a:prstGeom>
          <a:solidFill>
            <a:schemeClr val="bg1"/>
          </a:solidFill>
        </p:spPr>
        <p:txBody>
          <a:bodyPr/>
          <a:lstStyle>
            <a:lvl1pPr marL="0" indent="0">
              <a:buNone/>
              <a:defRPr/>
            </a:lvl1pPr>
          </a:lstStyle>
          <a:p>
            <a:r>
              <a:rPr lang="en-US"/>
              <a:t>Click icon to add chart</a:t>
            </a:r>
          </a:p>
        </p:txBody>
      </p:sp>
      <p:sp>
        <p:nvSpPr>
          <p:cNvPr id="5" name="Text Placeholder 12">
            <a:extLst>
              <a:ext uri="{FF2B5EF4-FFF2-40B4-BE49-F238E27FC236}">
                <a16:creationId xmlns:a16="http://schemas.microsoft.com/office/drawing/2014/main" id="{FCAD2B6C-443D-28D6-F18D-18F54A9EEC44}"/>
              </a:ext>
            </a:extLst>
          </p:cNvPr>
          <p:cNvSpPr>
            <a:spLocks noGrp="1"/>
          </p:cNvSpPr>
          <p:nvPr>
            <p:ph type="body" sz="quarter" idx="11" hasCustomPrompt="1"/>
          </p:nvPr>
        </p:nvSpPr>
        <p:spPr>
          <a:xfrm>
            <a:off x="609599" y="5804362"/>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8388144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1005457"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3">
            <a:extLst>
              <a:ext uri="{FF2B5EF4-FFF2-40B4-BE49-F238E27FC236}">
                <a16:creationId xmlns:a16="http://schemas.microsoft.com/office/drawing/2014/main" id="{BC59C980-A3D0-4EF8-9506-D402C5A6FD93}"/>
              </a:ext>
            </a:extLst>
          </p:cNvPr>
          <p:cNvSpPr>
            <a:spLocks noGrp="1"/>
          </p:cNvSpPr>
          <p:nvPr>
            <p:ph type="body" sz="quarter" idx="26" hasCustomPrompt="1"/>
          </p:nvPr>
        </p:nvSpPr>
        <p:spPr>
          <a:xfrm>
            <a:off x="609600" y="1341438"/>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0" name="Text Placeholder 3">
            <a:extLst>
              <a:ext uri="{FF2B5EF4-FFF2-40B4-BE49-F238E27FC236}">
                <a16:creationId xmlns:a16="http://schemas.microsoft.com/office/drawing/2014/main" id="{34CC6854-32C8-45B3-B6D3-D2E66DF7D4C6}"/>
              </a:ext>
            </a:extLst>
          </p:cNvPr>
          <p:cNvSpPr>
            <a:spLocks noGrp="1"/>
          </p:cNvSpPr>
          <p:nvPr>
            <p:ph type="body" sz="quarter" idx="27" hasCustomPrompt="1"/>
          </p:nvPr>
        </p:nvSpPr>
        <p:spPr>
          <a:xfrm>
            <a:off x="6258341" y="1341437"/>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Text Placeholder 12">
            <a:extLst>
              <a:ext uri="{FF2B5EF4-FFF2-40B4-BE49-F238E27FC236}">
                <a16:creationId xmlns:a16="http://schemas.microsoft.com/office/drawing/2014/main" id="{2AA9E988-1444-5E64-B3F6-5961B2D426E1}"/>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9350471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CB37C666-26F7-4F2C-92CE-67B0C3E52D6B}"/>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grpSp>
        <p:nvGrpSpPr>
          <p:cNvPr id="4" name="Group 3">
            <a:extLst>
              <a:ext uri="{FF2B5EF4-FFF2-40B4-BE49-F238E27FC236}">
                <a16:creationId xmlns:a16="http://schemas.microsoft.com/office/drawing/2014/main" id="{ECF76341-4282-6E92-E5C4-7B19444CA503}"/>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EA088008-B6B4-3C0F-C6FA-06158D9DE6C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C8110EBA-7F3C-ABFE-5131-BCF5E19F043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
        <p:nvSpPr>
          <p:cNvPr id="2" name="TextBox 1">
            <a:extLst>
              <a:ext uri="{FF2B5EF4-FFF2-40B4-BE49-F238E27FC236}">
                <a16:creationId xmlns:a16="http://schemas.microsoft.com/office/drawing/2014/main" id="{537BA708-6B5F-1D5C-2873-7CEFC3DF7B5D}"/>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spTree>
    <p:extLst>
      <p:ext uri="{BB962C8B-B14F-4D97-AF65-F5344CB8AC3E}">
        <p14:creationId xmlns:p14="http://schemas.microsoft.com/office/powerpoint/2010/main" val="2470603178"/>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ulti Photo with Text Bloc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4631" cy="684362"/>
          </a:xfrm>
          <a:prstGeom prst="rect">
            <a:avLst/>
          </a:prstGeom>
        </p:spPr>
        <p:txBody>
          <a:bodyPr/>
          <a:lstStyle>
            <a:lvl1pPr>
              <a:defRPr sz="2800" b="1" i="0">
                <a:solidFill>
                  <a:srgbClr val="003478"/>
                </a:solidFill>
                <a:latin typeface="+mn-lt"/>
                <a:cs typeface="Calibri" panose="020F0502020204030204" pitchFamily="34" charset="0"/>
              </a:defRPr>
            </a:lvl1pPr>
          </a:lstStyle>
          <a:p>
            <a:r>
              <a:rPr lang="en-US"/>
              <a:t>Click to Edit Title Style</a:t>
            </a:r>
          </a:p>
        </p:txBody>
      </p:sp>
      <p:sp>
        <p:nvSpPr>
          <p:cNvPr id="11" name="Picture Placeholder 2">
            <a:extLst>
              <a:ext uri="{FF2B5EF4-FFF2-40B4-BE49-F238E27FC236}">
                <a16:creationId xmlns:a16="http://schemas.microsoft.com/office/drawing/2014/main" id="{29B4C5E7-2BAE-493F-BBFD-70C991434101}"/>
              </a:ext>
            </a:extLst>
          </p:cNvPr>
          <p:cNvSpPr>
            <a:spLocks noGrp="1"/>
          </p:cNvSpPr>
          <p:nvPr>
            <p:ph type="pic" sz="quarter" idx="14"/>
          </p:nvPr>
        </p:nvSpPr>
        <p:spPr>
          <a:xfrm>
            <a:off x="8060634" y="1619940"/>
            <a:ext cx="1696280" cy="1749425"/>
          </a:xfrm>
          <a:prstGeom prst="rect">
            <a:avLst/>
          </a:prstGeom>
        </p:spPr>
        <p:txBody>
          <a:bodyPr anchor="ctr"/>
          <a:lstStyle>
            <a:lvl1pPr marL="0" indent="0" algn="ctr">
              <a:buNone/>
              <a:defRPr/>
            </a:lvl1pPr>
          </a:lstStyle>
          <a:p>
            <a:r>
              <a:rPr lang="en-US"/>
              <a:t>Click icon to add picture</a:t>
            </a:r>
          </a:p>
        </p:txBody>
      </p:sp>
      <p:sp>
        <p:nvSpPr>
          <p:cNvPr id="15" name="Picture Placeholder 2">
            <a:extLst>
              <a:ext uri="{FF2B5EF4-FFF2-40B4-BE49-F238E27FC236}">
                <a16:creationId xmlns:a16="http://schemas.microsoft.com/office/drawing/2014/main" id="{C54C5A27-7B3C-4273-A211-4F8CF1D0C8AF}"/>
              </a:ext>
            </a:extLst>
          </p:cNvPr>
          <p:cNvSpPr>
            <a:spLocks noGrp="1"/>
          </p:cNvSpPr>
          <p:nvPr>
            <p:ph type="pic" sz="quarter" idx="18"/>
          </p:nvPr>
        </p:nvSpPr>
        <p:spPr>
          <a:xfrm>
            <a:off x="9882808" y="1619940"/>
            <a:ext cx="1696280" cy="1749425"/>
          </a:xfrm>
          <a:prstGeom prst="rect">
            <a:avLst/>
          </a:prstGeom>
        </p:spPr>
        <p:txBody>
          <a:bodyPr anchor="ctr"/>
          <a:lstStyle>
            <a:lvl1pPr marL="0" indent="0" algn="ctr">
              <a:buNone/>
              <a:defRPr/>
            </a:lvl1pPr>
          </a:lstStyle>
          <a:p>
            <a:r>
              <a:rPr lang="en-US"/>
              <a:t>Click icon to add picture</a:t>
            </a:r>
          </a:p>
        </p:txBody>
      </p:sp>
      <p:sp>
        <p:nvSpPr>
          <p:cNvPr id="16" name="Picture Placeholder 2">
            <a:extLst>
              <a:ext uri="{FF2B5EF4-FFF2-40B4-BE49-F238E27FC236}">
                <a16:creationId xmlns:a16="http://schemas.microsoft.com/office/drawing/2014/main" id="{C816A4C0-7387-4691-A213-8237D3C5C1FE}"/>
              </a:ext>
            </a:extLst>
          </p:cNvPr>
          <p:cNvSpPr>
            <a:spLocks noGrp="1"/>
          </p:cNvSpPr>
          <p:nvPr>
            <p:ph type="pic" sz="quarter" idx="19"/>
          </p:nvPr>
        </p:nvSpPr>
        <p:spPr>
          <a:xfrm>
            <a:off x="8054007" y="3531567"/>
            <a:ext cx="1696280" cy="1749425"/>
          </a:xfrm>
          <a:prstGeom prst="rect">
            <a:avLst/>
          </a:prstGeom>
        </p:spPr>
        <p:txBody>
          <a:bodyPr anchor="ctr"/>
          <a:lstStyle>
            <a:lvl1pPr marL="0" indent="0" algn="ctr">
              <a:buNone/>
              <a:defRPr/>
            </a:lvl1pPr>
          </a:lstStyle>
          <a:p>
            <a:r>
              <a:rPr lang="en-US"/>
              <a:t>Click icon to add picture</a:t>
            </a:r>
          </a:p>
        </p:txBody>
      </p:sp>
      <p:sp>
        <p:nvSpPr>
          <p:cNvPr id="17" name="Picture Placeholder 2">
            <a:extLst>
              <a:ext uri="{FF2B5EF4-FFF2-40B4-BE49-F238E27FC236}">
                <a16:creationId xmlns:a16="http://schemas.microsoft.com/office/drawing/2014/main" id="{D43098FF-AC40-42B4-B12D-6ECFA4F0808E}"/>
              </a:ext>
            </a:extLst>
          </p:cNvPr>
          <p:cNvSpPr>
            <a:spLocks noGrp="1"/>
          </p:cNvSpPr>
          <p:nvPr>
            <p:ph type="pic" sz="quarter" idx="20"/>
          </p:nvPr>
        </p:nvSpPr>
        <p:spPr>
          <a:xfrm>
            <a:off x="9886120" y="3531567"/>
            <a:ext cx="1696280" cy="1749425"/>
          </a:xfrm>
          <a:prstGeom prst="rect">
            <a:avLst/>
          </a:prstGeom>
        </p:spPr>
        <p:txBody>
          <a:bodyPr anchor="ctr"/>
          <a:lstStyle>
            <a:lvl1pPr marL="0" indent="0" algn="ctr">
              <a:buNone/>
              <a:defRPr/>
            </a:lvl1pPr>
          </a:lstStyle>
          <a:p>
            <a:r>
              <a:rPr lang="en-US"/>
              <a:t>Click icon to add picture</a:t>
            </a:r>
          </a:p>
        </p:txBody>
      </p:sp>
      <p:sp>
        <p:nvSpPr>
          <p:cNvPr id="18" name="Picture Placeholder 2">
            <a:extLst>
              <a:ext uri="{FF2B5EF4-FFF2-40B4-BE49-F238E27FC236}">
                <a16:creationId xmlns:a16="http://schemas.microsoft.com/office/drawing/2014/main" id="{A3F9BCE2-3ADE-4F3D-B650-E42610BAF834}"/>
              </a:ext>
            </a:extLst>
          </p:cNvPr>
          <p:cNvSpPr>
            <a:spLocks noGrp="1"/>
          </p:cNvSpPr>
          <p:nvPr>
            <p:ph type="pic" sz="quarter" idx="21"/>
          </p:nvPr>
        </p:nvSpPr>
        <p:spPr>
          <a:xfrm>
            <a:off x="619540" y="1619940"/>
            <a:ext cx="1696280" cy="1749425"/>
          </a:xfrm>
          <a:prstGeom prst="rect">
            <a:avLst/>
          </a:prstGeom>
        </p:spPr>
        <p:txBody>
          <a:bodyPr anchor="ctr"/>
          <a:lstStyle>
            <a:lvl1pPr marL="0" indent="0" algn="ctr">
              <a:buNone/>
              <a:defRPr/>
            </a:lvl1pPr>
          </a:lstStyle>
          <a:p>
            <a:r>
              <a:rPr lang="en-US"/>
              <a:t>Click icon to add picture</a:t>
            </a:r>
          </a:p>
        </p:txBody>
      </p:sp>
      <p:sp>
        <p:nvSpPr>
          <p:cNvPr id="19" name="Picture Placeholder 2">
            <a:extLst>
              <a:ext uri="{FF2B5EF4-FFF2-40B4-BE49-F238E27FC236}">
                <a16:creationId xmlns:a16="http://schemas.microsoft.com/office/drawing/2014/main" id="{17F0C345-FD44-4CB9-AA15-F9A7B0CA6DE7}"/>
              </a:ext>
            </a:extLst>
          </p:cNvPr>
          <p:cNvSpPr>
            <a:spLocks noGrp="1"/>
          </p:cNvSpPr>
          <p:nvPr>
            <p:ph type="pic" sz="quarter" idx="22"/>
          </p:nvPr>
        </p:nvSpPr>
        <p:spPr>
          <a:xfrm>
            <a:off x="2441714" y="1619940"/>
            <a:ext cx="1696280" cy="1749425"/>
          </a:xfrm>
          <a:prstGeom prst="rect">
            <a:avLst/>
          </a:prstGeom>
        </p:spPr>
        <p:txBody>
          <a:bodyPr anchor="ctr"/>
          <a:lstStyle>
            <a:lvl1pPr marL="0" indent="0" algn="ctr">
              <a:buNone/>
              <a:defRPr/>
            </a:lvl1pPr>
          </a:lstStyle>
          <a:p>
            <a:r>
              <a:rPr lang="en-US"/>
              <a:t>Click icon to add picture</a:t>
            </a:r>
          </a:p>
        </p:txBody>
      </p:sp>
      <p:sp>
        <p:nvSpPr>
          <p:cNvPr id="20" name="Picture Placeholder 2">
            <a:extLst>
              <a:ext uri="{FF2B5EF4-FFF2-40B4-BE49-F238E27FC236}">
                <a16:creationId xmlns:a16="http://schemas.microsoft.com/office/drawing/2014/main" id="{14A06D38-ACF1-4C38-B96C-4A022CD87DCF}"/>
              </a:ext>
            </a:extLst>
          </p:cNvPr>
          <p:cNvSpPr>
            <a:spLocks noGrp="1"/>
          </p:cNvSpPr>
          <p:nvPr>
            <p:ph type="pic" sz="quarter" idx="23"/>
          </p:nvPr>
        </p:nvSpPr>
        <p:spPr>
          <a:xfrm>
            <a:off x="612913" y="3531567"/>
            <a:ext cx="1696280" cy="1749425"/>
          </a:xfrm>
          <a:prstGeom prst="rect">
            <a:avLst/>
          </a:prstGeom>
        </p:spPr>
        <p:txBody>
          <a:bodyPr anchor="ctr"/>
          <a:lstStyle>
            <a:lvl1pPr marL="0" indent="0" algn="ctr">
              <a:buNone/>
              <a:defRPr/>
            </a:lvl1pPr>
          </a:lstStyle>
          <a:p>
            <a:r>
              <a:rPr lang="en-US"/>
              <a:t>Click icon to add picture</a:t>
            </a:r>
          </a:p>
        </p:txBody>
      </p:sp>
      <p:sp>
        <p:nvSpPr>
          <p:cNvPr id="21" name="Picture Placeholder 2">
            <a:extLst>
              <a:ext uri="{FF2B5EF4-FFF2-40B4-BE49-F238E27FC236}">
                <a16:creationId xmlns:a16="http://schemas.microsoft.com/office/drawing/2014/main" id="{3E961B3A-4844-482D-8E3E-7A2D4FC91565}"/>
              </a:ext>
            </a:extLst>
          </p:cNvPr>
          <p:cNvSpPr>
            <a:spLocks noGrp="1"/>
          </p:cNvSpPr>
          <p:nvPr>
            <p:ph type="pic" sz="quarter" idx="24"/>
          </p:nvPr>
        </p:nvSpPr>
        <p:spPr>
          <a:xfrm>
            <a:off x="2445026" y="3531567"/>
            <a:ext cx="1696280" cy="1749425"/>
          </a:xfrm>
          <a:prstGeom prst="rect">
            <a:avLst/>
          </a:prstGeom>
        </p:spPr>
        <p:txBody>
          <a:bodyPr anchor="ctr"/>
          <a:lstStyle>
            <a:lvl1pPr marL="0" indent="0" algn="ctr">
              <a:buNone/>
              <a:defRPr/>
            </a:lvl1pPr>
          </a:lstStyle>
          <a:p>
            <a:r>
              <a:rPr lang="en-US"/>
              <a:t>Click icon to add picture</a:t>
            </a:r>
          </a:p>
        </p:txBody>
      </p:sp>
      <p:sp>
        <p:nvSpPr>
          <p:cNvPr id="22" name="Text Placeholder 21">
            <a:extLst>
              <a:ext uri="{FF2B5EF4-FFF2-40B4-BE49-F238E27FC236}">
                <a16:creationId xmlns:a16="http://schemas.microsoft.com/office/drawing/2014/main" id="{5E71B3E1-54DA-4FBD-B4D4-E14162E1B854}"/>
              </a:ext>
            </a:extLst>
          </p:cNvPr>
          <p:cNvSpPr>
            <a:spLocks noGrp="1"/>
          </p:cNvSpPr>
          <p:nvPr>
            <p:ph type="body" sz="quarter" idx="25"/>
          </p:nvPr>
        </p:nvSpPr>
        <p:spPr>
          <a:xfrm>
            <a:off x="4273208" y="1619941"/>
            <a:ext cx="3657600" cy="3657600"/>
          </a:xfrm>
          <a:prstGeom prst="rect">
            <a:avLst/>
          </a:prstGeom>
          <a:solidFill>
            <a:srgbClr val="003478"/>
          </a:solidFill>
        </p:spPr>
        <p:txBody>
          <a:bodyPr lIns="365760" rIns="365760" anchor="ctr"/>
          <a:lstStyle>
            <a:lvl1pPr marL="0" indent="0" algn="l">
              <a:buNone/>
              <a:defRPr sz="16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Text Placeholder 12">
            <a:extLst>
              <a:ext uri="{FF2B5EF4-FFF2-40B4-BE49-F238E27FC236}">
                <a16:creationId xmlns:a16="http://schemas.microsoft.com/office/drawing/2014/main" id="{C386BB78-113E-72A3-1A10-779C47F4D8B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26513667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10659070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ransition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60E2-4A59-41CF-9D25-3932C8732117}"/>
              </a:ext>
            </a:extLst>
          </p:cNvPr>
          <p:cNvSpPr>
            <a:spLocks noGrp="1"/>
          </p:cNvSpPr>
          <p:nvPr>
            <p:ph type="title" hasCustomPrompt="1"/>
          </p:nvPr>
        </p:nvSpPr>
        <p:spPr>
          <a:xfrm>
            <a:off x="1482511" y="3009440"/>
            <a:ext cx="9218621" cy="650277"/>
          </a:xfrm>
          <a:prstGeom prst="rect">
            <a:avLst/>
          </a:prstGeom>
        </p:spPr>
        <p:txBody>
          <a:bodyPr/>
          <a:lstStyle>
            <a:lvl1pPr algn="ctr">
              <a:defRPr sz="3600" b="1">
                <a:solidFill>
                  <a:srgbClr val="003478"/>
                </a:solidFill>
                <a:latin typeface="Arial" panose="020B0604020202020204" pitchFamily="34" charset="0"/>
                <a:cs typeface="Arial" panose="020B0604020202020204" pitchFamily="34" charset="0"/>
              </a:defRPr>
            </a:lvl1pPr>
          </a:lstStyle>
          <a:p>
            <a:r>
              <a:rPr lang="en-US"/>
              <a:t>Transition Slide</a:t>
            </a:r>
          </a:p>
        </p:txBody>
      </p:sp>
      <p:cxnSp>
        <p:nvCxnSpPr>
          <p:cNvPr id="4" name="Straight Connector 3">
            <a:extLst>
              <a:ext uri="{FF2B5EF4-FFF2-40B4-BE49-F238E27FC236}">
                <a16:creationId xmlns:a16="http://schemas.microsoft.com/office/drawing/2014/main" id="{47064096-BC33-4BE5-921C-3C44EFC9E5AC}"/>
              </a:ext>
            </a:extLst>
          </p:cNvPr>
          <p:cNvCxnSpPr>
            <a:cxnSpLocks/>
          </p:cNvCxnSpPr>
          <p:nvPr userDrawn="1"/>
        </p:nvCxnSpPr>
        <p:spPr>
          <a:xfrm>
            <a:off x="5406021" y="4128578"/>
            <a:ext cx="1371600" cy="0"/>
          </a:xfrm>
          <a:prstGeom prst="line">
            <a:avLst/>
          </a:prstGeom>
          <a:ln w="57150">
            <a:solidFill>
              <a:srgbClr val="00347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416978"/>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rgbClr val="00347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0824" y="2670048"/>
            <a:ext cx="8092440" cy="1222216"/>
          </a:xfrm>
          <a:prstGeom prst="rect">
            <a:avLst/>
          </a:prstGeom>
        </p:spPr>
      </p:pic>
    </p:spTree>
    <p:extLst>
      <p:ext uri="{BB962C8B-B14F-4D97-AF65-F5344CB8AC3E}">
        <p14:creationId xmlns:p14="http://schemas.microsoft.com/office/powerpoint/2010/main" val="6812456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a:srcRect/>
          <a:stretch/>
        </p:blipFill>
        <p:spPr>
          <a:xfrm>
            <a:off x="1888568" y="2534856"/>
            <a:ext cx="8391714" cy="1496028"/>
          </a:xfrm>
          <a:prstGeom prst="rect">
            <a:avLst/>
          </a:prstGeom>
        </p:spPr>
      </p:pic>
    </p:spTree>
    <p:extLst>
      <p:ext uri="{BB962C8B-B14F-4D97-AF65-F5344CB8AC3E}">
        <p14:creationId xmlns:p14="http://schemas.microsoft.com/office/powerpoint/2010/main" val="1491824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theme" Target="../theme/theme2.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image" Target="../media/image4.emf"/><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9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8606A0D-F311-0796-C012-27793984BC64}"/>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B16187F8-1C1D-0801-4482-F23166F6BD58}"/>
                </a:ext>
              </a:extLst>
            </p:cNvPr>
            <p:cNvPicPr>
              <a:picLocks noChangeAspect="1"/>
            </p:cNvPicPr>
            <p:nvPr userDrawn="1"/>
          </p:nvPicPr>
          <p:blipFill>
            <a:blip r:embed="rId2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EB850358-7414-69CC-2F89-3037F33B891E}"/>
                </a:ext>
              </a:extLst>
            </p:cNvPr>
            <p:cNvPicPr>
              <a:picLocks noChangeAspect="1"/>
            </p:cNvPicPr>
            <p:nvPr userDrawn="1"/>
          </p:nvPicPr>
          <p:blipFill>
            <a:blip r:embed="rId2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
        <p:nvSpPr>
          <p:cNvPr id="9" name="TextBox 8">
            <a:extLst>
              <a:ext uri="{FF2B5EF4-FFF2-40B4-BE49-F238E27FC236}">
                <a16:creationId xmlns:a16="http://schemas.microsoft.com/office/drawing/2014/main" id="{4434746A-E7F8-6B35-4074-B99A1387F08A}"/>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spTree>
    <p:extLst>
      <p:ext uri="{BB962C8B-B14F-4D97-AF65-F5344CB8AC3E}">
        <p14:creationId xmlns:p14="http://schemas.microsoft.com/office/powerpoint/2010/main" val="3484436922"/>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7296">
          <p15:clr>
            <a:srgbClr val="F26B43"/>
          </p15:clr>
        </p15:guide>
        <p15:guide id="4" orient="horz" pos="360">
          <p15:clr>
            <a:srgbClr val="F26B43"/>
          </p15:clr>
        </p15:guide>
        <p15:guide id="5" orient="horz" pos="2160">
          <p15:clr>
            <a:srgbClr val="F26B43"/>
          </p15:clr>
        </p15:guide>
        <p15:guide id="6" orient="horz" pos="3912">
          <p15:clr>
            <a:srgbClr val="F26B43"/>
          </p15:clr>
        </p15:guide>
        <p15:guide id="7" orient="horz" pos="4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1BC57B-165A-30B8-7B66-FE91BE5EEA3C}"/>
              </a:ext>
            </a:extLst>
          </p:cNvPr>
          <p:cNvSpPr>
            <a:spLocks noGrp="1"/>
          </p:cNvSpPr>
          <p:nvPr>
            <p:ph type="body" sz="quarter" idx="15"/>
          </p:nvPr>
        </p:nvSpPr>
        <p:spPr/>
        <p:txBody>
          <a:bodyPr vert="horz" lIns="91440" tIns="45720" rIns="91440" bIns="45720" rtlCol="0" anchor="t">
            <a:normAutofit fontScale="92500" lnSpcReduction="20000"/>
          </a:bodyPr>
          <a:lstStyle/>
          <a:p>
            <a:r>
              <a:rPr lang="en-US">
                <a:cs typeface="Calibri"/>
              </a:rPr>
              <a:t>RMS Intern Program</a:t>
            </a:r>
          </a:p>
        </p:txBody>
      </p:sp>
      <p:sp>
        <p:nvSpPr>
          <p:cNvPr id="3" name="Text Placeholder 2">
            <a:extLst>
              <a:ext uri="{FF2B5EF4-FFF2-40B4-BE49-F238E27FC236}">
                <a16:creationId xmlns:a16="http://schemas.microsoft.com/office/drawing/2014/main" id="{5705AA8C-565A-A851-C5E9-A81881E14B51}"/>
              </a:ext>
            </a:extLst>
          </p:cNvPr>
          <p:cNvSpPr>
            <a:spLocks noGrp="1"/>
          </p:cNvSpPr>
          <p:nvPr>
            <p:ph type="body" sz="quarter" idx="16"/>
          </p:nvPr>
        </p:nvSpPr>
        <p:spPr>
          <a:xfrm>
            <a:off x="639968" y="5493495"/>
            <a:ext cx="6490674" cy="439737"/>
          </a:xfrm>
        </p:spPr>
        <p:txBody>
          <a:bodyPr vert="horz" lIns="91440" tIns="45720" rIns="91440" bIns="45720" rtlCol="0" anchor="t">
            <a:normAutofit fontScale="92500" lnSpcReduction="20000"/>
          </a:bodyPr>
          <a:lstStyle/>
          <a:p>
            <a:r>
              <a:rPr lang="en-US" sz="1400" b="1">
                <a:cs typeface="Calibri"/>
              </a:rPr>
              <a:t>Christopher Shepherd, Isaac Martins</a:t>
            </a:r>
            <a:r>
              <a:rPr lang="en-US" sz="1400" b="1">
                <a:solidFill>
                  <a:srgbClr val="FF0000"/>
                </a:solidFill>
                <a:cs typeface="Calibri"/>
              </a:rPr>
              <a:t> </a:t>
            </a:r>
          </a:p>
          <a:p>
            <a:r>
              <a:rPr lang="en-US" sz="1400">
                <a:cs typeface="Calibri"/>
              </a:rPr>
              <a:t>Intern Program TLS Project Leads</a:t>
            </a:r>
          </a:p>
        </p:txBody>
      </p:sp>
      <p:sp>
        <p:nvSpPr>
          <p:cNvPr id="5" name="Text Placeholder 4">
            <a:extLst>
              <a:ext uri="{FF2B5EF4-FFF2-40B4-BE49-F238E27FC236}">
                <a16:creationId xmlns:a16="http://schemas.microsoft.com/office/drawing/2014/main" id="{F71E5F27-D4C1-FB49-DCE7-41ECA1462048}"/>
              </a:ext>
            </a:extLst>
          </p:cNvPr>
          <p:cNvSpPr>
            <a:spLocks noGrp="1"/>
          </p:cNvSpPr>
          <p:nvPr>
            <p:ph type="body" sz="quarter" idx="20"/>
          </p:nvPr>
        </p:nvSpPr>
        <p:spPr>
          <a:xfrm>
            <a:off x="640079" y="2743200"/>
            <a:ext cx="10122996" cy="881137"/>
          </a:xfrm>
        </p:spPr>
        <p:txBody>
          <a:bodyPr/>
          <a:lstStyle/>
          <a:p>
            <a:r>
              <a:rPr lang="en-US"/>
              <a:t>2024 TLS Intern Project Kickoff</a:t>
            </a:r>
          </a:p>
        </p:txBody>
      </p:sp>
      <p:sp>
        <p:nvSpPr>
          <p:cNvPr id="6" name="Text Placeholder 3">
            <a:extLst>
              <a:ext uri="{FF2B5EF4-FFF2-40B4-BE49-F238E27FC236}">
                <a16:creationId xmlns:a16="http://schemas.microsoft.com/office/drawing/2014/main" id="{63451BA3-578E-9E1C-2CDE-18317B799DB4}"/>
              </a:ext>
            </a:extLst>
          </p:cNvPr>
          <p:cNvSpPr>
            <a:spLocks noGrp="1"/>
          </p:cNvSpPr>
          <p:nvPr>
            <p:ph type="body" sz="quarter" idx="19"/>
          </p:nvPr>
        </p:nvSpPr>
        <p:spPr>
          <a:xfrm>
            <a:off x="639968" y="6068095"/>
            <a:ext cx="3104322" cy="286739"/>
          </a:xfrm>
        </p:spPr>
        <p:txBody>
          <a:bodyPr lIns="91440" tIns="45720" rIns="91440" bIns="45720" anchor="t"/>
          <a:lstStyle/>
          <a:p>
            <a:r>
              <a:rPr lang="en-US">
                <a:cs typeface="Calibri"/>
              </a:rPr>
              <a:t>CN: AD ext. ITP</a:t>
            </a:r>
          </a:p>
          <a:p>
            <a:endParaRPr lang="en-US"/>
          </a:p>
        </p:txBody>
      </p:sp>
    </p:spTree>
    <p:extLst>
      <p:ext uri="{BB962C8B-B14F-4D97-AF65-F5344CB8AC3E}">
        <p14:creationId xmlns:p14="http://schemas.microsoft.com/office/powerpoint/2010/main" val="2498576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F71980-EB2F-3CF5-269C-BCCCFB135280}"/>
              </a:ext>
            </a:extLst>
          </p:cNvPr>
          <p:cNvSpPr>
            <a:spLocks noGrp="1"/>
          </p:cNvSpPr>
          <p:nvPr>
            <p:ph sz="quarter" idx="12"/>
          </p:nvPr>
        </p:nvSpPr>
        <p:spPr/>
        <p:txBody>
          <a:bodyPr vert="horz" lIns="91440" tIns="45720" rIns="91440" bIns="45720" rtlCol="0" anchor="t">
            <a:normAutofit/>
          </a:bodyPr>
          <a:lstStyle/>
          <a:p>
            <a:pPr marL="285750" indent="-285750">
              <a:buFont typeface="Arial" panose="020B0604020202020204" pitchFamily="34" charset="0"/>
              <a:buChar char="•"/>
            </a:pPr>
            <a:r>
              <a:rPr lang="en-US">
                <a:latin typeface="Arial"/>
                <a:cs typeface="Arial"/>
              </a:rPr>
              <a:t>Introductions</a:t>
            </a:r>
          </a:p>
          <a:p>
            <a:pPr marL="285750" indent="-285750">
              <a:buFont typeface="Arial" panose="020B0604020202020204" pitchFamily="34" charset="0"/>
              <a:buChar char="•"/>
            </a:pPr>
            <a:r>
              <a:rPr lang="en-US">
                <a:latin typeface="Arial"/>
                <a:cs typeface="Arial"/>
              </a:rPr>
              <a:t>Roles and Responsibilities</a:t>
            </a:r>
          </a:p>
          <a:p>
            <a:pPr marL="285750" indent="-285750">
              <a:buFont typeface="Arial" panose="020B0604020202020204" pitchFamily="34" charset="0"/>
              <a:buChar char="•"/>
            </a:pPr>
            <a:r>
              <a:rPr lang="en-US">
                <a:latin typeface="Arial"/>
                <a:cs typeface="Arial"/>
              </a:rPr>
              <a:t>RMS Intern Project Overview</a:t>
            </a:r>
          </a:p>
          <a:p>
            <a:pPr marL="285750" indent="-285750">
              <a:buFont typeface="Arial" panose="020B0604020202020204" pitchFamily="34" charset="0"/>
              <a:buChar char="•"/>
            </a:pPr>
            <a:r>
              <a:rPr lang="en-US">
                <a:latin typeface="Arial"/>
                <a:cs typeface="Arial"/>
              </a:rPr>
              <a:t>TLS Project Overview</a:t>
            </a:r>
          </a:p>
          <a:p>
            <a:pPr marL="285750" indent="-285750">
              <a:buFont typeface="Arial" panose="020B0604020202020204" pitchFamily="34" charset="0"/>
              <a:buChar char="•"/>
            </a:pPr>
            <a:r>
              <a:rPr lang="en-US">
                <a:latin typeface="Arial"/>
                <a:cs typeface="Arial"/>
              </a:rPr>
              <a:t>TLS Project Execution</a:t>
            </a:r>
          </a:p>
          <a:p>
            <a:pPr marL="285750" indent="-285750">
              <a:buFont typeface="Arial" panose="020B0604020202020204" pitchFamily="34" charset="0"/>
              <a:buChar char="•"/>
            </a:pPr>
            <a:r>
              <a:rPr lang="en-US">
                <a:latin typeface="Arial"/>
                <a:cs typeface="Arial"/>
              </a:rPr>
              <a:t>TLS Project Deliverables</a:t>
            </a:r>
          </a:p>
          <a:p>
            <a:pPr marL="285750" indent="-285750">
              <a:buFont typeface="Arial" panose="020B0604020202020204" pitchFamily="34" charset="0"/>
              <a:buChar char="•"/>
            </a:pPr>
            <a:r>
              <a:rPr lang="en-US">
                <a:latin typeface="Arial"/>
                <a:cs typeface="Arial"/>
              </a:rPr>
              <a:t>TLS Project Timeline</a:t>
            </a:r>
          </a:p>
          <a:p>
            <a:pPr marL="285750" indent="-285750">
              <a:buFont typeface="Arial" panose="020B0604020202020204" pitchFamily="34" charset="0"/>
              <a:buChar char="•"/>
            </a:pPr>
            <a:r>
              <a:rPr lang="en-US">
                <a:latin typeface="Arial"/>
                <a:cs typeface="Arial"/>
              </a:rPr>
              <a:t>Expectations</a:t>
            </a:r>
          </a:p>
          <a:p>
            <a:pPr marL="285750" indent="-285750">
              <a:buFont typeface="Arial" panose="020B0604020202020204" pitchFamily="34" charset="0"/>
              <a:buChar char="•"/>
            </a:pPr>
            <a:r>
              <a:rPr lang="en-US">
                <a:latin typeface="Arial"/>
                <a:cs typeface="Arial"/>
              </a:rPr>
              <a:t>Charging Guidance</a:t>
            </a:r>
          </a:p>
          <a:p>
            <a:pPr marL="285750" indent="-285750">
              <a:buFont typeface="Arial" panose="020B0604020202020204" pitchFamily="34" charset="0"/>
              <a:buChar char="•"/>
            </a:pPr>
            <a:r>
              <a:rPr lang="en-US">
                <a:latin typeface="Arial"/>
                <a:cs typeface="Arial"/>
              </a:rPr>
              <a:t>Open Floor</a:t>
            </a:r>
          </a:p>
        </p:txBody>
      </p:sp>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Agenda</a:t>
            </a:r>
          </a:p>
        </p:txBody>
      </p:sp>
    </p:spTree>
    <p:extLst>
      <p:ext uri="{BB962C8B-B14F-4D97-AF65-F5344CB8AC3E}">
        <p14:creationId xmlns:p14="http://schemas.microsoft.com/office/powerpoint/2010/main" val="3008620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F71980-EB2F-3CF5-269C-BCCCFB135280}"/>
              </a:ext>
            </a:extLst>
          </p:cNvPr>
          <p:cNvSpPr>
            <a:spLocks noGrp="1"/>
          </p:cNvSpPr>
          <p:nvPr>
            <p:ph sz="quarter" idx="12"/>
          </p:nvPr>
        </p:nvSpPr>
        <p:spPr>
          <a:xfrm>
            <a:off x="612646" y="1331303"/>
            <a:ext cx="5832541" cy="5022025"/>
          </a:xfrm>
        </p:spPr>
        <p:txBody>
          <a:bodyPr>
            <a:normAutofit/>
          </a:bodyPr>
          <a:lstStyle/>
          <a:p>
            <a:pPr marL="285750" indent="-285750">
              <a:buFont typeface="Arial" panose="020B0604020202020204" pitchFamily="34" charset="0"/>
              <a:buChar char="•"/>
            </a:pPr>
            <a:r>
              <a:rPr lang="en-US"/>
              <a:t>Does pineapple belong on pizza?</a:t>
            </a:r>
          </a:p>
          <a:p>
            <a:pPr marL="971550" lvl="1" indent="-285750"/>
            <a:r>
              <a:rPr lang="en-US"/>
              <a:t>Yes</a:t>
            </a:r>
          </a:p>
          <a:p>
            <a:pPr marL="971550" lvl="1" indent="-285750"/>
            <a:r>
              <a:rPr lang="en-US"/>
              <a:t>No</a:t>
            </a:r>
          </a:p>
          <a:p>
            <a:pPr marL="285750" indent="-285750">
              <a:buFont typeface="Arial" panose="020B0604020202020204" pitchFamily="34" charset="0"/>
              <a:buChar char="•"/>
            </a:pPr>
            <a:r>
              <a:rPr lang="en-US"/>
              <a:t>Is water wet?</a:t>
            </a:r>
          </a:p>
          <a:p>
            <a:pPr marL="971550" lvl="1" indent="-285750"/>
            <a:r>
              <a:rPr lang="en-US"/>
              <a:t>Yes</a:t>
            </a:r>
          </a:p>
          <a:p>
            <a:pPr marL="971550" lvl="1" indent="-285750"/>
            <a:r>
              <a:rPr lang="en-US"/>
              <a:t>No</a:t>
            </a:r>
          </a:p>
          <a:p>
            <a:pPr marL="285750" indent="-285750">
              <a:buFont typeface="Arial" panose="020B0604020202020204" pitchFamily="34" charset="0"/>
              <a:buChar char="•"/>
            </a:pPr>
            <a:r>
              <a:rPr lang="en-US"/>
              <a:t>Is a hotdog a sandwich or a taco?</a:t>
            </a:r>
          </a:p>
          <a:p>
            <a:pPr marL="971550" lvl="1" indent="-285750"/>
            <a:r>
              <a:rPr lang="en-US"/>
              <a:t>Sandwich</a:t>
            </a:r>
          </a:p>
          <a:p>
            <a:pPr marL="971550" lvl="1" indent="-285750"/>
            <a:r>
              <a:rPr lang="en-US"/>
              <a:t>Taco</a:t>
            </a:r>
          </a:p>
          <a:p>
            <a:pPr marL="285750" indent="-285750">
              <a:buFont typeface="Arial" panose="020B0604020202020204" pitchFamily="34" charset="0"/>
              <a:buChar char="•"/>
            </a:pPr>
            <a:r>
              <a:rPr lang="en-US"/>
              <a:t>Is cereal a soup?</a:t>
            </a:r>
          </a:p>
          <a:p>
            <a:pPr marL="971550" lvl="1" indent="-285750"/>
            <a:r>
              <a:rPr lang="en-US"/>
              <a:t>Yes</a:t>
            </a:r>
          </a:p>
          <a:p>
            <a:pPr marL="971550" lvl="1" indent="-285750"/>
            <a:r>
              <a:rPr lang="en-US"/>
              <a:t>No</a:t>
            </a:r>
          </a:p>
          <a:p>
            <a:pPr marL="285750" indent="-285750">
              <a:buFont typeface="Arial" panose="020B0604020202020204" pitchFamily="34" charset="0"/>
              <a:buChar char="•"/>
            </a:pPr>
            <a:r>
              <a:rPr lang="en-US"/>
              <a:t>Are you excited to be a 2024 LM Intern?</a:t>
            </a:r>
          </a:p>
          <a:p>
            <a:pPr marL="971550" lvl="1" indent="-285750"/>
            <a:r>
              <a:rPr lang="en-US"/>
              <a:t>Yes!</a:t>
            </a:r>
          </a:p>
          <a:p>
            <a:pPr marL="285750" indent="-285750">
              <a:buFont typeface="Arial" panose="020B0604020202020204" pitchFamily="34" charset="0"/>
              <a:buChar char="•"/>
            </a:pPr>
            <a:r>
              <a:rPr lang="en-US"/>
              <a:t>Vote in meeting chat by using message reactions!</a:t>
            </a:r>
          </a:p>
        </p:txBody>
      </p:sp>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Around the Room</a:t>
            </a:r>
          </a:p>
        </p:txBody>
      </p:sp>
      <p:pic>
        <p:nvPicPr>
          <p:cNvPr id="6" name="Picture 5">
            <a:extLst>
              <a:ext uri="{FF2B5EF4-FFF2-40B4-BE49-F238E27FC236}">
                <a16:creationId xmlns:a16="http://schemas.microsoft.com/office/drawing/2014/main" id="{D7C63D8F-8A52-6A74-B5F2-041E0CA3771D}"/>
              </a:ext>
            </a:extLst>
          </p:cNvPr>
          <p:cNvPicPr>
            <a:picLocks noChangeAspect="1"/>
          </p:cNvPicPr>
          <p:nvPr/>
        </p:nvPicPr>
        <p:blipFill>
          <a:blip r:embed="rId3"/>
          <a:stretch>
            <a:fillRect/>
          </a:stretch>
        </p:blipFill>
        <p:spPr>
          <a:xfrm>
            <a:off x="4806471" y="2824162"/>
            <a:ext cx="981075" cy="1209675"/>
          </a:xfrm>
          <a:prstGeom prst="rect">
            <a:avLst/>
          </a:prstGeom>
        </p:spPr>
      </p:pic>
      <p:pic>
        <p:nvPicPr>
          <p:cNvPr id="8" name="Picture 7">
            <a:extLst>
              <a:ext uri="{FF2B5EF4-FFF2-40B4-BE49-F238E27FC236}">
                <a16:creationId xmlns:a16="http://schemas.microsoft.com/office/drawing/2014/main" id="{AA30C80D-C19F-DB71-0DAF-40BA60D92BD1}"/>
              </a:ext>
            </a:extLst>
          </p:cNvPr>
          <p:cNvPicPr>
            <a:picLocks noChangeAspect="1"/>
          </p:cNvPicPr>
          <p:nvPr/>
        </p:nvPicPr>
        <p:blipFill>
          <a:blip r:embed="rId4"/>
          <a:stretch>
            <a:fillRect/>
          </a:stretch>
        </p:blipFill>
        <p:spPr>
          <a:xfrm>
            <a:off x="6248748" y="504671"/>
            <a:ext cx="2857500" cy="1600200"/>
          </a:xfrm>
          <a:prstGeom prst="rect">
            <a:avLst/>
          </a:prstGeom>
        </p:spPr>
      </p:pic>
      <p:pic>
        <p:nvPicPr>
          <p:cNvPr id="1026" name="Picture 2" descr="Is Water Wet? | Fluoride Filter Water ...">
            <a:extLst>
              <a:ext uri="{FF2B5EF4-FFF2-40B4-BE49-F238E27FC236}">
                <a16:creationId xmlns:a16="http://schemas.microsoft.com/office/drawing/2014/main" id="{85AF03F3-18A9-018D-9642-27B74C61F4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8748" y="2553737"/>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D6F449E-24F7-34B8-55F9-48DE98E85216}"/>
              </a:ext>
            </a:extLst>
          </p:cNvPr>
          <p:cNvPicPr>
            <a:picLocks noChangeAspect="1"/>
          </p:cNvPicPr>
          <p:nvPr/>
        </p:nvPicPr>
        <p:blipFill>
          <a:blip r:embed="rId6"/>
          <a:stretch>
            <a:fillRect/>
          </a:stretch>
        </p:blipFill>
        <p:spPr>
          <a:xfrm>
            <a:off x="9567450" y="1285874"/>
            <a:ext cx="2143125" cy="2143125"/>
          </a:xfrm>
          <a:prstGeom prst="rect">
            <a:avLst/>
          </a:prstGeom>
        </p:spPr>
      </p:pic>
      <p:pic>
        <p:nvPicPr>
          <p:cNvPr id="1028" name="Picture 4" descr="Froot Loops® Soup">
            <a:extLst>
              <a:ext uri="{FF2B5EF4-FFF2-40B4-BE49-F238E27FC236}">
                <a16:creationId xmlns:a16="http://schemas.microsoft.com/office/drawing/2014/main" id="{F13A6AC1-E7AC-EB73-2D84-7F42931B022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67810" y="4602803"/>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tshappening_base memes. Best ...">
            <a:extLst>
              <a:ext uri="{FF2B5EF4-FFF2-40B4-BE49-F238E27FC236}">
                <a16:creationId xmlns:a16="http://schemas.microsoft.com/office/drawing/2014/main" id="{00862BB8-16A7-BB7F-17C9-80C4973E5A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24562" y="3842315"/>
            <a:ext cx="2628900"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04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B8B0B-DCDF-4843-723B-99DB1C52592E}"/>
              </a:ext>
            </a:extLst>
          </p:cNvPr>
          <p:cNvSpPr>
            <a:spLocks noGrp="1"/>
          </p:cNvSpPr>
          <p:nvPr>
            <p:ph type="title"/>
          </p:nvPr>
        </p:nvSpPr>
        <p:spPr/>
        <p:txBody>
          <a:bodyPr/>
          <a:lstStyle/>
          <a:p>
            <a:r>
              <a:rPr lang="en-US"/>
              <a:t>Introductions</a:t>
            </a:r>
          </a:p>
        </p:txBody>
      </p:sp>
      <p:sp>
        <p:nvSpPr>
          <p:cNvPr id="3" name="Text Placeholder 2">
            <a:extLst>
              <a:ext uri="{FF2B5EF4-FFF2-40B4-BE49-F238E27FC236}">
                <a16:creationId xmlns:a16="http://schemas.microsoft.com/office/drawing/2014/main" id="{B4C4F73E-3DF8-0C23-26F6-4665A33702F1}"/>
              </a:ext>
            </a:extLst>
          </p:cNvPr>
          <p:cNvSpPr>
            <a:spLocks noGrp="1"/>
          </p:cNvSpPr>
          <p:nvPr>
            <p:ph type="body" sz="quarter" idx="23"/>
          </p:nvPr>
        </p:nvSpPr>
        <p:spPr>
          <a:xfrm>
            <a:off x="731753" y="4493347"/>
            <a:ext cx="3111339" cy="1681673"/>
          </a:xfrm>
        </p:spPr>
        <p:txBody>
          <a:bodyPr vert="horz" lIns="91440" tIns="45720" rIns="91440" bIns="45720" rtlCol="0" anchor="t">
            <a:normAutofit fontScale="92500"/>
          </a:bodyPr>
          <a:lstStyle/>
          <a:p>
            <a:pPr marR="0" lvl="0" algn="ctr" fontAlgn="auto">
              <a:spcAft>
                <a:spcPts val="0"/>
              </a:spcAft>
              <a:buClrTx/>
              <a:buSzTx/>
              <a:tabLst/>
              <a:defRPr/>
            </a:pPr>
            <a:r>
              <a:rPr lang="en-US" b="1">
                <a:latin typeface="Arial" panose="020B0604020202020204"/>
              </a:rPr>
              <a:t>Christopher Shepherd</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solidFill>
                  <a:srgbClr val="000000"/>
                </a:solidFill>
                <a:latin typeface="Arial" panose="020B0604020202020204"/>
              </a:rPr>
              <a:t>TLS Project</a:t>
            </a:r>
            <a:r>
              <a:rPr kumimoji="0" lang="en-US" sz="900" b="0" i="0" u="none" strike="noStrike" kern="1200" cap="none" spc="0" normalizeH="0" baseline="0" noProof="0">
                <a:ln>
                  <a:noFill/>
                </a:ln>
                <a:solidFill>
                  <a:srgbClr val="000000"/>
                </a:solidFill>
                <a:effectLst/>
                <a:uLnTx/>
                <a:uFillTx/>
                <a:latin typeface="Arial" panose="020B0604020202020204"/>
                <a:ea typeface="+mn-ea"/>
                <a:cs typeface="+mn-cs"/>
              </a:rPr>
              <a:t> Lead</a:t>
            </a:r>
            <a:endParaRPr lang="en-US" sz="900" b="0" i="0" u="none" strike="noStrike" kern="1200" cap="none" spc="0" normalizeH="0" baseline="0" noProof="0">
              <a:ln>
                <a:noFill/>
              </a:ln>
              <a:solidFill>
                <a:srgbClr val="000000"/>
              </a:solidFill>
              <a:effectLst/>
              <a:uLnTx/>
              <a:uFillTx/>
              <a:latin typeface="Arial" panose="020B0604020202020204"/>
              <a:cs typeface="Arial"/>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a:p>
            <a:pPr marL="285750" indent="-285750">
              <a:buFont typeface="Wingdings" panose="05000000000000000000" pitchFamily="2" charset="2"/>
              <a:buChar char="v"/>
              <a:defRPr/>
            </a:pPr>
            <a:r>
              <a:rPr lang="en-US" sz="1100">
                <a:solidFill>
                  <a:srgbClr val="000000"/>
                </a:solidFill>
                <a:latin typeface="Arial" panose="020B0604020202020204"/>
              </a:rPr>
              <a:t>2018 Quality Engineer Intern</a:t>
            </a:r>
          </a:p>
          <a:p>
            <a:pPr marL="285750" indent="-285750">
              <a:buFont typeface="Wingdings" panose="05000000000000000000" pitchFamily="2" charset="2"/>
              <a:buChar char="v"/>
              <a:defRPr/>
            </a:pPr>
            <a:r>
              <a:rPr lang="en-US" sz="1100">
                <a:solidFill>
                  <a:srgbClr val="000000"/>
                </a:solidFill>
                <a:latin typeface="Arial" panose="020B0604020202020204"/>
              </a:rPr>
              <a:t>2019 Flight Controls Intern</a:t>
            </a:r>
          </a:p>
          <a:p>
            <a:pPr marL="285750" indent="-285750">
              <a:buFont typeface="Wingdings" panose="05000000000000000000" pitchFamily="2" charset="2"/>
              <a:buChar char="v"/>
              <a:defRPr/>
            </a:pPr>
            <a:r>
              <a:rPr lang="en-US" sz="1100">
                <a:solidFill>
                  <a:srgbClr val="000000"/>
                </a:solidFill>
                <a:latin typeface="Arial" panose="020B0604020202020204"/>
              </a:rPr>
              <a:t>2023 Intern Mentor &amp; D&amp;I mentorship Chair</a:t>
            </a:r>
            <a:endParaRPr lang="en-US" sz="1100">
              <a:solidFill>
                <a:srgbClr val="000000"/>
              </a:solidFill>
              <a:latin typeface="Arial" panose="020B0604020202020204"/>
              <a:cs typeface="Arial"/>
            </a:endParaRPr>
          </a:p>
          <a:p>
            <a:pPr marL="285750" indent="-285750">
              <a:buFont typeface="Wingdings" panose="05000000000000000000" pitchFamily="2" charset="2"/>
              <a:buChar char="v"/>
              <a:defRPr/>
            </a:pPr>
            <a:r>
              <a:rPr lang="en-US" sz="1100">
                <a:solidFill>
                  <a:srgbClr val="000000"/>
                </a:solidFill>
                <a:latin typeface="Arial" panose="020B0604020202020204"/>
              </a:rPr>
              <a:t>2024 Intern Project Lead</a:t>
            </a:r>
          </a:p>
          <a:p>
            <a:pPr>
              <a:defRPr/>
            </a:pPr>
            <a:endParaRPr lang="en-US" sz="1100">
              <a:solidFill>
                <a:srgbClr val="000000"/>
              </a:solidFill>
              <a:latin typeface="Arial" panose="020B0604020202020204"/>
            </a:endParaRPr>
          </a:p>
          <a:p>
            <a:pPr marL="285750" indent="-285750">
              <a:buFont typeface="Wingdings" panose="05000000000000000000" pitchFamily="2" charset="2"/>
              <a:buChar char="v"/>
              <a:defRPr/>
            </a:pPr>
            <a:r>
              <a:rPr lang="en-US" sz="1100">
                <a:solidFill>
                  <a:srgbClr val="000000"/>
                </a:solidFill>
                <a:latin typeface="Arial" panose="020B0604020202020204"/>
              </a:rPr>
              <a:t>Current job at LM: Engineering LDP - Business Development TA </a:t>
            </a:r>
            <a:endParaRPr lang="en-US" sz="1100">
              <a:solidFill>
                <a:srgbClr val="000000"/>
              </a:solidFill>
              <a:latin typeface="Arial" panose="020B0604020202020204"/>
              <a:cs typeface="Arial"/>
            </a:endParaRPr>
          </a:p>
        </p:txBody>
      </p:sp>
      <p:sp>
        <p:nvSpPr>
          <p:cNvPr id="4" name="Text Placeholder 3">
            <a:extLst>
              <a:ext uri="{FF2B5EF4-FFF2-40B4-BE49-F238E27FC236}">
                <a16:creationId xmlns:a16="http://schemas.microsoft.com/office/drawing/2014/main" id="{5998C481-2861-28F8-18EB-DA8671B1679F}"/>
              </a:ext>
            </a:extLst>
          </p:cNvPr>
          <p:cNvSpPr>
            <a:spLocks noGrp="1"/>
          </p:cNvSpPr>
          <p:nvPr>
            <p:ph type="body" sz="quarter" idx="24"/>
          </p:nvPr>
        </p:nvSpPr>
        <p:spPr>
          <a:xfrm>
            <a:off x="8613827" y="4551962"/>
            <a:ext cx="2535536" cy="1623057"/>
          </a:xfrm>
        </p:spPr>
        <p:txBody>
          <a:bodyPr lIns="91440" tIns="45720" rIns="91440" bIns="45720" anchor="t">
            <a:normAutofit/>
          </a:bodyPr>
          <a:lstStyle/>
          <a:p>
            <a:pPr marR="0" lvl="0" algn="ctr" fontAlgn="auto">
              <a:spcAft>
                <a:spcPts val="0"/>
              </a:spcAft>
              <a:buClrTx/>
              <a:buSzTx/>
              <a:tabLst/>
              <a:defRPr/>
            </a:pPr>
            <a:r>
              <a:rPr lang="en-US" b="1">
                <a:latin typeface="Arial" panose="020B0604020202020204"/>
              </a:rPr>
              <a:t>Adam Breed</a:t>
            </a:r>
          </a:p>
          <a:p>
            <a:pPr algn="ctr">
              <a:defRPr/>
            </a:pPr>
            <a:r>
              <a:rPr lang="en-US" sz="900">
                <a:latin typeface="Arial" panose="020B0604020202020204"/>
              </a:rPr>
              <a:t>TLS Project SME</a:t>
            </a:r>
            <a:endParaRPr lang="en-US" sz="900">
              <a:latin typeface="Arial" panose="020B0604020202020204"/>
              <a:cs typeface="Arial"/>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a:p>
            <a:pPr marL="285750" indent="-285750">
              <a:buFont typeface="Wingdings" panose="05000000000000000000" pitchFamily="2" charset="2"/>
              <a:buChar char="v"/>
              <a:defRPr/>
            </a:pPr>
            <a:r>
              <a:rPr lang="en-US" sz="1100">
                <a:latin typeface="Arial" panose="020B0604020202020204"/>
              </a:rPr>
              <a:t>We’ll let Adam tell you about himself later this week! </a:t>
            </a:r>
            <a:endParaRPr lang="en-US" sz="1100">
              <a:latin typeface="Arial" panose="020B0604020202020204"/>
              <a:cs typeface="Arial"/>
            </a:endParaRPr>
          </a:p>
          <a:p>
            <a:pPr marL="285750" indent="-285750">
              <a:buFont typeface="Wingdings" panose="05000000000000000000" pitchFamily="2" charset="2"/>
              <a:buChar char="v"/>
              <a:defRPr/>
            </a:pPr>
            <a:r>
              <a:rPr lang="en-US" sz="1100">
                <a:latin typeface="Arial" panose="020B0604020202020204"/>
              </a:rPr>
              <a:t>Current job at LM: Systems Architect Principal</a:t>
            </a:r>
            <a:endParaRPr lang="en-US" sz="1100">
              <a:latin typeface="Arial" panose="020B0604020202020204"/>
              <a:cs typeface="Arial"/>
            </a:endParaRPr>
          </a:p>
        </p:txBody>
      </p:sp>
      <p:sp>
        <p:nvSpPr>
          <p:cNvPr id="7" name="Text Placeholder 2">
            <a:extLst>
              <a:ext uri="{FF2B5EF4-FFF2-40B4-BE49-F238E27FC236}">
                <a16:creationId xmlns:a16="http://schemas.microsoft.com/office/drawing/2014/main" id="{8BA3D4B1-6F11-8DC9-20A2-FEEEBB429FC9}"/>
              </a:ext>
            </a:extLst>
          </p:cNvPr>
          <p:cNvSpPr txBox="1">
            <a:spLocks/>
          </p:cNvSpPr>
          <p:nvPr/>
        </p:nvSpPr>
        <p:spPr>
          <a:xfrm>
            <a:off x="5141777" y="4551961"/>
            <a:ext cx="2186870" cy="1623058"/>
          </a:xfrm>
          <a:prstGeom prst="rect">
            <a:avLst/>
          </a:prstGeom>
        </p:spPr>
        <p:txBody>
          <a:bodyPr lIns="91440" tIns="45720" rIns="91440" bIns="45720" anchor="t"/>
          <a:lstStyle>
            <a:lvl1pPr marL="0" indent="0" algn="l"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defRPr/>
            </a:pPr>
            <a:r>
              <a:rPr lang="en-US" b="1">
                <a:latin typeface="Arial" panose="020B0604020202020204"/>
              </a:rPr>
              <a:t>Isaac Martins</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effectLst/>
                <a:uLnTx/>
                <a:uFillTx/>
                <a:latin typeface="Arial" panose="020B0604020202020204"/>
                <a:ea typeface="+mn-ea"/>
                <a:cs typeface="+mn-cs"/>
              </a:rPr>
              <a:t>TLS Project</a:t>
            </a:r>
            <a:r>
              <a:rPr kumimoji="0" lang="en-US" sz="900" b="0" i="0" u="none" strike="noStrike" kern="1200" cap="none" spc="0" normalizeH="0" baseline="0" noProof="0">
                <a:ln>
                  <a:noFill/>
                </a:ln>
                <a:solidFill>
                  <a:srgbClr val="000000"/>
                </a:solidFill>
                <a:effectLst/>
                <a:uLnTx/>
                <a:uFillTx/>
                <a:latin typeface="Arial" panose="020B0604020202020204"/>
                <a:ea typeface="+mn-ea"/>
                <a:cs typeface="+mn-cs"/>
              </a:rPr>
              <a:t> Lead</a:t>
            </a:r>
          </a:p>
          <a:p>
            <a:pPr algn="ctr">
              <a:defRPr/>
            </a:pPr>
            <a:endParaRPr lang="en-US" sz="800">
              <a:solidFill>
                <a:srgbClr val="000000"/>
              </a:solidFill>
              <a:latin typeface="Arial" panose="020B0604020202020204"/>
            </a:endParaRPr>
          </a:p>
          <a:p>
            <a:pPr marL="285750" indent="-285750">
              <a:buFont typeface="Wingdings" panose="05000000000000000000" pitchFamily="2" charset="2"/>
              <a:buChar char="v"/>
              <a:defRPr/>
            </a:pPr>
            <a:r>
              <a:rPr lang="en-US" sz="1100">
                <a:latin typeface="Arial" panose="020B0604020202020204"/>
              </a:rPr>
              <a:t>Intern Mentor last year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100">
                <a:solidFill>
                  <a:srgbClr val="000000"/>
                </a:solidFill>
                <a:latin typeface="Arial" panose="020B0604020202020204"/>
              </a:rPr>
              <a:t>Current job at LM: </a:t>
            </a:r>
            <a:r>
              <a:rPr lang="en-US" sz="1100">
                <a:latin typeface="Arial" panose="020B0604020202020204"/>
              </a:rPr>
              <a:t>Engineering LDP</a:t>
            </a:r>
            <a:endParaRPr kumimoji="0" lang="en-US" sz="1100" b="0" i="0" u="none" strike="noStrike" kern="1200" cap="none" spc="0" normalizeH="0" baseline="0" noProof="0">
              <a:ln>
                <a:noFill/>
              </a:ln>
              <a:effectLst/>
              <a:uLnTx/>
              <a:uFillTx/>
              <a:latin typeface="Arial" panose="020B0604020202020204"/>
              <a:ea typeface="+mn-ea"/>
              <a:cs typeface="+mn-cs"/>
            </a:endParaRPr>
          </a:p>
        </p:txBody>
      </p:sp>
      <p:pic>
        <p:nvPicPr>
          <p:cNvPr id="8" name="Picture Placeholder 7">
            <a:extLst>
              <a:ext uri="{FF2B5EF4-FFF2-40B4-BE49-F238E27FC236}">
                <a16:creationId xmlns:a16="http://schemas.microsoft.com/office/drawing/2014/main" id="{974E340F-AEA4-6B4F-912E-61A35B9D4252}"/>
              </a:ext>
            </a:extLst>
          </p:cNvPr>
          <p:cNvPicPr>
            <a:picLocks noGrp="1" noChangeAspect="1"/>
          </p:cNvPicPr>
          <p:nvPr>
            <p:ph type="pic" sz="quarter" idx="28"/>
          </p:nvPr>
        </p:nvPicPr>
        <p:blipFill>
          <a:blip r:embed="rId3" cstate="print">
            <a:extLst>
              <a:ext uri="{28A0092B-C50C-407E-A947-70E740481C1C}">
                <a14:useLocalDpi xmlns:a14="http://schemas.microsoft.com/office/drawing/2010/main" val="0"/>
              </a:ext>
            </a:extLst>
          </a:blip>
          <a:stretch>
            <a:fillRect/>
          </a:stretch>
        </p:blipFill>
        <p:spPr>
          <a:xfrm>
            <a:off x="4967444" y="1321717"/>
            <a:ext cx="2535536" cy="3169420"/>
          </a:xfrm>
        </p:spPr>
      </p:pic>
      <p:pic>
        <p:nvPicPr>
          <p:cNvPr id="6" name="Picture Placeholder 5">
            <a:extLst>
              <a:ext uri="{FF2B5EF4-FFF2-40B4-BE49-F238E27FC236}">
                <a16:creationId xmlns:a16="http://schemas.microsoft.com/office/drawing/2014/main" id="{201F0B03-0C93-DE92-BE0B-DB335EE157C4}"/>
              </a:ext>
            </a:extLst>
          </p:cNvPr>
          <p:cNvPicPr>
            <a:picLocks noGrp="1" noChangeAspect="1"/>
          </p:cNvPicPr>
          <p:nvPr>
            <p:ph type="pic" sz="quarter" idx="27"/>
          </p:nvPr>
        </p:nvPicPr>
        <p:blipFill>
          <a:blip r:embed="rId4" cstate="print">
            <a:extLst>
              <a:ext uri="{28A0092B-C50C-407E-A947-70E740481C1C}">
                <a14:useLocalDpi xmlns:a14="http://schemas.microsoft.com/office/drawing/2010/main" val="0"/>
              </a:ext>
            </a:extLst>
          </a:blip>
          <a:srcRect t="1179" b="1179"/>
          <a:stretch>
            <a:fillRect/>
          </a:stretch>
        </p:blipFill>
        <p:spPr>
          <a:xfrm>
            <a:off x="609912" y="1321111"/>
            <a:ext cx="3101024" cy="3169419"/>
          </a:xfrm>
        </p:spPr>
      </p:pic>
      <p:pic>
        <p:nvPicPr>
          <p:cNvPr id="16" name="Picture 15">
            <a:extLst>
              <a:ext uri="{FF2B5EF4-FFF2-40B4-BE49-F238E27FC236}">
                <a16:creationId xmlns:a16="http://schemas.microsoft.com/office/drawing/2014/main" id="{F93388B6-0760-E024-1B67-FD5065D71755}"/>
              </a:ext>
            </a:extLst>
          </p:cNvPr>
          <p:cNvPicPr>
            <a:picLocks noChangeAspect="1"/>
          </p:cNvPicPr>
          <p:nvPr/>
        </p:nvPicPr>
        <p:blipFill>
          <a:blip r:embed="rId5"/>
          <a:stretch>
            <a:fillRect/>
          </a:stretch>
        </p:blipFill>
        <p:spPr>
          <a:xfrm>
            <a:off x="12265178" y="710507"/>
            <a:ext cx="2999492" cy="2962913"/>
          </a:xfrm>
          <a:prstGeom prst="rect">
            <a:avLst/>
          </a:prstGeom>
        </p:spPr>
      </p:pic>
      <p:pic>
        <p:nvPicPr>
          <p:cNvPr id="1026" name="Picture 2" descr="Adam's Photo">
            <a:extLst>
              <a:ext uri="{FF2B5EF4-FFF2-40B4-BE49-F238E27FC236}">
                <a16:creationId xmlns:a16="http://schemas.microsoft.com/office/drawing/2014/main" id="{518F6E38-8961-1AE6-A890-7B4E466787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7331" y="1321717"/>
            <a:ext cx="2733682" cy="317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96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Roles and Responsibilities</a:t>
            </a:r>
          </a:p>
        </p:txBody>
      </p:sp>
      <p:graphicFrame>
        <p:nvGraphicFramePr>
          <p:cNvPr id="7" name="Table 7">
            <a:extLst>
              <a:ext uri="{FF2B5EF4-FFF2-40B4-BE49-F238E27FC236}">
                <a16:creationId xmlns:a16="http://schemas.microsoft.com/office/drawing/2014/main" id="{36BF4B31-5FE0-71F0-F758-F622FBF19551}"/>
              </a:ext>
            </a:extLst>
          </p:cNvPr>
          <p:cNvGraphicFramePr>
            <a:graphicFrameLocks noGrp="1"/>
          </p:cNvGraphicFramePr>
          <p:nvPr>
            <p:extLst>
              <p:ext uri="{D42A27DB-BD31-4B8C-83A1-F6EECF244321}">
                <p14:modId xmlns:p14="http://schemas.microsoft.com/office/powerpoint/2010/main" val="4127070228"/>
              </p:ext>
            </p:extLst>
          </p:nvPr>
        </p:nvGraphicFramePr>
        <p:xfrm>
          <a:off x="2031999" y="1950720"/>
          <a:ext cx="8128000" cy="2956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421846693"/>
                    </a:ext>
                  </a:extLst>
                </a:gridCol>
                <a:gridCol w="4064000">
                  <a:extLst>
                    <a:ext uri="{9D8B030D-6E8A-4147-A177-3AD203B41FA5}">
                      <a16:colId xmlns:a16="http://schemas.microsoft.com/office/drawing/2014/main" val="3898260590"/>
                    </a:ext>
                  </a:extLst>
                </a:gridCol>
              </a:tblGrid>
              <a:tr h="370840">
                <a:tc>
                  <a:txBody>
                    <a:bodyPr/>
                    <a:lstStyle/>
                    <a:p>
                      <a:pPr algn="ctr"/>
                      <a:r>
                        <a:rPr lang="en-US" sz="2000"/>
                        <a:t>Site Coordinator</a:t>
                      </a:r>
                    </a:p>
                  </a:txBody>
                  <a:tcPr/>
                </a:tc>
                <a:tc>
                  <a:txBody>
                    <a:bodyPr/>
                    <a:lstStyle/>
                    <a:p>
                      <a:pPr algn="ctr"/>
                      <a:r>
                        <a:rPr lang="en-US" sz="2000"/>
                        <a:t>LOB Project Lead</a:t>
                      </a:r>
                    </a:p>
                  </a:txBody>
                  <a:tcPr/>
                </a:tc>
                <a:extLst>
                  <a:ext uri="{0D108BD9-81ED-4DB2-BD59-A6C34878D82A}">
                    <a16:rowId xmlns:a16="http://schemas.microsoft.com/office/drawing/2014/main" val="3265846421"/>
                  </a:ext>
                </a:extLst>
              </a:tr>
              <a:tr h="370840">
                <a:tc>
                  <a:txBody>
                    <a:bodyPr/>
                    <a:lstStyle/>
                    <a:p>
                      <a:pPr marL="285750" indent="-285750">
                        <a:buFont typeface="Arial" panose="020B0604020202020204" pitchFamily="34" charset="0"/>
                        <a:buChar char="•"/>
                      </a:pPr>
                      <a:r>
                        <a:rPr lang="en-US"/>
                        <a:t>Responsible for all site activities</a:t>
                      </a:r>
                    </a:p>
                    <a:p>
                      <a:pPr marL="742950" lvl="1" indent="-285750">
                        <a:buFont typeface="Arial" panose="020B0604020202020204" pitchFamily="34" charset="0"/>
                        <a:buChar char="•"/>
                      </a:pPr>
                      <a:r>
                        <a:rPr lang="en-US"/>
                        <a:t>Technical Events</a:t>
                      </a:r>
                    </a:p>
                    <a:p>
                      <a:pPr marL="742950" lvl="1" indent="-285750">
                        <a:buFont typeface="Arial" panose="020B0604020202020204" pitchFamily="34" charset="0"/>
                        <a:buChar char="•"/>
                      </a:pPr>
                      <a:r>
                        <a:rPr lang="en-US"/>
                        <a:t>Networking Events</a:t>
                      </a:r>
                    </a:p>
                    <a:p>
                      <a:pPr marL="742950" lvl="1" indent="-285750">
                        <a:buFont typeface="Arial" panose="020B0604020202020204" pitchFamily="34" charset="0"/>
                        <a:buChar char="•"/>
                      </a:pPr>
                      <a:r>
                        <a:rPr lang="en-US"/>
                        <a:t>Social Events</a:t>
                      </a:r>
                    </a:p>
                    <a:p>
                      <a:pPr marL="285750" lvl="0" indent="-285750">
                        <a:buFont typeface="Arial" panose="020B0604020202020204" pitchFamily="34" charset="0"/>
                        <a:buChar char="•"/>
                      </a:pPr>
                      <a:r>
                        <a:rPr lang="en-US"/>
                        <a:t>Provides support for all non-project related issues</a:t>
                      </a:r>
                    </a:p>
                    <a:p>
                      <a:pPr marL="285750" lvl="0" indent="-285750">
                        <a:buFont typeface="Arial" panose="020B0604020202020204" pitchFamily="34" charset="0"/>
                        <a:buChar char="•"/>
                      </a:pPr>
                      <a:r>
                        <a:rPr lang="en-US"/>
                        <a:t>Not affiliated with Intern Project</a:t>
                      </a:r>
                    </a:p>
                  </a:txBody>
                  <a:tcPr/>
                </a:tc>
                <a:tc>
                  <a:txBody>
                    <a:bodyPr/>
                    <a:lstStyle/>
                    <a:p>
                      <a:pPr marL="285750" indent="-285750">
                        <a:buFont typeface="Arial" panose="020B0604020202020204" pitchFamily="34" charset="0"/>
                        <a:buChar char="•"/>
                      </a:pPr>
                      <a:r>
                        <a:rPr lang="en-US"/>
                        <a:t>Responsible for execution of Intern Project</a:t>
                      </a:r>
                    </a:p>
                    <a:p>
                      <a:pPr marL="285750" lvl="0" indent="-285750">
                        <a:buFont typeface="Arial" panose="020B0604020202020204" pitchFamily="34" charset="0"/>
                        <a:buChar char="•"/>
                      </a:pPr>
                      <a:r>
                        <a:rPr lang="en-US"/>
                        <a:t>Answers all questions pertaining to Intern Project</a:t>
                      </a:r>
                    </a:p>
                    <a:p>
                      <a:pPr marL="285750" lvl="0" indent="-285750">
                        <a:buFont typeface="Arial" panose="020B0604020202020204" pitchFamily="34" charset="0"/>
                        <a:buChar char="•"/>
                      </a:pPr>
                      <a:r>
                        <a:rPr lang="en-US"/>
                        <a:t>Plans LOB project lectures</a:t>
                      </a:r>
                    </a:p>
                    <a:p>
                      <a:pPr marL="285750" lvl="0" indent="-285750">
                        <a:buFont typeface="Arial" panose="020B0604020202020204" pitchFamily="34" charset="0"/>
                        <a:buChar char="•"/>
                      </a:pPr>
                      <a:r>
                        <a:rPr lang="en-US"/>
                        <a:t>Provides guidance and instruction on project through summer</a:t>
                      </a:r>
                    </a:p>
                    <a:p>
                      <a:pPr marL="285750" lvl="0" indent="-285750">
                        <a:buFont typeface="Arial" panose="020B0604020202020204" pitchFamily="34" charset="0"/>
                        <a:buChar char="•"/>
                      </a:pPr>
                      <a:r>
                        <a:rPr lang="en-US"/>
                        <a:t>Not affiliated with site-based events</a:t>
                      </a:r>
                    </a:p>
                    <a:p>
                      <a:endParaRPr lang="en-US"/>
                    </a:p>
                  </a:txBody>
                  <a:tcPr/>
                </a:tc>
                <a:extLst>
                  <a:ext uri="{0D108BD9-81ED-4DB2-BD59-A6C34878D82A}">
                    <a16:rowId xmlns:a16="http://schemas.microsoft.com/office/drawing/2014/main" val="210761161"/>
                  </a:ext>
                </a:extLst>
              </a:tr>
            </a:tbl>
          </a:graphicData>
        </a:graphic>
      </p:graphicFrame>
      <p:sp>
        <p:nvSpPr>
          <p:cNvPr id="8" name="TextBox 7">
            <a:extLst>
              <a:ext uri="{FF2B5EF4-FFF2-40B4-BE49-F238E27FC236}">
                <a16:creationId xmlns:a16="http://schemas.microsoft.com/office/drawing/2014/main" id="{C5E234FE-ED5F-A6FD-4B72-9529F2357BDD}"/>
              </a:ext>
            </a:extLst>
          </p:cNvPr>
          <p:cNvSpPr txBox="1"/>
          <p:nvPr/>
        </p:nvSpPr>
        <p:spPr>
          <a:xfrm>
            <a:off x="2135043" y="5830109"/>
            <a:ext cx="7921912" cy="523220"/>
          </a:xfrm>
          <a:prstGeom prst="rect">
            <a:avLst/>
          </a:prstGeom>
          <a:solidFill>
            <a:schemeClr val="accent1">
              <a:lumMod val="20000"/>
              <a:lumOff val="80000"/>
            </a:schemeClr>
          </a:solidFill>
        </p:spPr>
        <p:txBody>
          <a:bodyPr wrap="none" rtlCol="0">
            <a:spAutoFit/>
          </a:bodyPr>
          <a:lstStyle/>
          <a:p>
            <a:r>
              <a:rPr lang="en-US" sz="2800"/>
              <a:t>Project questions should be directed to Project Leads</a:t>
            </a:r>
          </a:p>
        </p:txBody>
      </p:sp>
    </p:spTree>
    <p:extLst>
      <p:ext uri="{BB962C8B-B14F-4D97-AF65-F5344CB8AC3E}">
        <p14:creationId xmlns:p14="http://schemas.microsoft.com/office/powerpoint/2010/main" val="625626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RMS Intern Project Overview</a:t>
            </a:r>
          </a:p>
        </p:txBody>
      </p:sp>
      <p:graphicFrame>
        <p:nvGraphicFramePr>
          <p:cNvPr id="4" name="Content Placeholder 3">
            <a:extLst>
              <a:ext uri="{FF2B5EF4-FFF2-40B4-BE49-F238E27FC236}">
                <a16:creationId xmlns:a16="http://schemas.microsoft.com/office/drawing/2014/main" id="{542F1FD7-2B9F-2468-6A84-A0EF1E4D8842}"/>
              </a:ext>
            </a:extLst>
          </p:cNvPr>
          <p:cNvGraphicFramePr>
            <a:graphicFrameLocks noGrp="1"/>
          </p:cNvGraphicFramePr>
          <p:nvPr>
            <p:ph sz="quarter" idx="12"/>
            <p:extLst>
              <p:ext uri="{D42A27DB-BD31-4B8C-83A1-F6EECF244321}">
                <p14:modId xmlns:p14="http://schemas.microsoft.com/office/powerpoint/2010/main" val="2681255385"/>
              </p:ext>
            </p:extLst>
          </p:nvPr>
        </p:nvGraphicFramePr>
        <p:xfrm>
          <a:off x="1755778" y="1317523"/>
          <a:ext cx="8784403" cy="5074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948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RMS TLS Overview</a:t>
            </a:r>
          </a:p>
        </p:txBody>
      </p:sp>
      <p:graphicFrame>
        <p:nvGraphicFramePr>
          <p:cNvPr id="7" name="Content Placeholder 6">
            <a:extLst>
              <a:ext uri="{FF2B5EF4-FFF2-40B4-BE49-F238E27FC236}">
                <a16:creationId xmlns:a16="http://schemas.microsoft.com/office/drawing/2014/main" id="{6E82D984-BD21-9589-2678-D17D50F87B79}"/>
              </a:ext>
            </a:extLst>
          </p:cNvPr>
          <p:cNvGraphicFramePr>
            <a:graphicFrameLocks noGrp="1"/>
          </p:cNvGraphicFramePr>
          <p:nvPr>
            <p:ph sz="quarter" idx="12"/>
            <p:extLst>
              <p:ext uri="{D42A27DB-BD31-4B8C-83A1-F6EECF244321}">
                <p14:modId xmlns:p14="http://schemas.microsoft.com/office/powerpoint/2010/main" val="643360705"/>
              </p:ext>
            </p:extLst>
          </p:nvPr>
        </p:nvGraphicFramePr>
        <p:xfrm>
          <a:off x="612775" y="1331913"/>
          <a:ext cx="10963275" cy="3706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5167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F71980-EB2F-3CF5-269C-BCCCFB135280}"/>
              </a:ext>
            </a:extLst>
          </p:cNvPr>
          <p:cNvSpPr>
            <a:spLocks noGrp="1"/>
          </p:cNvSpPr>
          <p:nvPr>
            <p:ph sz="quarter" idx="12"/>
          </p:nvPr>
        </p:nvSpPr>
        <p:spPr/>
        <p:txBody>
          <a:bodyPr vert="horz" lIns="91440" tIns="45720" rIns="91440" bIns="45720" rtlCol="0" anchor="t">
            <a:normAutofit/>
          </a:bodyPr>
          <a:lstStyle/>
          <a:p>
            <a:pPr marL="285750" indent="-285750">
              <a:buFont typeface="Arial" panose="020B0604020202020204" pitchFamily="34" charset="0"/>
              <a:buChar char="•"/>
            </a:pPr>
            <a:r>
              <a:rPr lang="en-US">
                <a:latin typeface="Arial"/>
                <a:cs typeface="Arial"/>
              </a:rPr>
              <a:t>As a leading organization dedicated to training and sustainment, TLS understands the significance of anticipating and adapting to changes in the industry. In efforts to stay ahead of ready, you are expected to: </a:t>
            </a:r>
          </a:p>
          <a:p>
            <a:pPr marL="971550" lvl="1" indent="-285750"/>
            <a:r>
              <a:rPr lang="en-US">
                <a:latin typeface="Arial"/>
                <a:cs typeface="Arial"/>
              </a:rPr>
              <a:t>Conducting a thorough review of LM resources is recommended to gain a more comprehensive and in-depth understanding of the business, including its operations, challenges, opportunities, and potential for improvement and innovation.</a:t>
            </a:r>
          </a:p>
          <a:p>
            <a:pPr marL="971550" lvl="1" indent="-285750"/>
            <a:r>
              <a:rPr lang="en-US">
                <a:latin typeface="Arial"/>
                <a:cs typeface="Arial"/>
              </a:rPr>
              <a:t>Assess revolutionary technologies, methodologies, and concepts that will formulate the future defense training landscape. </a:t>
            </a:r>
          </a:p>
          <a:p>
            <a:pPr marL="971550" lvl="1" indent="-285750"/>
            <a:r>
              <a:rPr lang="en-US">
                <a:latin typeface="Arial"/>
                <a:cs typeface="Arial"/>
              </a:rPr>
              <a:t>Anticipate future military personnel needs and develop a detailed plan of a next generation training enterprise and any associated educational concepts for the military of 2035.</a:t>
            </a:r>
          </a:p>
          <a:p>
            <a:pPr marL="971550" lvl="1" indent="-285750"/>
            <a:endParaRPr lang="en-US">
              <a:latin typeface="Arial"/>
              <a:cs typeface="Arial"/>
            </a:endParaRPr>
          </a:p>
          <a:p>
            <a:pPr marL="971550" lvl="1" indent="-285750"/>
            <a:endParaRPr lang="en-US">
              <a:latin typeface="Arial"/>
              <a:cs typeface="Arial"/>
            </a:endParaRPr>
          </a:p>
          <a:p>
            <a:pPr marL="971550" lvl="1" indent="-285750"/>
            <a:endParaRPr lang="en-US">
              <a:latin typeface="Arial"/>
              <a:cs typeface="Arial"/>
            </a:endParaRPr>
          </a:p>
          <a:p>
            <a:pPr marL="285750" indent="-285750">
              <a:buFont typeface="Arial" panose="020B0604020202020204" pitchFamily="34" charset="0"/>
              <a:buChar char="•"/>
            </a:pPr>
            <a:endParaRPr lang="en-US">
              <a:latin typeface="Arial"/>
              <a:cs typeface="Arial"/>
            </a:endParaRPr>
          </a:p>
          <a:p>
            <a:pPr marL="285750" indent="-285750">
              <a:buFont typeface="Arial" panose="020B0604020202020204" pitchFamily="34" charset="0"/>
              <a:buChar char="•"/>
            </a:pPr>
            <a:endParaRPr lang="en-US">
              <a:latin typeface="Arial"/>
              <a:cs typeface="Arial"/>
            </a:endParaRPr>
          </a:p>
          <a:p>
            <a:pPr marL="285750" indent="-285750">
              <a:buFont typeface="Arial" panose="020B0604020202020204" pitchFamily="34" charset="0"/>
              <a:buChar char="•"/>
            </a:pPr>
            <a:endParaRPr lang="en-US">
              <a:latin typeface="Arial"/>
              <a:cs typeface="Arial"/>
            </a:endParaRPr>
          </a:p>
        </p:txBody>
      </p:sp>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TLS Project Overview</a:t>
            </a:r>
          </a:p>
        </p:txBody>
      </p:sp>
    </p:spTree>
    <p:extLst>
      <p:ext uri="{BB962C8B-B14F-4D97-AF65-F5344CB8AC3E}">
        <p14:creationId xmlns:p14="http://schemas.microsoft.com/office/powerpoint/2010/main" val="758044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TLS Project Execution</a:t>
            </a:r>
          </a:p>
        </p:txBody>
      </p:sp>
      <p:graphicFrame>
        <p:nvGraphicFramePr>
          <p:cNvPr id="6" name="Diagram 5">
            <a:extLst>
              <a:ext uri="{FF2B5EF4-FFF2-40B4-BE49-F238E27FC236}">
                <a16:creationId xmlns:a16="http://schemas.microsoft.com/office/drawing/2014/main" id="{0CBAA0EA-48DA-49D7-D25E-FF04D621150D}"/>
              </a:ext>
            </a:extLst>
          </p:cNvPr>
          <p:cNvGraphicFramePr/>
          <p:nvPr>
            <p:extLst>
              <p:ext uri="{D42A27DB-BD31-4B8C-83A1-F6EECF244321}">
                <p14:modId xmlns:p14="http://schemas.microsoft.com/office/powerpoint/2010/main" val="1077330545"/>
              </p:ext>
            </p:extLst>
          </p:nvPr>
        </p:nvGraphicFramePr>
        <p:xfrm>
          <a:off x="2664389" y="11890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6542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F71980-EB2F-3CF5-269C-BCCCFB135280}"/>
              </a:ext>
            </a:extLst>
          </p:cNvPr>
          <p:cNvSpPr>
            <a:spLocks noGrp="1"/>
          </p:cNvSpPr>
          <p:nvPr>
            <p:ph sz="quarter" idx="12"/>
          </p:nvPr>
        </p:nvSpPr>
        <p:spPr>
          <a:xfrm>
            <a:off x="477476" y="1840188"/>
            <a:ext cx="10962862" cy="3707836"/>
          </a:xfrm>
        </p:spPr>
        <p:txBody>
          <a:bodyPr vert="horz" lIns="91440" tIns="45720" rIns="91440" bIns="45720" rtlCol="0" anchor="t">
            <a:normAutofit/>
          </a:bodyPr>
          <a:lstStyle/>
          <a:p>
            <a:pPr marL="342900" marR="0" lvl="0" indent="-342900">
              <a:spcAft>
                <a:spcPts val="0"/>
              </a:spcAft>
              <a:buFont typeface="+mj-lt"/>
              <a:buAutoNum type="arabicPeriod"/>
            </a:pPr>
            <a:r>
              <a:rPr lang="en-US">
                <a:latin typeface="Arial"/>
                <a:cs typeface="Arial"/>
              </a:rPr>
              <a:t>Identify future strengths, weakness, opportunities and threats to a training enterprise provider (SWOT analysis)</a:t>
            </a:r>
          </a:p>
          <a:p>
            <a:pPr marL="342900" marR="0" lvl="0" indent="-342900">
              <a:spcAft>
                <a:spcPts val="0"/>
              </a:spcAft>
              <a:buFont typeface="+mj-lt"/>
              <a:buAutoNum type="arabicPeriod"/>
            </a:pPr>
            <a:r>
              <a:rPr lang="en-US">
                <a:latin typeface="Arial"/>
                <a:cs typeface="Arial"/>
              </a:rPr>
              <a:t>Propose a reimagined training enterprise</a:t>
            </a:r>
          </a:p>
          <a:p>
            <a:pPr marL="342900" marR="0" lvl="0" indent="-342900">
              <a:spcAft>
                <a:spcPts val="0"/>
              </a:spcAft>
              <a:buFont typeface="+mj-lt"/>
              <a:buAutoNum type="arabicPeriod"/>
            </a:pPr>
            <a:r>
              <a:rPr lang="en-US">
                <a:latin typeface="Arial"/>
                <a:cs typeface="Arial"/>
              </a:rPr>
              <a:t>Create </a:t>
            </a:r>
            <a:r>
              <a:rPr lang="en-US" err="1">
                <a:latin typeface="Arial"/>
                <a:cs typeface="Arial"/>
              </a:rPr>
              <a:t>ConOps</a:t>
            </a:r>
            <a:r>
              <a:rPr lang="en-US">
                <a:latin typeface="Arial"/>
                <a:cs typeface="Arial"/>
              </a:rPr>
              <a:t> to visually represent this future training enterprise </a:t>
            </a:r>
          </a:p>
          <a:p>
            <a:pPr marL="342900" marR="0" lvl="0" indent="-342900">
              <a:spcAft>
                <a:spcPts val="0"/>
              </a:spcAft>
              <a:buFont typeface="+mj-lt"/>
              <a:buAutoNum type="arabicPeriod"/>
            </a:pPr>
            <a:r>
              <a:rPr lang="en-US">
                <a:latin typeface="Arial"/>
                <a:cs typeface="Arial"/>
              </a:rPr>
              <a:t>High-level business case analysis</a:t>
            </a:r>
          </a:p>
          <a:p>
            <a:pPr marL="342900" marR="0" lvl="0" indent="-342900">
              <a:spcAft>
                <a:spcPts val="25"/>
              </a:spcAft>
              <a:buFont typeface="+mj-lt"/>
              <a:buAutoNum type="arabicPeriod"/>
            </a:pPr>
            <a:r>
              <a:rPr lang="en-US">
                <a:latin typeface="Arial"/>
                <a:cs typeface="Arial"/>
              </a:rPr>
              <a:t>Final PowerPoint Presentation</a:t>
            </a:r>
          </a:p>
        </p:txBody>
      </p:sp>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TLS Project Deliverables</a:t>
            </a:r>
          </a:p>
        </p:txBody>
      </p:sp>
    </p:spTree>
    <p:extLst>
      <p:ext uri="{BB962C8B-B14F-4D97-AF65-F5344CB8AC3E}">
        <p14:creationId xmlns:p14="http://schemas.microsoft.com/office/powerpoint/2010/main" val="3048531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TLS Project Timeline</a:t>
            </a:r>
          </a:p>
        </p:txBody>
      </p:sp>
      <p:pic>
        <p:nvPicPr>
          <p:cNvPr id="4" name="Content Placeholder 3">
            <a:extLst>
              <a:ext uri="{FF2B5EF4-FFF2-40B4-BE49-F238E27FC236}">
                <a16:creationId xmlns:a16="http://schemas.microsoft.com/office/drawing/2014/main" id="{19F53E6B-8BF4-6C47-3940-8FF0BB0C163C}"/>
              </a:ext>
            </a:extLst>
          </p:cNvPr>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520564" y="1339863"/>
            <a:ext cx="7420193" cy="4834849"/>
          </a:xfrm>
          <a:prstGeom prst="rect">
            <a:avLst/>
          </a:prstGeom>
        </p:spPr>
      </p:pic>
    </p:spTree>
    <p:extLst>
      <p:ext uri="{BB962C8B-B14F-4D97-AF65-F5344CB8AC3E}">
        <p14:creationId xmlns:p14="http://schemas.microsoft.com/office/powerpoint/2010/main" val="1765073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Expectations</a:t>
            </a:r>
          </a:p>
        </p:txBody>
      </p:sp>
      <p:graphicFrame>
        <p:nvGraphicFramePr>
          <p:cNvPr id="4" name="Diagram 3">
            <a:extLst>
              <a:ext uri="{FF2B5EF4-FFF2-40B4-BE49-F238E27FC236}">
                <a16:creationId xmlns:a16="http://schemas.microsoft.com/office/drawing/2014/main" id="{50F8CA4E-BD5A-9204-AC10-E38041E1EE80}"/>
              </a:ext>
            </a:extLst>
          </p:cNvPr>
          <p:cNvGraphicFramePr/>
          <p:nvPr>
            <p:extLst>
              <p:ext uri="{D42A27DB-BD31-4B8C-83A1-F6EECF244321}">
                <p14:modId xmlns:p14="http://schemas.microsoft.com/office/powerpoint/2010/main" val="3483768861"/>
              </p:ext>
            </p:extLst>
          </p:nvPr>
        </p:nvGraphicFramePr>
        <p:xfrm>
          <a:off x="2040964" y="11890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510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TLS Charging Guidance</a:t>
            </a:r>
          </a:p>
        </p:txBody>
      </p:sp>
      <p:sp>
        <p:nvSpPr>
          <p:cNvPr id="4" name="Content Placeholder 1">
            <a:extLst>
              <a:ext uri="{FF2B5EF4-FFF2-40B4-BE49-F238E27FC236}">
                <a16:creationId xmlns:a16="http://schemas.microsoft.com/office/drawing/2014/main" id="{EED01DA8-A69B-2365-8FEB-6E6CD91F343E}"/>
              </a:ext>
            </a:extLst>
          </p:cNvPr>
          <p:cNvSpPr>
            <a:spLocks noGrp="1"/>
          </p:cNvSpPr>
          <p:nvPr>
            <p:ph sz="quarter" idx="12"/>
          </p:nvPr>
        </p:nvSpPr>
        <p:spPr>
          <a:xfrm>
            <a:off x="612648" y="1331304"/>
            <a:ext cx="10962862" cy="3707836"/>
          </a:xfrm>
        </p:spPr>
        <p:txBody>
          <a:bodyPr vert="horz" lIns="91440" tIns="45720" rIns="91440" bIns="45720" rtlCol="0" anchor="t">
            <a:normAutofit/>
          </a:bodyPr>
          <a:lstStyle/>
          <a:p>
            <a:pPr marL="285750" indent="-285750">
              <a:buFont typeface="Arial" panose="020B0604020202020204" pitchFamily="34" charset="0"/>
              <a:buChar char="•"/>
            </a:pPr>
            <a:r>
              <a:rPr lang="en-US">
                <a:latin typeface="Arial"/>
                <a:cs typeface="Arial"/>
              </a:rPr>
              <a:t>More details on Charging will be provided in an email after the meeting</a:t>
            </a:r>
          </a:p>
        </p:txBody>
      </p:sp>
      <p:graphicFrame>
        <p:nvGraphicFramePr>
          <p:cNvPr id="5" name="Table 5">
            <a:extLst>
              <a:ext uri="{FF2B5EF4-FFF2-40B4-BE49-F238E27FC236}">
                <a16:creationId xmlns:a16="http://schemas.microsoft.com/office/drawing/2014/main" id="{9AED7CB3-7E93-84A7-7230-0FA816E32392}"/>
              </a:ext>
            </a:extLst>
          </p:cNvPr>
          <p:cNvGraphicFramePr>
            <a:graphicFrameLocks noGrp="1"/>
          </p:cNvGraphicFramePr>
          <p:nvPr>
            <p:extLst>
              <p:ext uri="{D42A27DB-BD31-4B8C-83A1-F6EECF244321}">
                <p14:modId xmlns:p14="http://schemas.microsoft.com/office/powerpoint/2010/main" val="2370534073"/>
              </p:ext>
            </p:extLst>
          </p:nvPr>
        </p:nvGraphicFramePr>
        <p:xfrm>
          <a:off x="2171700" y="2367280"/>
          <a:ext cx="7986378" cy="2123440"/>
        </p:xfrm>
        <a:graphic>
          <a:graphicData uri="http://schemas.openxmlformats.org/drawingml/2006/table">
            <a:tbl>
              <a:tblPr firstRow="1" bandRow="1">
                <a:tableStyleId>{5C22544A-7EE6-4342-B048-85BDC9FD1C3A}</a:tableStyleId>
              </a:tblPr>
              <a:tblGrid>
                <a:gridCol w="2567712">
                  <a:extLst>
                    <a:ext uri="{9D8B030D-6E8A-4147-A177-3AD203B41FA5}">
                      <a16:colId xmlns:a16="http://schemas.microsoft.com/office/drawing/2014/main" val="2937779089"/>
                    </a:ext>
                  </a:extLst>
                </a:gridCol>
                <a:gridCol w="2709333">
                  <a:extLst>
                    <a:ext uri="{9D8B030D-6E8A-4147-A177-3AD203B41FA5}">
                      <a16:colId xmlns:a16="http://schemas.microsoft.com/office/drawing/2014/main" val="178528519"/>
                    </a:ext>
                  </a:extLst>
                </a:gridCol>
                <a:gridCol w="2709333">
                  <a:extLst>
                    <a:ext uri="{9D8B030D-6E8A-4147-A177-3AD203B41FA5}">
                      <a16:colId xmlns:a16="http://schemas.microsoft.com/office/drawing/2014/main" val="3146251531"/>
                    </a:ext>
                  </a:extLst>
                </a:gridCol>
              </a:tblGrid>
              <a:tr h="370840">
                <a:tc>
                  <a:txBody>
                    <a:bodyPr/>
                    <a:lstStyle/>
                    <a:p>
                      <a:pPr algn="ctr"/>
                      <a:r>
                        <a:rPr lang="en-US"/>
                        <a:t>Project Event</a:t>
                      </a:r>
                    </a:p>
                  </a:txBody>
                  <a:tcPr/>
                </a:tc>
                <a:tc>
                  <a:txBody>
                    <a:bodyPr/>
                    <a:lstStyle/>
                    <a:p>
                      <a:pPr algn="ctr"/>
                      <a:r>
                        <a:rPr lang="en-US"/>
                        <a:t>Charge Number</a:t>
                      </a:r>
                    </a:p>
                  </a:txBody>
                  <a:tcPr/>
                </a:tc>
                <a:tc>
                  <a:txBody>
                    <a:bodyPr/>
                    <a:lstStyle/>
                    <a:p>
                      <a:pPr algn="ctr"/>
                      <a:r>
                        <a:rPr lang="en-US"/>
                        <a:t>Maximum</a:t>
                      </a:r>
                    </a:p>
                  </a:txBody>
                  <a:tcPr/>
                </a:tc>
                <a:extLst>
                  <a:ext uri="{0D108BD9-81ED-4DB2-BD59-A6C34878D82A}">
                    <a16:rowId xmlns:a16="http://schemas.microsoft.com/office/drawing/2014/main" val="2144208212"/>
                  </a:ext>
                </a:extLst>
              </a:tr>
              <a:tr h="370840">
                <a:tc>
                  <a:txBody>
                    <a:bodyPr/>
                    <a:lstStyle/>
                    <a:p>
                      <a:r>
                        <a:rPr lang="en-US"/>
                        <a:t>Project Kickoff</a:t>
                      </a:r>
                    </a:p>
                  </a:txBody>
                  <a:tcPr/>
                </a:tc>
                <a:tc>
                  <a:txBody>
                    <a:bodyPr/>
                    <a:lstStyle/>
                    <a:p>
                      <a:r>
                        <a:rPr lang="en-US"/>
                        <a:t>AD-ITP</a:t>
                      </a:r>
                    </a:p>
                  </a:txBody>
                  <a:tcPr/>
                </a:tc>
                <a:tc>
                  <a:txBody>
                    <a:bodyPr/>
                    <a:lstStyle/>
                    <a:p>
                      <a:r>
                        <a:rPr lang="en-US"/>
                        <a:t>1 hr.</a:t>
                      </a:r>
                    </a:p>
                  </a:txBody>
                  <a:tcPr/>
                </a:tc>
                <a:extLst>
                  <a:ext uri="{0D108BD9-81ED-4DB2-BD59-A6C34878D82A}">
                    <a16:rowId xmlns:a16="http://schemas.microsoft.com/office/drawing/2014/main" val="2814894392"/>
                  </a:ext>
                </a:extLst>
              </a:tr>
              <a:tr h="370840">
                <a:tc>
                  <a:txBody>
                    <a:bodyPr/>
                    <a:lstStyle/>
                    <a:p>
                      <a:r>
                        <a:rPr lang="en-US"/>
                        <a:t>Project Lectures</a:t>
                      </a:r>
                    </a:p>
                  </a:txBody>
                  <a:tcPr/>
                </a:tc>
                <a:tc>
                  <a:txBody>
                    <a:bodyPr/>
                    <a:lstStyle/>
                    <a:p>
                      <a:r>
                        <a:rPr lang="en-US"/>
                        <a:t>MT-ITR</a:t>
                      </a:r>
                    </a:p>
                  </a:txBody>
                  <a:tcPr/>
                </a:tc>
                <a:tc>
                  <a:txBody>
                    <a:bodyPr/>
                    <a:lstStyle/>
                    <a:p>
                      <a:r>
                        <a:rPr lang="en-US"/>
                        <a:t>4 hr.</a:t>
                      </a:r>
                    </a:p>
                  </a:txBody>
                  <a:tcPr/>
                </a:tc>
                <a:extLst>
                  <a:ext uri="{0D108BD9-81ED-4DB2-BD59-A6C34878D82A}">
                    <a16:rowId xmlns:a16="http://schemas.microsoft.com/office/drawing/2014/main" val="2209389937"/>
                  </a:ext>
                </a:extLst>
              </a:tr>
              <a:tr h="370840">
                <a:tc>
                  <a:txBody>
                    <a:bodyPr/>
                    <a:lstStyle/>
                    <a:p>
                      <a:r>
                        <a:rPr lang="en-US"/>
                        <a:t>Project Working Time</a:t>
                      </a:r>
                    </a:p>
                  </a:txBody>
                  <a:tcPr/>
                </a:tc>
                <a:tc>
                  <a:txBody>
                    <a:bodyPr/>
                    <a:lstStyle/>
                    <a:p>
                      <a:r>
                        <a:rPr lang="en-US"/>
                        <a:t>AD-ITP</a:t>
                      </a:r>
                    </a:p>
                  </a:txBody>
                  <a:tcPr/>
                </a:tc>
                <a:tc>
                  <a:txBody>
                    <a:bodyPr/>
                    <a:lstStyle/>
                    <a:p>
                      <a:r>
                        <a:rPr lang="en-US" b="1">
                          <a:solidFill>
                            <a:srgbClr val="FF0000"/>
                          </a:solidFill>
                        </a:rPr>
                        <a:t>16 hr.</a:t>
                      </a:r>
                    </a:p>
                  </a:txBody>
                  <a:tcPr/>
                </a:tc>
                <a:extLst>
                  <a:ext uri="{0D108BD9-81ED-4DB2-BD59-A6C34878D82A}">
                    <a16:rowId xmlns:a16="http://schemas.microsoft.com/office/drawing/2014/main" val="3415750219"/>
                  </a:ext>
                </a:extLst>
              </a:tr>
              <a:tr h="370840">
                <a:tc>
                  <a:txBody>
                    <a:bodyPr/>
                    <a:lstStyle/>
                    <a:p>
                      <a:r>
                        <a:rPr lang="en-US"/>
                        <a:t>Final Project Demonstration</a:t>
                      </a:r>
                    </a:p>
                  </a:txBody>
                  <a:tcPr/>
                </a:tc>
                <a:tc>
                  <a:txBody>
                    <a:bodyPr/>
                    <a:lstStyle/>
                    <a:p>
                      <a:r>
                        <a:rPr lang="en-US"/>
                        <a:t>AD-ITP</a:t>
                      </a:r>
                    </a:p>
                  </a:txBody>
                  <a:tcPr/>
                </a:tc>
                <a:tc>
                  <a:txBody>
                    <a:bodyPr/>
                    <a:lstStyle/>
                    <a:p>
                      <a:r>
                        <a:rPr lang="en-US"/>
                        <a:t>3 hr.</a:t>
                      </a:r>
                    </a:p>
                  </a:txBody>
                  <a:tcPr/>
                </a:tc>
                <a:extLst>
                  <a:ext uri="{0D108BD9-81ED-4DB2-BD59-A6C34878D82A}">
                    <a16:rowId xmlns:a16="http://schemas.microsoft.com/office/drawing/2014/main" val="2509060639"/>
                  </a:ext>
                </a:extLst>
              </a:tr>
            </a:tbl>
          </a:graphicData>
        </a:graphic>
      </p:graphicFrame>
    </p:spTree>
    <p:extLst>
      <p:ext uri="{BB962C8B-B14F-4D97-AF65-F5344CB8AC3E}">
        <p14:creationId xmlns:p14="http://schemas.microsoft.com/office/powerpoint/2010/main" val="809243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p:txBody>
          <a:bodyPr/>
          <a:lstStyle/>
          <a:p>
            <a:r>
              <a:rPr lang="en-US"/>
              <a:t>Actions Required</a:t>
            </a:r>
          </a:p>
        </p:txBody>
      </p:sp>
      <p:sp>
        <p:nvSpPr>
          <p:cNvPr id="4" name="Content Placeholder 1">
            <a:extLst>
              <a:ext uri="{FF2B5EF4-FFF2-40B4-BE49-F238E27FC236}">
                <a16:creationId xmlns:a16="http://schemas.microsoft.com/office/drawing/2014/main" id="{EED01DA8-A69B-2365-8FEB-6E6CD91F343E}"/>
              </a:ext>
            </a:extLst>
          </p:cNvPr>
          <p:cNvSpPr>
            <a:spLocks noGrp="1"/>
          </p:cNvSpPr>
          <p:nvPr>
            <p:ph sz="quarter" idx="12"/>
          </p:nvPr>
        </p:nvSpPr>
        <p:spPr>
          <a:xfrm>
            <a:off x="612648" y="1542552"/>
            <a:ext cx="10962862" cy="3496587"/>
          </a:xfrm>
        </p:spPr>
        <p:txBody>
          <a:bodyPr vert="horz" lIns="91440" tIns="45720" rIns="91440" bIns="45720" rtlCol="0" anchor="t">
            <a:normAutofit/>
          </a:bodyPr>
          <a:lstStyle/>
          <a:p>
            <a:pPr marL="800100" lvl="1" indent="-342900" fontAlgn="ctr">
              <a:spcBef>
                <a:spcPts val="0"/>
              </a:spcBef>
              <a:buAutoNum type="arabicPeriod"/>
            </a:pPr>
            <a:r>
              <a:rPr lang="en-US" b="0" i="0">
                <a:effectLst/>
                <a:latin typeface="Calibri" panose="020F0502020204030204" pitchFamily="34" charset="0"/>
              </a:rPr>
              <a:t>Review Statement Of Work (SOW)</a:t>
            </a:r>
          </a:p>
          <a:p>
            <a:pPr marL="800100" lvl="1" indent="-342900" fontAlgn="ctr">
              <a:spcBef>
                <a:spcPts val="0"/>
              </a:spcBef>
              <a:buAutoNum type="arabicPeriod"/>
            </a:pPr>
            <a:endParaRPr lang="en-US" b="0" i="0">
              <a:effectLst/>
              <a:latin typeface="Calibri" panose="020F0502020204030204" pitchFamily="34" charset="0"/>
            </a:endParaRPr>
          </a:p>
          <a:p>
            <a:pPr marL="800100" lvl="1" indent="-342900" fontAlgn="ctr">
              <a:spcBef>
                <a:spcPts val="0"/>
              </a:spcBef>
              <a:buAutoNum type="arabicPeriod"/>
            </a:pPr>
            <a:r>
              <a:rPr lang="en-US" sz="1800" b="0" i="0">
                <a:effectLst/>
                <a:latin typeface="Calibri" panose="020F0502020204030204" pitchFamily="34" charset="0"/>
              </a:rPr>
              <a:t>Send Calendar invite for initial team meeting (today/tomorrow)</a:t>
            </a:r>
          </a:p>
          <a:p>
            <a:pPr marL="914400" lvl="2" indent="0" fontAlgn="ctr">
              <a:spcBef>
                <a:spcPts val="0"/>
              </a:spcBef>
              <a:buNone/>
            </a:pPr>
            <a:r>
              <a:rPr lang="en-US" sz="1600">
                <a:latin typeface="Calibri" panose="020F0502020204030204" pitchFamily="34" charset="0"/>
              </a:rPr>
              <a:t>- Set up recurring team meeting once a week (minimum)</a:t>
            </a:r>
          </a:p>
          <a:p>
            <a:pPr marL="914400" lvl="2" indent="0" fontAlgn="ctr">
              <a:spcBef>
                <a:spcPts val="0"/>
              </a:spcBef>
              <a:buNone/>
            </a:pPr>
            <a:r>
              <a:rPr lang="en-US" sz="1600" b="0" i="0">
                <a:effectLst/>
                <a:latin typeface="Calibri" panose="020F0502020204030204" pitchFamily="34" charset="0"/>
              </a:rPr>
              <a:t>- De</a:t>
            </a:r>
            <a:r>
              <a:rPr lang="en-US" sz="1600">
                <a:latin typeface="Calibri" panose="020F0502020204030204" pitchFamily="34" charset="0"/>
              </a:rPr>
              <a:t>velop a list of questions for industry day</a:t>
            </a:r>
          </a:p>
          <a:p>
            <a:pPr marL="914400" lvl="2" indent="0" fontAlgn="ctr">
              <a:spcBef>
                <a:spcPts val="0"/>
              </a:spcBef>
              <a:buNone/>
            </a:pPr>
            <a:endParaRPr lang="en-US" sz="1600" b="0" i="0">
              <a:effectLst/>
              <a:latin typeface="Calibri" panose="020F0502020204030204" pitchFamily="34" charset="0"/>
            </a:endParaRPr>
          </a:p>
          <a:p>
            <a:pPr marL="285750" indent="-285750">
              <a:buFont typeface="Arial" panose="020B0604020202020204" pitchFamily="34" charset="0"/>
              <a:buChar char="•"/>
            </a:pPr>
            <a:endParaRPr lang="en-US">
              <a:latin typeface="Arial"/>
              <a:cs typeface="Arial"/>
            </a:endParaRPr>
          </a:p>
        </p:txBody>
      </p:sp>
    </p:spTree>
    <p:extLst>
      <p:ext uri="{BB962C8B-B14F-4D97-AF65-F5344CB8AC3E}">
        <p14:creationId xmlns:p14="http://schemas.microsoft.com/office/powerpoint/2010/main" val="1264456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6316-10C3-36C5-3BC5-5C51C87161AD}"/>
              </a:ext>
            </a:extLst>
          </p:cNvPr>
          <p:cNvSpPr>
            <a:spLocks noGrp="1"/>
          </p:cNvSpPr>
          <p:nvPr>
            <p:ph type="title"/>
          </p:nvPr>
        </p:nvSpPr>
        <p:spPr>
          <a:xfrm>
            <a:off x="5030724" y="3086819"/>
            <a:ext cx="2130552" cy="684362"/>
          </a:xfrm>
        </p:spPr>
        <p:txBody>
          <a:bodyPr>
            <a:normAutofit/>
          </a:bodyPr>
          <a:lstStyle/>
          <a:p>
            <a:r>
              <a:rPr lang="en-US"/>
              <a:t>Open Floor</a:t>
            </a:r>
          </a:p>
        </p:txBody>
      </p:sp>
    </p:spTree>
    <p:extLst>
      <p:ext uri="{BB962C8B-B14F-4D97-AF65-F5344CB8AC3E}">
        <p14:creationId xmlns:p14="http://schemas.microsoft.com/office/powerpoint/2010/main" val="4113613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71035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0">
      <a:dk1>
        <a:srgbClr val="000000"/>
      </a:dk1>
      <a:lt1>
        <a:srgbClr val="FFFFFF"/>
      </a:lt1>
      <a:dk2>
        <a:srgbClr val="414042"/>
      </a:dk2>
      <a:lt2>
        <a:srgbClr val="F7F8F9"/>
      </a:lt2>
      <a:accent1>
        <a:srgbClr val="002F6C"/>
      </a:accent1>
      <a:accent2>
        <a:srgbClr val="00809E"/>
      </a:accent2>
      <a:accent3>
        <a:srgbClr val="00968F"/>
      </a:accent3>
      <a:accent4>
        <a:srgbClr val="F7D117"/>
      </a:accent4>
      <a:accent5>
        <a:srgbClr val="64B3E8"/>
      </a:accent5>
      <a:accent6>
        <a:srgbClr val="A4899F"/>
      </a:accent6>
      <a:hlink>
        <a:srgbClr val="0563C1"/>
      </a:hlink>
      <a:folHlink>
        <a:srgbClr val="A4899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ockheed-Martin-PowerPoint.potx" id="{F5550D92-7486-47F4-91DE-4A8E6667CA85}" vid="{47DF0841-1615-49C7-8808-456C235F981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8098F839D4264BAD96C674A62C3828" ma:contentTypeVersion="0" ma:contentTypeDescription="Create a new document." ma:contentTypeScope="" ma:versionID="7011bc9ecc63c4afa89ec7c015b3f887">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1CE755-5BAB-4C3A-B64C-E3FB55AE4A80}"/>
</file>

<file path=customXml/itemProps2.xml><?xml version="1.0" encoding="utf-8"?>
<ds:datastoreItem xmlns:ds="http://schemas.openxmlformats.org/officeDocument/2006/customXml" ds:itemID="{42876E67-2FF4-405A-A065-84CF75D717E8}">
  <ds:schemaRefs>
    <ds:schemaRef ds:uri="http://schemas.microsoft.com/office/2006/documentManagement/types"/>
    <ds:schemaRef ds:uri="http://purl.org/dc/terms/"/>
    <ds:schemaRef ds:uri="http://www.w3.org/XML/1998/namespace"/>
    <ds:schemaRef ds:uri="http://schemas.microsoft.com/office/2006/metadata/properties"/>
    <ds:schemaRef ds:uri="http://purl.org/dc/dcmitype/"/>
    <ds:schemaRef ds:uri="http://purl.org/dc/elements/1.1/"/>
    <ds:schemaRef ds:uri="http://schemas.microsoft.com/office/infopath/2007/PartnerControls"/>
    <ds:schemaRef ds:uri="http://schemas.openxmlformats.org/package/2006/metadata/core-properties"/>
    <ds:schemaRef ds:uri="bcc46f7d-d3a6-4c8f-904a-1a39d65a7daf"/>
    <ds:schemaRef ds:uri="e41d3efe-81db-4dc5-82f9-1f52daf59768"/>
  </ds:schemaRefs>
</ds:datastoreItem>
</file>

<file path=customXml/itemProps3.xml><?xml version="1.0" encoding="utf-8"?>
<ds:datastoreItem xmlns:ds="http://schemas.openxmlformats.org/officeDocument/2006/customXml" ds:itemID="{D5B68B44-C193-4E7F-A411-32E04D673A6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819</Words>
  <Application>Microsoft Office PowerPoint</Application>
  <PresentationFormat>Widescreen</PresentationFormat>
  <Paragraphs>161</Paragraphs>
  <Slides>16</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Arial Nova Cond</vt:lpstr>
      <vt:lpstr>Calibri</vt:lpstr>
      <vt:lpstr>Calibri Light</vt:lpstr>
      <vt:lpstr>Symbol</vt:lpstr>
      <vt:lpstr>Wingdings</vt:lpstr>
      <vt:lpstr>office theme</vt:lpstr>
      <vt:lpstr>1_Office Theme</vt:lpstr>
      <vt:lpstr>PowerPoint Presentation</vt:lpstr>
      <vt:lpstr>Agenda</vt:lpstr>
      <vt:lpstr>Around the Room</vt:lpstr>
      <vt:lpstr>Introductions</vt:lpstr>
      <vt:lpstr>Roles and Responsibilities</vt:lpstr>
      <vt:lpstr>RMS Intern Project Overview</vt:lpstr>
      <vt:lpstr>RMS TLS Overview</vt:lpstr>
      <vt:lpstr>TLS Project Overview</vt:lpstr>
      <vt:lpstr>TLS Project Execution</vt:lpstr>
      <vt:lpstr>TLS Project Deliverables</vt:lpstr>
      <vt:lpstr>TLS Project Timeline</vt:lpstr>
      <vt:lpstr>Expectations</vt:lpstr>
      <vt:lpstr>TLS Charging Guidance</vt:lpstr>
      <vt:lpstr>Actions Required</vt:lpstr>
      <vt:lpstr>Open Floor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Merlock, Eli T (US)</dc:creator>
  <cp:lastModifiedBy>Merlock, Eli T (US)</cp:lastModifiedBy>
  <cp:revision>3</cp:revision>
  <dcterms:created xsi:type="dcterms:W3CDTF">2013-07-15T20:26:40Z</dcterms:created>
  <dcterms:modified xsi:type="dcterms:W3CDTF">2025-03-26T21:07:09Z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0x010100118098F839D4264BAD96C674A62C3828</vt:lpwstr>
  </property>
  <property fmtid="{D5CDD505-2E9C-101B-9397-08002B2CF9AE}" pid="3" name="MSIP_Label_502bc7c3-f152-4da1-98bd-f7a1bebdf752_Enabled">
    <vt:lpwstr>true</vt:lpwstr>
  </property>
  <property fmtid="{D5CDD505-2E9C-101B-9397-08002B2CF9AE}" pid="4" name="MSIP_Label_502bc7c3-f152-4da1-98bd-f7a1bebdf752_SetDate">
    <vt:lpwstr>2024-03-04T22:10:27Z</vt:lpwstr>
  </property>
  <property fmtid="{D5CDD505-2E9C-101B-9397-08002B2CF9AE}" pid="5" name="MSIP_Label_502bc7c3-f152-4da1-98bd-f7a1bebdf752_Method">
    <vt:lpwstr>Privileged</vt:lpwstr>
  </property>
  <property fmtid="{D5CDD505-2E9C-101B-9397-08002B2CF9AE}" pid="6" name="MSIP_Label_502bc7c3-f152-4da1-98bd-f7a1bebdf752_Name">
    <vt:lpwstr>Unrestricted</vt:lpwstr>
  </property>
  <property fmtid="{D5CDD505-2E9C-101B-9397-08002B2CF9AE}" pid="7" name="MSIP_Label_502bc7c3-f152-4da1-98bd-f7a1bebdf752_SiteId">
    <vt:lpwstr>b18f006c-b0fc-467d-b23a-a35b5695b5dc</vt:lpwstr>
  </property>
  <property fmtid="{D5CDD505-2E9C-101B-9397-08002B2CF9AE}" pid="8" name="MSIP_Label_502bc7c3-f152-4da1-98bd-f7a1bebdf752_ActionId">
    <vt:lpwstr>1c9d8632-b9aa-4f11-9c6d-d7479c980f1a</vt:lpwstr>
  </property>
  <property fmtid="{D5CDD505-2E9C-101B-9397-08002B2CF9AE}" pid="9" name="MSIP_Label_502bc7c3-f152-4da1-98bd-f7a1bebdf752_ContentBits">
    <vt:lpwstr>0</vt:lpwstr>
  </property>
  <property fmtid="{D5CDD505-2E9C-101B-9397-08002B2CF9AE}" pid="10" name="Order">
    <vt:r8>2000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y fmtid="{D5CDD505-2E9C-101B-9397-08002B2CF9AE}" pid="18" name="_SourceUrl">
    <vt:lpwstr/>
  </property>
  <property fmtid="{D5CDD505-2E9C-101B-9397-08002B2CF9AE}" pid="19" name="_SharedFileIndex">
    <vt:lpwstr/>
  </property>
</Properties>
</file>